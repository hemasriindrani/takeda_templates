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4.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5.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6.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7.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heme/theme8.xml" ContentType="application/vnd.openxmlformats-officedocument.theme+xml"/>
  <Override PartName="/ppt/theme/theme9.xml" ContentType="application/vnd.openxmlformats-officedocument.theme+xml"/>
  <Override PartName="/ppt/tags/tag126.xml" ContentType="application/vnd.openxmlformats-officedocument.presentationml.tags+xml"/>
  <Override PartName="/ppt/comments/modernComment_7FFFFF8A_D5BA8EC9.xml" ContentType="application/vnd.ms-powerpoint.comments+xml"/>
  <Override PartName="/ppt/comments/modernComment_102_FD93B501.xml" ContentType="application/vnd.ms-powerpoint.comments+xml"/>
  <Override PartName="/ppt/tags/tag127.xml" ContentType="application/vnd.openxmlformats-officedocument.presentationml.tags+xml"/>
  <Override PartName="/ppt/comments/modernComment_10A_472E280F.xml" ContentType="application/vnd.ms-powerpoint.comment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comments/modernComment_144_127ACC87.xml" ContentType="application/vnd.ms-powerpoint.comments+xml"/>
  <Override PartName="/ppt/comments/modernComment_101_211339F.xml" ContentType="application/vnd.ms-powerpoint.comments+xml"/>
  <Override PartName="/ppt/comments/modernComment_104_DA974B48.xml" ContentType="application/vnd.ms-powerpoint.comments+xml"/>
  <Override PartName="/ppt/comments/modernComment_136_E2375870.xml" ContentType="application/vnd.ms-powerpoint.comments+xml"/>
  <Override PartName="/ppt/comments/modernComment_10C_B7CA591F.xml" ContentType="application/vnd.ms-powerpoint.comments+xml"/>
  <Override PartName="/ppt/comments/modernComment_7FFFFFFF_7B99A674.xml" ContentType="application/vnd.ms-powerpoint.comments+xml"/>
  <Override PartName="/ppt/comments/modernComment_11C_E04EE01D.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modernComment_114_708B47E7.xml" ContentType="application/vnd.ms-powerpoint.comment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modernComment_117_DF8495C9.xml" ContentType="application/vnd.ms-powerpoint.comments+xml"/>
  <Override PartName="/ppt/charts/chart3.xml" ContentType="application/vnd.openxmlformats-officedocument.drawingml.chart+xml"/>
  <Override PartName="/ppt/drawings/drawing1.xml" ContentType="application/vnd.openxmlformats-officedocument.drawingml.chartshapes+xml"/>
  <Override PartName="/ppt/comments/modernComment_131_8941B230.xml" ContentType="application/vnd.ms-powerpoint.comments+xml"/>
  <Override PartName="/ppt/comments/modernComment_132_8CDEC786.xml" ContentType="application/vnd.ms-powerpoint.comments+xml"/>
  <Override PartName="/ppt/comments/modernComment_142_4CBDCADE.xml" ContentType="application/vnd.ms-powerpoint.comments+xml"/>
  <Override PartName="/ppt/comments/modernComment_113_C4DD6A19.xml" ContentType="application/vnd.ms-powerpoint.comments+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comments/modernComment_105_20481A7.xml" ContentType="application/vnd.ms-powerpoint.comments+xml"/>
  <Override PartName="/ppt/comments/modernComment_13A_A89EEE20.xml" ContentType="application/vnd.ms-powerpoint.comments+xml"/>
  <Override PartName="/ppt/charts/chart7.xml" ContentType="application/vnd.openxmlformats-officedocument.drawingml.chart+xml"/>
  <Override PartName="/ppt/theme/themeOverride1.xml" ContentType="application/vnd.openxmlformats-officedocument.themeOverride+xml"/>
  <Override PartName="/ppt/charts/chart8.xml" ContentType="application/vnd.openxmlformats-officedocument.drawingml.chart+xml"/>
  <Override PartName="/ppt/theme/themeOverride2.xml" ContentType="application/vnd.openxmlformats-officedocument.themeOverride+xml"/>
  <Override PartName="/ppt/comments/modernComment_116_40E21757.xml" ContentType="application/vnd.ms-powerpoint.comments+xml"/>
  <Override PartName="/ppt/comments/modernComment_119_88620E59.xml" ContentType="application/vnd.ms-powerpoint.comments+xml"/>
  <Override PartName="/ppt/charts/chart9.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3.xml" ContentType="application/vnd.openxmlformats-officedocument.themeOverride+xml"/>
  <Override PartName="/ppt/comments/modernComment_12D_BB2E4FEC.xml" ContentType="application/vnd.ms-powerpoint.comments+xml"/>
  <Override PartName="/ppt/charts/chart10.xml" ContentType="application/vnd.openxmlformats-officedocument.drawingml.chart+xml"/>
  <Override PartName="/ppt/charts/style7.xml" ContentType="application/vnd.ms-office.chartstyle+xml"/>
  <Override PartName="/ppt/charts/colors7.xml" ContentType="application/vnd.ms-office.chartcolorstyle+xml"/>
  <Override PartName="/ppt/drawings/drawing2.xml" ContentType="application/vnd.openxmlformats-officedocument.drawingml.chartshapes+xml"/>
  <Override PartName="/ppt/charts/chart11.xml" ContentType="application/vnd.openxmlformats-officedocument.drawingml.chart+xml"/>
  <Override PartName="/ppt/charts/style8.xml" ContentType="application/vnd.ms-office.chartstyle+xml"/>
  <Override PartName="/ppt/charts/colors8.xml" ContentType="application/vnd.ms-office.chartcolorstyle+xml"/>
  <Override PartName="/ppt/drawings/drawing3.xml" ContentType="application/vnd.openxmlformats-officedocument.drawingml.chartshapes+xml"/>
  <Override PartName="/ppt/comments/modernComment_11A_E49B89A8.xml" ContentType="application/vnd.ms-powerpoint.comments+xml"/>
  <Override PartName="/ppt/charts/chart12.xml" ContentType="application/vnd.openxmlformats-officedocument.drawingml.chart+xml"/>
  <Override PartName="/ppt/charts/style9.xml" ContentType="application/vnd.ms-office.chartstyle+xml"/>
  <Override PartName="/ppt/charts/colors9.xml" ContentType="application/vnd.ms-office.chartcolorstyle+xml"/>
  <Override PartName="/ppt/charts/chart13.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4.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5.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6.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7.xml" ContentType="application/vnd.openxmlformats-officedocument.drawingml.chart+xml"/>
  <Override PartName="/ppt/charts/style14.xml" ContentType="application/vnd.ms-office.chartstyle+xml"/>
  <Override PartName="/ppt/charts/colors14.xml" ContentType="application/vnd.ms-office.chartcolorstyle+xml"/>
  <Override PartName="/ppt/comments/modernComment_147_F68D5354.xml" ContentType="application/vnd.ms-powerpoint.comments+xml"/>
  <Override PartName="/ppt/tags/tag147.xml" ContentType="application/vnd.openxmlformats-officedocument.presentationml.tags+xml"/>
  <Override PartName="/ppt/tags/tag148.xml" ContentType="application/vnd.openxmlformats-officedocument.presentationml.tags+xml"/>
  <Override PartName="/ppt/comments/modernComment_135_3C01C8E1.xml" ContentType="application/vnd.ms-powerpoint.comments+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style15.xml" ContentType="application/vnd.ms-office.chartstyle+xml"/>
  <Override PartName="/ppt/charts/colors15.xml" ContentType="application/vnd.ms-office.chartcolorstyle+xml"/>
  <Override PartName="/ppt/comments/modernComment_7FFFFFF8_F8590AC6.xml" ContentType="application/vnd.ms-powerpoint.comments+xml"/>
  <Override PartName="/ppt/comments/modernComment_7FFFFFF9_42C4D4AD.xml" ContentType="application/vnd.ms-powerpoint.comments+xml"/>
  <Override PartName="/ppt/tags/tag149.xml" ContentType="application/vnd.openxmlformats-officedocument.presentationml.tags+xml"/>
  <Override PartName="/ppt/comments/modernComment_7FE4E461_E628E077.xml" ContentType="application/vnd.ms-powerpoint.comments+xml"/>
  <Override PartName="/ppt/charts/chart21.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22.xml" ContentType="application/vnd.openxmlformats-officedocument.drawingml.chart+xml"/>
  <Override PartName="/ppt/charts/style17.xml" ContentType="application/vnd.ms-office.chartstyle+xml"/>
  <Override PartName="/ppt/charts/colors17.xml" ContentType="application/vnd.ms-office.chartcolorstyle+xml"/>
  <Override PartName="/ppt/comments/modernComment_148_153DEC2E.xml" ContentType="application/vnd.ms-powerpoint.comments+xml"/>
  <Override PartName="/ppt/comments/modernComment_13E_C840F815.xml" ContentType="application/vnd.ms-powerpoint.comments+xml"/>
  <Override PartName="/ppt/charts/chart23.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24.xml" ContentType="application/vnd.openxmlformats-officedocument.drawingml.chart+xml"/>
  <Override PartName="/ppt/drawings/drawing4.xml" ContentType="application/vnd.openxmlformats-officedocument.drawingml.chartshapes+xml"/>
  <Override PartName="/ppt/charts/chart25.xml" ContentType="application/vnd.openxmlformats-officedocument.drawingml.chart+xml"/>
  <Override PartName="/ppt/drawings/drawing5.xml" ContentType="application/vnd.openxmlformats-officedocument.drawingml.chartshapes+xml"/>
  <Override PartName="/ppt/comments/modernComment_150_5B937872.xml" ContentType="application/vnd.ms-powerpoint.comments+xml"/>
  <Override PartName="/ppt/comments/modernComment_126_956CBA44.xml" ContentType="application/vnd.ms-powerpoint.comments+xml"/>
  <Override PartName="/ppt/comments/modernComment_14D_230BBF88.xml" ContentType="application/vnd.ms-powerpoint.comments+xml"/>
  <Override PartName="/ppt/comments/modernComment_108_1984EEC9.xml" ContentType="application/vnd.ms-powerpoint.comments+xml"/>
  <Override PartName="/ppt/comments/modernComment_12F_F9232E91.xml" ContentType="application/vnd.ms-powerpoint.comments+xml"/>
  <Override PartName="/ppt/comments/modernComment_130_A855A407.xml" ContentType="application/vnd.ms-powerpoint.comments+xml"/>
  <Override PartName="/ppt/charts/chart26.xml" ContentType="application/vnd.openxmlformats-officedocument.drawingml.chart+xml"/>
  <Override PartName="/ppt/charts/style19.xml" ContentType="application/vnd.ms-office.chartstyle+xml"/>
  <Override PartName="/ppt/charts/colors19.xml" ContentType="application/vnd.ms-office.chartcolorstyle+xml"/>
  <Override PartName="/ppt/charts/chart27.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28.xml" ContentType="application/vnd.openxmlformats-officedocument.drawingml.chart+xml"/>
  <Override PartName="/ppt/charts/style21.xml" ContentType="application/vnd.ms-office.chartstyle+xml"/>
  <Override PartName="/ppt/charts/colors21.xml" ContentType="application/vnd.ms-office.chartcolorstyle+xml"/>
  <Override PartName="/ppt/charts/chart29.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30.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31.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32.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33.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34.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35.xml" ContentType="application/vnd.openxmlformats-officedocument.drawingml.chart+xml"/>
  <Override PartName="/ppt/charts/style28.xml" ContentType="application/vnd.ms-office.chartstyle+xml"/>
  <Override PartName="/ppt/charts/colors28.xml" ContentType="application/vnd.ms-office.chartcolorstyle+xml"/>
  <Override PartName="/ppt/charts/chart36.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7.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8.xml" ContentType="application/vnd.openxmlformats-officedocument.drawingml.chart+xml"/>
  <Override PartName="/ppt/charts/style31.xml" ContentType="application/vnd.ms-office.chartstyle+xml"/>
  <Override PartName="/ppt/charts/colors31.xml" ContentType="application/vnd.ms-office.chartcolorstyle+xml"/>
  <Override PartName="/ppt/charts/chart39.xml" ContentType="application/vnd.openxmlformats-officedocument.drawingml.chart+xml"/>
  <Override PartName="/ppt/charts/style32.xml" ContentType="application/vnd.ms-office.chartstyle+xml"/>
  <Override PartName="/ppt/charts/colors32.xml" ContentType="application/vnd.ms-office.chartcolorstyle+xml"/>
  <Override PartName="/ppt/charts/chart40.xml" ContentType="application/vnd.openxmlformats-officedocument.drawingml.chart+xml"/>
  <Override PartName="/ppt/charts/style33.xml" ContentType="application/vnd.ms-office.chartstyle+xml"/>
  <Override PartName="/ppt/charts/colors33.xml" ContentType="application/vnd.ms-office.chartcolorstyle+xml"/>
  <Override PartName="/ppt/charts/chart41.xml" ContentType="application/vnd.openxmlformats-officedocument.drawingml.chart+xml"/>
  <Override PartName="/ppt/charts/style34.xml" ContentType="application/vnd.ms-office.chartstyle+xml"/>
  <Override PartName="/ppt/charts/colors34.xml" ContentType="application/vnd.ms-office.chartcolorstyle+xml"/>
  <Override PartName="/ppt/charts/chart42.xml" ContentType="application/vnd.openxmlformats-officedocument.drawingml.chart+xml"/>
  <Override PartName="/ppt/charts/style35.xml" ContentType="application/vnd.ms-office.chartstyle+xml"/>
  <Override PartName="/ppt/charts/colors35.xml" ContentType="application/vnd.ms-office.chartcolorstyle+xml"/>
  <Override PartName="/ppt/comments/modernComment_134_DB217387.xml" ContentType="application/vnd.ms-powerpoint.comments+xml"/>
  <Override PartName="/ppt/charts/chart43.xml" ContentType="application/vnd.openxmlformats-officedocument.drawingml.chart+xml"/>
  <Override PartName="/ppt/charts/style36.xml" ContentType="application/vnd.ms-office.chartstyle+xml"/>
  <Override PartName="/ppt/charts/colors36.xml" ContentType="application/vnd.ms-office.chartcolorstyle+xml"/>
  <Override PartName="/ppt/theme/themeOverride4.xml" ContentType="application/vnd.openxmlformats-officedocument.themeOverride+xml"/>
  <Override PartName="/ppt/charts/chart44.xml" ContentType="application/vnd.openxmlformats-officedocument.drawingml.chart+xml"/>
  <Override PartName="/ppt/charts/style37.xml" ContentType="application/vnd.ms-office.chartstyle+xml"/>
  <Override PartName="/ppt/charts/colors37.xml" ContentType="application/vnd.ms-office.chartcolorstyle+xml"/>
  <Override PartName="/ppt/theme/themeOverride5.xml" ContentType="application/vnd.openxmlformats-officedocument.themeOverride+xml"/>
  <Override PartName="/ppt/charts/chart45.xml" ContentType="application/vnd.openxmlformats-officedocument.drawingml.chart+xml"/>
  <Override PartName="/ppt/charts/style38.xml" ContentType="application/vnd.ms-office.chartstyle+xml"/>
  <Override PartName="/ppt/charts/colors38.xml" ContentType="application/vnd.ms-office.chartcolorstyle+xml"/>
  <Override PartName="/ppt/theme/themeOverride6.xml" ContentType="application/vnd.openxmlformats-officedocument.themeOverride+xml"/>
  <Override PartName="/ppt/charts/chart46.xml" ContentType="application/vnd.openxmlformats-officedocument.drawingml.chart+xml"/>
  <Override PartName="/ppt/charts/style39.xml" ContentType="application/vnd.ms-office.chartstyle+xml"/>
  <Override PartName="/ppt/charts/colors39.xml" ContentType="application/vnd.ms-office.chartcolorstyle+xml"/>
  <Override PartName="/ppt/theme/themeOverride7.xml" ContentType="application/vnd.openxmlformats-officedocument.themeOverride+xml"/>
  <Override PartName="/ppt/comments/modernComment_112_660FC36E.xml" ContentType="application/vnd.ms-powerpoint.comments+xml"/>
  <Override PartName="/ppt/tags/tag150.xml" ContentType="application/vnd.openxmlformats-officedocument.presentationml.tags+xml"/>
  <Override PartName="/ppt/comments/modernComment_12C_41209B80.xml" ContentType="application/vnd.ms-powerpoint.comments+xml"/>
  <Override PartName="/ppt/charts/chart47.xml" ContentType="application/vnd.openxmlformats-officedocument.drawingml.chart+xml"/>
  <Override PartName="/ppt/charts/chart48.xml" ContentType="application/vnd.openxmlformats-officedocument.drawingml.chart+xml"/>
  <Override PartName="/ppt/charts/style40.xml" ContentType="application/vnd.ms-office.chartstyle+xml"/>
  <Override PartName="/ppt/charts/colors40.xml" ContentType="application/vnd.ms-office.chartcolorstyle+xml"/>
  <Override PartName="/ppt/comments/modernComment_145_705C1D1C.xml" ContentType="application/vnd.ms-powerpoint.comments+xml"/>
  <Override PartName="/ppt/charts/chart49.xml" ContentType="application/vnd.openxmlformats-officedocument.drawingml.chart+xml"/>
  <Override PartName="/ppt/charts/style41.xml" ContentType="application/vnd.ms-office.chartstyle+xml"/>
  <Override PartName="/ppt/charts/colors41.xml" ContentType="application/vnd.ms-office.chartcolorstyle+xml"/>
  <Override PartName="/ppt/charts/chart50.xml" ContentType="application/vnd.openxmlformats-officedocument.drawingml.chart+xml"/>
  <Override PartName="/ppt/charts/style42.xml" ContentType="application/vnd.ms-office.chartstyle+xml"/>
  <Override PartName="/ppt/charts/colors42.xml" ContentType="application/vnd.ms-office.chartcolorstyle+xml"/>
  <Override PartName="/ppt/charts/chart51.xml" ContentType="application/vnd.openxmlformats-officedocument.drawingml.chart+xml"/>
  <Override PartName="/ppt/charts/style43.xml" ContentType="application/vnd.ms-office.chartstyle+xml"/>
  <Override PartName="/ppt/charts/colors43.xml" ContentType="application/vnd.ms-office.chartcolorstyle+xml"/>
  <Override PartName="/ppt/comments/modernComment_141_B4CD95EF.xml" ContentType="application/vnd.ms-powerpoint.comments+xml"/>
  <Override PartName="/ppt/charts/chart52.xml" ContentType="application/vnd.openxmlformats-officedocument.drawingml.chart+xml"/>
  <Override PartName="/ppt/charts/style44.xml" ContentType="application/vnd.ms-office.chartstyle+xml"/>
  <Override PartName="/ppt/charts/colors44.xml" ContentType="application/vnd.ms-office.chartcolorstyle+xml"/>
  <Override PartName="/ppt/charts/chart53.xml" ContentType="application/vnd.openxmlformats-officedocument.drawingml.chart+xml"/>
  <Override PartName="/ppt/charts/style45.xml" ContentType="application/vnd.ms-office.chartstyle+xml"/>
  <Override PartName="/ppt/charts/colors45.xml" ContentType="application/vnd.ms-office.chartcolorstyle+xml"/>
  <Override PartName="/ppt/comments/modernComment_12A_17AD0784.xml" ContentType="application/vnd.ms-powerpoint.comments+xml"/>
  <Override PartName="/ppt/charts/chart54.xml" ContentType="application/vnd.openxmlformats-officedocument.drawingml.chart+xml"/>
  <Override PartName="/ppt/charts/style46.xml" ContentType="application/vnd.ms-office.chartstyle+xml"/>
  <Override PartName="/ppt/charts/colors46.xml" ContentType="application/vnd.ms-office.chartcolorstyle+xml"/>
  <Override PartName="/ppt/charts/chart55.xml" ContentType="application/vnd.openxmlformats-officedocument.drawingml.chart+xml"/>
  <Override PartName="/ppt/charts/style47.xml" ContentType="application/vnd.ms-office.chartstyle+xml"/>
  <Override PartName="/ppt/charts/colors47.xml" ContentType="application/vnd.ms-office.chartcolorstyle+xml"/>
  <Override PartName="/ppt/comments/modernComment_13F_12EAEA80.xml" ContentType="application/vnd.ms-powerpoint.comments+xml"/>
  <Override PartName="/ppt/comments/modernComment_14E_384AF686.xml" ContentType="application/vnd.ms-powerpoint.comments+xml"/>
  <Override PartName="/ppt/comments/modernComment_14F_CB5B30BF.xml" ContentType="application/vnd.ms-powerpoint.comment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comments/modernComment_10B_2E8A39C1.xml" ContentType="application/vnd.ms-powerpoint.comments+xml"/>
  <Override PartName="/ppt/charts/chart56.xml" ContentType="application/vnd.openxmlformats-officedocument.drawingml.chart+xml"/>
  <Override PartName="/ppt/charts/style48.xml" ContentType="application/vnd.ms-office.chartstyle+xml"/>
  <Override PartName="/ppt/charts/colors48.xml" ContentType="application/vnd.ms-office.chartcolorstyle+xml"/>
  <Override PartName="/ppt/charts/chart57.xml" ContentType="application/vnd.openxmlformats-officedocument.drawingml.chart+xml"/>
  <Override PartName="/ppt/charts/style49.xml" ContentType="application/vnd.ms-office.chartstyle+xml"/>
  <Override PartName="/ppt/charts/colors49.xml" ContentType="application/vnd.ms-office.chartcolorstyle+xml"/>
  <Override PartName="/ppt/comments/modernComment_10E_8041E969.xml" ContentType="application/vnd.ms-powerpoint.comments+xml"/>
  <Override PartName="/ppt/charts/chart58.xml" ContentType="application/vnd.openxmlformats-officedocument.drawingml.chart+xml"/>
  <Override PartName="/ppt/charts/style50.xml" ContentType="application/vnd.ms-office.chartstyle+xml"/>
  <Override PartName="/ppt/charts/colors50.xml" ContentType="application/vnd.ms-office.chartcolorstyle+xml"/>
  <Override PartName="/ppt/charts/chart59.xml" ContentType="application/vnd.openxmlformats-officedocument.drawingml.chart+xml"/>
  <Override PartName="/ppt/charts/style51.xml" ContentType="application/vnd.ms-office.chartstyle+xml"/>
  <Override PartName="/ppt/charts/colors51.xml" ContentType="application/vnd.ms-office.chartcolorstyle+xml"/>
  <Override PartName="/ppt/charts/chart60.xml" ContentType="application/vnd.openxmlformats-officedocument.drawingml.chart+xml"/>
  <Override PartName="/ppt/charts/style52.xml" ContentType="application/vnd.ms-office.chartstyle+xml"/>
  <Override PartName="/ppt/charts/colors52.xml" ContentType="application/vnd.ms-office.chartcolorstyle+xml"/>
  <Override PartName="/ppt/charts/chart61.xml" ContentType="application/vnd.openxmlformats-officedocument.drawingml.chart+xml"/>
  <Override PartName="/ppt/charts/style53.xml" ContentType="application/vnd.ms-office.chartstyle+xml"/>
  <Override PartName="/ppt/charts/colors53.xml" ContentType="application/vnd.ms-office.chartcolorstyle+xml"/>
  <Override PartName="/ppt/tags/tag223.xml" ContentType="application/vnd.openxmlformats-officedocument.presentationml.tags+xml"/>
  <Override PartName="/ppt/comments/modernComment_110_D1BB61E7.xml" ContentType="application/vnd.ms-powerpoint.comments+xml"/>
  <Override PartName="/ppt/comments/modernComment_10F_D6C8D79.xml" ContentType="application/vnd.ms-powerpoint.comments+xml"/>
  <Override PartName="/ppt/comments/modernComment_7FFFFFF4_25591DFE.xml" ContentType="application/vnd.ms-powerpoint.comments+xml"/>
  <Override PartName="/ppt/comments/modernComment_13C_EE8BEDE3.xml" ContentType="application/vnd.ms-powerpoint.comments+xml"/>
  <Override PartName="/ppt/comments/modernComment_7FFFFFF6_D8F2DEA8.xml" ContentType="application/vnd.ms-powerpoint.comments+xml"/>
  <Override PartName="/ppt/comments/modernComment_7FFFFFFC_3407673A.xml" ContentType="application/vnd.ms-powerpoint.comments+xml"/>
  <Override PartName="/ppt/comments/modernComment_139_8533BB90.xml" ContentType="application/vnd.ms-powerpoint.comments+xml"/>
  <Override PartName="/ppt/charts/chart62.xml" ContentType="application/vnd.openxmlformats-officedocument.drawingml.chart+xml"/>
  <Override PartName="/ppt/charts/style54.xml" ContentType="application/vnd.ms-office.chartstyle+xml"/>
  <Override PartName="/ppt/charts/colors54.xml" ContentType="application/vnd.ms-office.chartcolorstyle+xml"/>
  <Override PartName="/ppt/charts/chart63.xml" ContentType="application/vnd.openxmlformats-officedocument.drawingml.chart+xml"/>
  <Override PartName="/ppt/charts/style55.xml" ContentType="application/vnd.ms-office.chartstyle+xml"/>
  <Override PartName="/ppt/charts/colors55.xml" ContentType="application/vnd.ms-office.chartcolorstyle+xml"/>
  <Override PartName="/ppt/comments/modernComment_124_A8D3E4EB.xml" ContentType="application/vnd.ms-powerpoint.comments+xml"/>
  <Override PartName="/ppt/comments/modernComment_12B_D6AE97F0.xml" ContentType="application/vnd.ms-powerpoint.comments+xml"/>
  <Override PartName="/ppt/comments/modernComment_7FFFFFFB_86061A1D.xml" ContentType="application/vnd.ms-powerpoint.comments+xml"/>
  <Override PartName="/ppt/comments/modernComment_133_F51580D6.xml" ContentType="application/vnd.ms-powerpoint.comments+xml"/>
  <Override PartName="/ppt/comments/modernComment_143_82684E46.xml" ContentType="application/vnd.ms-powerpoint.comments+xml"/>
  <Override PartName="/ppt/charts/chart64.xml" ContentType="application/vnd.openxmlformats-officedocument.drawingml.chart+xml"/>
  <Override PartName="/ppt/charts/style56.xml" ContentType="application/vnd.ms-office.chartstyle+xml"/>
  <Override PartName="/ppt/charts/colors56.xml" ContentType="application/vnd.ms-office.chartcolorstyle+xml"/>
  <Override PartName="/ppt/charts/chart65.xml" ContentType="application/vnd.openxmlformats-officedocument.drawingml.chart+xml"/>
  <Override PartName="/ppt/charts/style57.xml" ContentType="application/vnd.ms-office.chartstyle+xml"/>
  <Override PartName="/ppt/charts/colors57.xml" ContentType="application/vnd.ms-office.chartcolorstyle+xml"/>
  <Override PartName="/ppt/charts/chart66.xml" ContentType="application/vnd.openxmlformats-officedocument.drawingml.chart+xml"/>
  <Override PartName="/ppt/charts/chart67.xml" ContentType="application/vnd.openxmlformats-officedocument.drawingml.chart+xml"/>
  <Override PartName="/ppt/drawings/drawing6.xml" ContentType="application/vnd.openxmlformats-officedocument.drawingml.chartshapes+xml"/>
  <Override PartName="/ppt/charts/chart68.xml" ContentType="application/vnd.openxmlformats-officedocument.drawingml.chart+xml"/>
  <Override PartName="/ppt/charts/style58.xml" ContentType="application/vnd.ms-office.chartstyle+xml"/>
  <Override PartName="/ppt/charts/colors58.xml" ContentType="application/vnd.ms-office.chartcolorstyle+xml"/>
  <Override PartName="/ppt/charts/chart69.xml" ContentType="application/vnd.openxmlformats-officedocument.drawingml.chart+xml"/>
  <Override PartName="/ppt/comments/modernComment_137_9C4EA572.xml" ContentType="application/vnd.ms-powerpoint.comments+xml"/>
  <Override PartName="/ppt/comments/modernComment_129_6A5749A3.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1" r:id="rId4"/>
    <p:sldMasterId id="2147483922" r:id="rId5"/>
    <p:sldMasterId id="2147483943" r:id="rId6"/>
    <p:sldMasterId id="2147483951" r:id="rId7"/>
    <p:sldMasterId id="2147484002" r:id="rId10"/>
  </p:sldMasterIdLst>
  <p:notesMasterIdLst>
    <p:notesMasterId r:id="rId116"/>
  </p:notesMasterIdLst>
  <p:handoutMasterIdLst>
    <p:handoutMasterId r:id="rId117"/>
  </p:handoutMasterIdLst>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8769A80-4CDE-4962-9331-E3D175D940A5}">
          <p14:sldIdLst>
            <p14:sldId id="259"/>
            <p14:sldId id="2147483530"/>
            <p14:sldId id="2147483594"/>
            <p14:sldId id="258"/>
            <p14:sldId id="262"/>
            <p14:sldId id="265"/>
            <p14:sldId id="266"/>
            <p14:sldId id="273"/>
            <p14:sldId id="324"/>
            <p14:sldId id="2147475329"/>
            <p14:sldId id="256"/>
            <p14:sldId id="257"/>
            <p14:sldId id="260"/>
            <p14:sldId id="263"/>
            <p14:sldId id="310"/>
            <p14:sldId id="2147483628"/>
            <p14:sldId id="268"/>
            <p14:sldId id="2147483647"/>
            <p14:sldId id="302"/>
            <p14:sldId id="284"/>
            <p14:sldId id="276"/>
            <p14:sldId id="279"/>
            <p14:sldId id="305"/>
            <p14:sldId id="306"/>
            <p14:sldId id="322"/>
            <p14:sldId id="275"/>
            <p14:sldId id="261"/>
            <p14:sldId id="314"/>
            <p14:sldId id="315"/>
            <p14:sldId id="277"/>
            <p14:sldId id="278"/>
            <p14:sldId id="281"/>
            <p14:sldId id="301"/>
            <p14:sldId id="2147483528"/>
            <p14:sldId id="282"/>
            <p14:sldId id="283"/>
            <p14:sldId id="327"/>
            <p14:sldId id="309"/>
            <p14:sldId id="2147483640"/>
            <p14:sldId id="2147483641"/>
            <p14:sldId id="2145707105"/>
            <p14:sldId id="328"/>
            <p14:sldId id="318"/>
            <p14:sldId id="326"/>
            <p14:sldId id="336"/>
            <p14:sldId id="317"/>
            <p14:sldId id="294"/>
            <p14:sldId id="2147483540"/>
            <p14:sldId id="333"/>
            <p14:sldId id="264"/>
            <p14:sldId id="303"/>
            <p14:sldId id="304"/>
            <p14:sldId id="308"/>
            <p14:sldId id="274"/>
            <p14:sldId id="2147483541"/>
            <p14:sldId id="2147483534"/>
            <p14:sldId id="2147483537"/>
            <p14:sldId id="300"/>
            <p14:sldId id="325"/>
            <p14:sldId id="321"/>
            <p14:sldId id="298"/>
            <p14:sldId id="319"/>
            <p14:sldId id="334"/>
            <p14:sldId id="335"/>
          </p14:sldIdLst>
        </p14:section>
        <p14:section name="Appendix" id="{1BE03E03-2106-47FD-B518-E4F0362A3864}">
          <p14:sldIdLst>
            <p14:sldId id="320"/>
          </p14:sldIdLst>
        </p14:section>
        <p14:section name="Patient Funnel Details" id="{1FED92CA-296D-458F-8150-C7229D465903}">
          <p14:sldIdLst>
            <p14:sldId id="2147483517"/>
            <p14:sldId id="2147483521"/>
            <p14:sldId id="2147483520"/>
            <p14:sldId id="2147483522"/>
          </p14:sldIdLst>
        </p14:section>
        <p14:section name="Patient Journey Details" id="{9D44FE81-74FA-4152-92B5-57FDF94A7DBF}">
          <p14:sldIdLst>
            <p14:sldId id="267"/>
            <p14:sldId id="269"/>
            <p14:sldId id="270"/>
            <p14:sldId id="272"/>
            <p14:sldId id="271"/>
          </p14:sldIdLst>
        </p14:section>
        <p14:section name="Product Profiles" id="{E5E884E1-1A0A-46B8-A086-A0EE93648356}">
          <p14:sldIdLst>
            <p14:sldId id="280"/>
            <p14:sldId id="285"/>
            <p14:sldId id="288"/>
            <p14:sldId id="289"/>
            <p14:sldId id="286"/>
            <p14:sldId id="290"/>
            <p14:sldId id="295"/>
            <p14:sldId id="293"/>
            <p14:sldId id="287"/>
          </p14:sldIdLst>
        </p14:section>
        <p14:section name="Index and Source Lists" id="{F4450F13-AFD9-4BC6-96F7-BD45313E6F1F}">
          <p14:sldIdLst>
            <p14:sldId id="2147483636"/>
            <p14:sldId id="2147483637"/>
            <p14:sldId id="316"/>
            <p14:sldId id="2147483638"/>
            <p14:sldId id="340"/>
            <p14:sldId id="2147483644"/>
            <p14:sldId id="296"/>
            <p14:sldId id="313"/>
            <p14:sldId id="292"/>
            <p14:sldId id="299"/>
            <p14:sldId id="2147483643"/>
            <p14:sldId id="2147483635"/>
            <p14:sldId id="307"/>
            <p14:sldId id="2147483529"/>
            <p14:sldId id="323"/>
            <p14:sldId id="291"/>
            <p14:sldId id="311"/>
            <p14:sldId id="312"/>
            <p14:sldId id="330"/>
            <p14:sldId id="331"/>
            <p14:sldId id="332"/>
            <p14:sldId id="297"/>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12E417-DA38-947F-5925-83B4B8966298}" name="Edelblut, Josiah" initials="EJ" userId="S::josiah.edelblut_takeda.com#ext#@zsassociates.onmicrosoft.com::72e359a9-9905-42f4-b142-db841eea523e" providerId="AD"/>
  <p188:author id="{CC2D3B3E-AEC6-BB69-7999-6F1F0A48F24E}" name="Clara Gabbay" initials="CG" userId="Clara Gabbay" providerId="None"/>
  <p188:author id="{3E595246-6514-BA21-4232-77C379CF2649}" name="Keneally, Amy" initials="AK" userId="S::amy.keneally@takeda.com::b276f62e-19df-4cf9-ae1b-a0b28e74332f" providerId="AD"/>
  <p188:author id="{2B499258-7FE5-7FA3-06D9-8E3A45327C38}" name="Mayuri Mathuria" initials="MM" userId="S::mayuri.mathuria@zs.com::e8f878d5-de48-461a-9988-55dfd173ffed" providerId="AD"/>
  <p188:author id="{CE73C958-E49F-46DF-97DC-2784C43BA935}" name="Pooja Panage" initials="PP" userId="Pooja Panage" providerId="None"/>
  <p188:author id="{78EE5D5C-8BE8-50F0-8C85-6A6975DE6798}" name="ZS" initials="ZS" userId="ZS" providerId="None"/>
  <p188:author id="{D92C315F-A625-282F-41F4-A2F2E2E116C4}" name="Clara Gabbay (ZS)" initials="CG" userId="Clara Gabbay (ZS)" providerId="None"/>
  <p188:author id="{72398361-FB57-2040-6D70-472E3C80E6A6}" name="Kate Sadler" initials="KS" userId="S::kate.sadler@zs.com::2c9421a5-61d1-4c9a-90ba-e81a81b2d8c2" providerId="AD"/>
  <p188:author id="{EB41C16C-0BA5-76FC-2135-5123BE2188EA}" name="Mason, Sammy" initials="MS" userId="S::sammy.mason_takeda.com#ext#@zsassociates.onmicrosoft.com::dfc49b88-3f8a-49a8-bbee-fc97b4fc613f" providerId="AD"/>
  <p188:author id="{35ECBD71-9D75-4075-CEC7-9819E90E648D}" name="Akshay Sridharan" initials="AS" userId="S::akshay.sridharan@zs.com::99e024e8-8f73-4100-a37d-ba61fa41a58e" providerId="AD"/>
  <p188:author id="{1839B78D-64A8-7D9F-EC65-6FABB6761595}" name="Ritam Choudhury" initials="RC" userId="S::ritam.choudhury@zs.com::3bbc86e7-d2cd-4fa1-8451-3d7ad17013fa" providerId="AD"/>
  <p188:author id="{57F6EEA8-49B1-6138-131B-E9BCD1C6E68B}" name="ZS User" initials="PP" userId="ZS User" providerId="None"/>
  <p188:author id="{52DDF1B2-2921-2C98-3DAE-B487D13DA9A1}" name="Alyssa Uzumcu" initials="AU" userId="Alyssa Uzumcu" providerId="None"/>
  <p188:author id="{D567BAB8-ACEE-0E11-B215-197AE54AA61F}" name="Geetika Sharma" initials="GS" userId="S::geetika.sharma@zs.com::d0882a9c-353e-48a3-9731-667022e684b3" providerId="AD"/>
  <p188:author id="{F2D662C1-2F25-1876-C70E-EE0D8CF5BCE2}" name="Mason, Sammy" initials="SM" userId="S::sammy.mason@takeda.com::942085fc-9463-4872-9c0d-2bb6965febbe" providerId="AD"/>
  <p188:author id="{A98146D7-A7F9-8BDB-B33E-5CA34F977F2C}" name="Vaibhav Kumar" initials="VK" userId="S::vaibhav.kumar@zs.com::da80a08c-3a63-487e-9afe-1830fbf993f6" providerId="AD"/>
  <p188:author id="{E27095E0-39AF-5AFD-A307-E5048CDAA14B}" name="Angad Bagga" initials="AB" userId="S::angad.bagga@zs.com::055c8349-043b-4b6f-a482-489cac0cd24f" providerId="AD"/>
  <p188:author id="{12EC2DE7-A648-BC34-7971-FD31A77753FA}" name="Akshay Sridharan" initials="AS" userId="Akshay Sridharan" providerId="None"/>
  <p188:author id="{202A93E7-9998-1349-5DB3-3140F1F51FD3}" name="Krishna Bandaru" initials="KB" userId="S::krishna.bandaru@zs.com::b909dd03-51de-4a42-9bfd-6bd83ccb0081" providerId="AD"/>
  <p188:author id="{C47F0FF0-9934-AD04-BD69-A0D89BEC312D}" name="Clara Gabbay" initials="" userId="S::clara.gabbay@zs.com::fb1cfdd2-c4a0-4c3f-b9b5-bc60e8582f6e" providerId="AD"/>
  <p188:author id="{4C9542F4-F78E-4CAA-0DE3-4D35275BA0A6}" name="Pooja Panage" initials="PP" userId="S::pooja.panage@zs.com::5f05ca67-ec6c-4029-a871-b2ff195f3cf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9F1897"/>
    <a:srgbClr val="AC181C"/>
    <a:srgbClr val="EC8585"/>
    <a:srgbClr val="807CB0"/>
    <a:srgbClr val="00B050"/>
    <a:srgbClr val="7030A0"/>
    <a:srgbClr val="E3D1F1"/>
    <a:srgbClr val="A1A4AC"/>
    <a:srgbClr val="ED7C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2C02A1-4FD4-4B6A-8E4C-3826AAB16C07}" v="1" dt="2026-06-09T16:10:49.662"/>
    <p1510:client id="{552DA6E5-F01B-4113-BD14-50DE9EF03C52}" v="708" dt="2026-06-09T16:28:38.843"/>
    <p1510:client id="{63012F2A-6DDD-4090-AF26-1534446551B3}" v="1" dt="2026-06-09T16:09:49.672"/>
    <p1510:client id="{A1D4E3B7-94DE-4E42-8FFC-5A39B0058433}" v="1" dt="2026-06-09T15:26:19.7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72" y="35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117" Type="http://schemas.openxmlformats.org/officeDocument/2006/relationships/handoutMaster" Target="handoutMasters/handoutMaster1.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slide" Target="slides/slide74.xml"/><Relationship Id="rId89" Type="http://schemas.openxmlformats.org/officeDocument/2006/relationships/slide" Target="slides/slide79.xml"/><Relationship Id="rId112" Type="http://schemas.openxmlformats.org/officeDocument/2006/relationships/slide" Target="slides/slide102.xml"/><Relationship Id="rId16" Type="http://schemas.openxmlformats.org/officeDocument/2006/relationships/slide" Target="slides/slide6.xml"/><Relationship Id="rId107" Type="http://schemas.openxmlformats.org/officeDocument/2006/relationships/slide" Target="slides/slide97.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slide" Target="slides/slide69.xml"/><Relationship Id="rId102" Type="http://schemas.openxmlformats.org/officeDocument/2006/relationships/slide" Target="slides/slide92.xml"/><Relationship Id="rId123" Type="http://schemas.microsoft.com/office/2018/10/relationships/authors" Target="authors.xml"/><Relationship Id="rId5" Type="http://schemas.openxmlformats.org/officeDocument/2006/relationships/slideMaster" Target="slideMasters/slideMaster2.xml"/><Relationship Id="rId61" Type="http://schemas.openxmlformats.org/officeDocument/2006/relationships/slide" Target="slides/slide51.xml"/><Relationship Id="rId82" Type="http://schemas.openxmlformats.org/officeDocument/2006/relationships/slide" Target="slides/slide72.xml"/><Relationship Id="rId90" Type="http://schemas.openxmlformats.org/officeDocument/2006/relationships/slide" Target="slides/slide80.xml"/><Relationship Id="rId95" Type="http://schemas.openxmlformats.org/officeDocument/2006/relationships/slide" Target="slides/slide85.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openxmlformats.org/officeDocument/2006/relationships/slide" Target="slides/slide67.xml"/><Relationship Id="rId100" Type="http://schemas.openxmlformats.org/officeDocument/2006/relationships/slide" Target="slides/slide90.xml"/><Relationship Id="rId105" Type="http://schemas.openxmlformats.org/officeDocument/2006/relationships/slide" Target="slides/slide95.xml"/><Relationship Id="rId113" Type="http://schemas.openxmlformats.org/officeDocument/2006/relationships/slide" Target="slides/slide103.xml"/><Relationship Id="rId118" Type="http://schemas.openxmlformats.org/officeDocument/2006/relationships/presProps" Target="presProps.xml"/><Relationship Id="rId51" Type="http://schemas.openxmlformats.org/officeDocument/2006/relationships/slide" Target="slides/slide41.xml"/><Relationship Id="rId72" Type="http://schemas.openxmlformats.org/officeDocument/2006/relationships/slide" Target="slides/slide62.xml"/><Relationship Id="rId80" Type="http://schemas.openxmlformats.org/officeDocument/2006/relationships/slide" Target="slides/slide70.xml"/><Relationship Id="rId85" Type="http://schemas.openxmlformats.org/officeDocument/2006/relationships/slide" Target="slides/slide75.xml"/><Relationship Id="rId93" Type="http://schemas.openxmlformats.org/officeDocument/2006/relationships/slide" Target="slides/slide83.xml"/><Relationship Id="rId98" Type="http://schemas.openxmlformats.org/officeDocument/2006/relationships/slide" Target="slides/slide88.xml"/><Relationship Id="rId12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103" Type="http://schemas.openxmlformats.org/officeDocument/2006/relationships/slide" Target="slides/slide93.xml"/><Relationship Id="rId108" Type="http://schemas.openxmlformats.org/officeDocument/2006/relationships/slide" Target="slides/slide98.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slide" Target="slides/slide73.xml"/><Relationship Id="rId88" Type="http://schemas.openxmlformats.org/officeDocument/2006/relationships/slide" Target="slides/slide78.xml"/><Relationship Id="rId91" Type="http://schemas.openxmlformats.org/officeDocument/2006/relationships/slide" Target="slides/slide81.xml"/><Relationship Id="rId96" Type="http://schemas.openxmlformats.org/officeDocument/2006/relationships/slide" Target="slides/slide86.xml"/><Relationship Id="rId111" Type="http://schemas.openxmlformats.org/officeDocument/2006/relationships/slide" Target="slides/slide10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6" Type="http://schemas.openxmlformats.org/officeDocument/2006/relationships/slide" Target="slides/slide96.xml"/><Relationship Id="rId114" Type="http://schemas.openxmlformats.org/officeDocument/2006/relationships/slide" Target="slides/slide104.xml"/><Relationship Id="rId119" Type="http://schemas.openxmlformats.org/officeDocument/2006/relationships/viewProps" Target="viewProps.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slide" Target="slides/slide71.xml"/><Relationship Id="rId86" Type="http://schemas.openxmlformats.org/officeDocument/2006/relationships/slide" Target="slides/slide76.xml"/><Relationship Id="rId94" Type="http://schemas.openxmlformats.org/officeDocument/2006/relationships/slide" Target="slides/slide84.xml"/><Relationship Id="rId99" Type="http://schemas.openxmlformats.org/officeDocument/2006/relationships/slide" Target="slides/slide89.xml"/><Relationship Id="rId101" Type="http://schemas.openxmlformats.org/officeDocument/2006/relationships/slide" Target="slides/slide91.xml"/><Relationship Id="rId122" Type="http://schemas.microsoft.com/office/2015/10/relationships/revisionInfo" Target="revisionInfo.xml"/><Relationship Id="rId4" Type="http://schemas.openxmlformats.org/officeDocument/2006/relationships/slideMaster" Target="slideMasters/slideMaster1.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109" Type="http://schemas.openxmlformats.org/officeDocument/2006/relationships/slide" Target="slides/slide9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97" Type="http://schemas.openxmlformats.org/officeDocument/2006/relationships/slide" Target="slides/slide87.xml"/><Relationship Id="rId104" Type="http://schemas.openxmlformats.org/officeDocument/2006/relationships/slide" Target="slides/slide94.xml"/><Relationship Id="rId120" Type="http://schemas.openxmlformats.org/officeDocument/2006/relationships/theme" Target="theme/theme1.xml"/><Relationship Id="rId7" Type="http://schemas.openxmlformats.org/officeDocument/2006/relationships/slideMaster" Target="slideMasters/slideMaster4.xml"/><Relationship Id="rId71" Type="http://schemas.openxmlformats.org/officeDocument/2006/relationships/slide" Target="slides/slide61.xml"/><Relationship Id="rId92" Type="http://schemas.openxmlformats.org/officeDocument/2006/relationships/slide" Target="slides/slide82.xml"/><Relationship Id="rId2" Type="http://schemas.openxmlformats.org/officeDocument/2006/relationships/customXml" Target="../customXml/item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 Id="rId87" Type="http://schemas.openxmlformats.org/officeDocument/2006/relationships/slide" Target="slides/slide77.xml"/><Relationship Id="rId110" Type="http://schemas.openxmlformats.org/officeDocument/2006/relationships/slide" Target="slides/slide100.xml"/><Relationship Id="rId115" Type="http://schemas.openxmlformats.org/officeDocument/2006/relationships/slide" Target="slides/slide105.xml"/></Relationships>
</file>

<file path=ppt/charts/_rels/chart1.xml.rels><?xml version="1.0" encoding="UTF-8" standalone="yes"?>
<Relationships xmlns="http://schemas.openxmlformats.org/package/2006/relationships"><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image" Target="../media/image71.png"/><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2" Type="http://schemas.microsoft.com/office/2011/relationships/chartColorStyle" Target="colors5.xml"/><Relationship Id="rId1" Type="http://schemas.microsoft.com/office/2011/relationships/chartStyle" Target="style5.xml"/></Relationships>
</file>

<file path=ppt/charts/_rels/chart7.xml.rels><?xml version="1.0" encoding="UTF-8" standalone="yes"?>
<Relationships xmlns="http://schemas.openxmlformats.org/package/2006/relationships"><Relationship Id="rId1" Type="http://schemas.openxmlformats.org/officeDocument/2006/relationships/themeOverride" Target="../theme/themeOverride1.xml"/></Relationships>
</file>

<file path=ppt/charts/_rels/chart8.xml.rels><?xml version="1.0" encoding="UTF-8" standalone="yes"?>
<Relationships xmlns="http://schemas.openxmlformats.org/package/2006/relationships"><Relationship Id="rId1" Type="http://schemas.openxmlformats.org/officeDocument/2006/relationships/themeOverride" Target="../theme/themeOverride2.xml"/></Relationships>
</file>

<file path=ppt/charts/_rels/chart9.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6.xml"/><Relationship Id="rId1" Type="http://schemas.microsoft.com/office/2011/relationships/chartStyle" Target="style6.xml"/></Relationships>
</file>

<file path=ppt/charts/_rels/chart10.xml.rels><?xml version="1.0" encoding="UTF-8" standalone="yes"?>
<Relationships xmlns="http://schemas.openxmlformats.org/package/2006/relationships"><Relationship Id="rId3" Type="http://schemas.openxmlformats.org/officeDocument/2006/relationships/chartUserShapes" Target="../drawings/drawing2.xml"/><Relationship Id="rId2" Type="http://schemas.microsoft.com/office/2011/relationships/chartColorStyle" Target="colors7.xml"/><Relationship Id="rId1" Type="http://schemas.microsoft.com/office/2011/relationships/chartStyle" Target="style7.xml"/></Relationships>
</file>

<file path=ppt/charts/_rels/chart11.xml.rels><?xml version="1.0" encoding="UTF-8" standalone="yes"?>
<Relationships xmlns="http://schemas.openxmlformats.org/package/2006/relationships"><Relationship Id="rId3" Type="http://schemas.openxmlformats.org/officeDocument/2006/relationships/chartUserShapes" Target="../drawings/drawing3.xml"/><Relationship Id="rId2" Type="http://schemas.microsoft.com/office/2011/relationships/chartColorStyle" Target="colors8.xml"/><Relationship Id="rId1" Type="http://schemas.microsoft.com/office/2011/relationships/chartStyle" Target="style8.xml"/></Relationships>
</file>

<file path=ppt/charts/_rels/chart12.xml.rels><?xml version="1.0" encoding="UTF-8" standalone="yes"?>
<Relationships xmlns="http://schemas.openxmlformats.org/package/2006/relationships"><Relationship Id="rId2" Type="http://schemas.microsoft.com/office/2011/relationships/chartColorStyle" Target="colors9.xml"/><Relationship Id="rId1" Type="http://schemas.microsoft.com/office/2011/relationships/chartStyle" Target="style9.xml"/></Relationships>
</file>

<file path=ppt/charts/_rels/chart13.xml.rels><?xml version="1.0" encoding="UTF-8" standalone="yes"?>
<Relationships xmlns="http://schemas.openxmlformats.org/package/2006/relationships"><Relationship Id="rId2" Type="http://schemas.microsoft.com/office/2011/relationships/chartColorStyle" Target="colors10.xml"/><Relationship Id="rId1" Type="http://schemas.microsoft.com/office/2011/relationships/chartStyle" Target="style10.xml"/></Relationships>
</file>

<file path=ppt/charts/_rels/chart14.xml.rels><?xml version="1.0" encoding="UTF-8" standalone="yes"?>
<Relationships xmlns="http://schemas.openxmlformats.org/package/2006/relationships"><Relationship Id="rId2" Type="http://schemas.microsoft.com/office/2011/relationships/chartColorStyle" Target="colors11.xml"/><Relationship Id="rId1" Type="http://schemas.microsoft.com/office/2011/relationships/chartStyle" Target="style11.xml"/></Relationships>
</file>

<file path=ppt/charts/_rels/chart15.xml.rels><?xml version="1.0" encoding="UTF-8" standalone="yes"?>
<Relationships xmlns="http://schemas.openxmlformats.org/package/2006/relationships"><Relationship Id="rId2" Type="http://schemas.microsoft.com/office/2011/relationships/chartColorStyle" Target="colors12.xml"/><Relationship Id="rId1" Type="http://schemas.microsoft.com/office/2011/relationships/chartStyle" Target="style12.xml"/></Relationships>
</file>

<file path=ppt/charts/_rels/chart16.xml.rels><?xml version="1.0" encoding="UTF-8" standalone="yes"?>
<Relationships xmlns="http://schemas.openxmlformats.org/package/2006/relationships"><Relationship Id="rId2" Type="http://schemas.microsoft.com/office/2011/relationships/chartColorStyle" Target="colors13.xml"/><Relationship Id="rId1" Type="http://schemas.microsoft.com/office/2011/relationships/chartStyle" Target="style13.xml"/></Relationships>
</file>

<file path=ppt/charts/_rels/chart17.xml.rels><?xml version="1.0" encoding="UTF-8" standalone="yes"?>
<Relationships xmlns="http://schemas.openxmlformats.org/package/2006/relationships"><Relationship Id="rId2" Type="http://schemas.microsoft.com/office/2011/relationships/chartColorStyle" Target="colors14.xml"/><Relationship Id="rId1" Type="http://schemas.microsoft.com/office/2011/relationships/chartStyle" Target="style14.xml"/></Relationships>
</file>

<file path=ppt/charts/_rels/chart18.xml.rels><?xml version="1.0" encoding="UTF-8" standalone="yes"?>
<Relationships xmlns="http://schemas.openxmlformats.org/package/2006/relationships"></Relationships>
</file>

<file path=ppt/charts/_rels/chart19.xml.rels><?xml version="1.0" encoding="UTF-8" standalone="yes"?>
<Relationships xmlns="http://schemas.openxmlformats.org/package/2006/relationships"></Relationships>
</file>

<file path=ppt/charts/_rels/chart20.xml.rels><?xml version="1.0" encoding="UTF-8" standalone="yes"?>
<Relationships xmlns="http://schemas.openxmlformats.org/package/2006/relationships"><Relationship Id="rId2" Type="http://schemas.microsoft.com/office/2011/relationships/chartColorStyle" Target="colors15.xml"/><Relationship Id="rId1" Type="http://schemas.microsoft.com/office/2011/relationships/chartStyle" Target="style15.xml"/></Relationships>
</file>

<file path=ppt/charts/_rels/chart21.xml.rels><?xml version="1.0" encoding="UTF-8" standalone="yes"?>
<Relationships xmlns="http://schemas.openxmlformats.org/package/2006/relationships"><Relationship Id="rId2" Type="http://schemas.microsoft.com/office/2011/relationships/chartColorStyle" Target="colors16.xml"/><Relationship Id="rId1" Type="http://schemas.microsoft.com/office/2011/relationships/chartStyle" Target="style16.xml"/></Relationships>
</file>

<file path=ppt/charts/_rels/chart22.xml.rels><?xml version="1.0" encoding="UTF-8" standalone="yes"?>
<Relationships xmlns="http://schemas.openxmlformats.org/package/2006/relationships"><Relationship Id="rId2" Type="http://schemas.microsoft.com/office/2011/relationships/chartColorStyle" Target="colors17.xml"/><Relationship Id="rId1" Type="http://schemas.microsoft.com/office/2011/relationships/chartStyle" Target="style17.xml"/></Relationships>
</file>

<file path=ppt/charts/_rels/chart23.xml.rels><?xml version="1.0" encoding="UTF-8" standalone="yes"?>
<Relationships xmlns="http://schemas.openxmlformats.org/package/2006/relationships"><Relationship Id="rId2" Type="http://schemas.microsoft.com/office/2011/relationships/chartColorStyle" Target="colors18.xml"/><Relationship Id="rId1" Type="http://schemas.microsoft.com/office/2011/relationships/chartStyle" Target="style18.xml"/></Relationships>
</file>

<file path=ppt/charts/_rels/chart24.xml.rels><?xml version="1.0" encoding="UTF-8" standalone="yes"?>
<Relationships xmlns="http://schemas.openxmlformats.org/package/2006/relationships"><Relationship Id="rId2" Type="http://schemas.openxmlformats.org/officeDocument/2006/relationships/chartUserShapes" Target="../drawings/drawing4.xml"/></Relationships>
</file>

<file path=ppt/charts/_rels/chart25.xml.rels><?xml version="1.0" encoding="UTF-8" standalone="yes"?>
<Relationships xmlns="http://schemas.openxmlformats.org/package/2006/relationships"><Relationship Id="rId2" Type="http://schemas.openxmlformats.org/officeDocument/2006/relationships/chartUserShapes" Target="../drawings/drawing5.xml"/></Relationships>
</file>

<file path=ppt/charts/_rels/chart26.xml.rels><?xml version="1.0" encoding="UTF-8" standalone="yes"?>
<Relationships xmlns="http://schemas.openxmlformats.org/package/2006/relationships"><Relationship Id="rId2" Type="http://schemas.microsoft.com/office/2011/relationships/chartColorStyle" Target="colors19.xml"/><Relationship Id="rId1" Type="http://schemas.microsoft.com/office/2011/relationships/chartStyle" Target="style19.xml"/></Relationships>
</file>

<file path=ppt/charts/_rels/chart27.xml.rels><?xml version="1.0" encoding="UTF-8" standalone="yes"?>
<Relationships xmlns="http://schemas.openxmlformats.org/package/2006/relationships"><Relationship Id="rId2" Type="http://schemas.microsoft.com/office/2011/relationships/chartColorStyle" Target="colors20.xml"/><Relationship Id="rId1" Type="http://schemas.microsoft.com/office/2011/relationships/chartStyle" Target="style20.xml"/></Relationships>
</file>

<file path=ppt/charts/_rels/chart28.xml.rels><?xml version="1.0" encoding="UTF-8" standalone="yes"?>
<Relationships xmlns="http://schemas.openxmlformats.org/package/2006/relationships"><Relationship Id="rId2" Type="http://schemas.microsoft.com/office/2011/relationships/chartColorStyle" Target="colors21.xml"/><Relationship Id="rId1" Type="http://schemas.microsoft.com/office/2011/relationships/chartStyle" Target="style21.xml"/></Relationships>
</file>

<file path=ppt/charts/_rels/chart29.xml.rels><?xml version="1.0" encoding="UTF-8" standalone="yes"?>
<Relationships xmlns="http://schemas.openxmlformats.org/package/2006/relationships"><Relationship Id="rId2" Type="http://schemas.microsoft.com/office/2011/relationships/chartColorStyle" Target="colors22.xml"/><Relationship Id="rId1" Type="http://schemas.microsoft.com/office/2011/relationships/chartStyle" Target="style22.xml"/></Relationships>
</file>

<file path=ppt/charts/_rels/chart30.xml.rels><?xml version="1.0" encoding="UTF-8" standalone="yes"?>
<Relationships xmlns="http://schemas.openxmlformats.org/package/2006/relationships"><Relationship Id="rId2" Type="http://schemas.microsoft.com/office/2011/relationships/chartColorStyle" Target="colors23.xml"/><Relationship Id="rId1" Type="http://schemas.microsoft.com/office/2011/relationships/chartStyle" Target="style23.xml"/></Relationships>
</file>

<file path=ppt/charts/_rels/chart31.xml.rels><?xml version="1.0" encoding="UTF-8" standalone="yes"?>
<Relationships xmlns="http://schemas.openxmlformats.org/package/2006/relationships"><Relationship Id="rId2" Type="http://schemas.microsoft.com/office/2011/relationships/chartColorStyle" Target="colors24.xml"/><Relationship Id="rId1" Type="http://schemas.microsoft.com/office/2011/relationships/chartStyle" Target="style24.xml"/></Relationships>
</file>

<file path=ppt/charts/_rels/chart32.xml.rels><?xml version="1.0" encoding="UTF-8" standalone="yes"?>
<Relationships xmlns="http://schemas.openxmlformats.org/package/2006/relationships"><Relationship Id="rId2" Type="http://schemas.microsoft.com/office/2011/relationships/chartColorStyle" Target="colors25.xml"/><Relationship Id="rId1" Type="http://schemas.microsoft.com/office/2011/relationships/chartStyle" Target="style25.xml"/></Relationships>
</file>

<file path=ppt/charts/_rels/chart33.xml.rels><?xml version="1.0" encoding="UTF-8" standalone="yes"?>
<Relationships xmlns="http://schemas.openxmlformats.org/package/2006/relationships"><Relationship Id="rId2" Type="http://schemas.microsoft.com/office/2011/relationships/chartColorStyle" Target="colors26.xml"/><Relationship Id="rId1" Type="http://schemas.microsoft.com/office/2011/relationships/chartStyle" Target="style26.xml"/></Relationships>
</file>

<file path=ppt/charts/_rels/chart34.xml.rels><?xml version="1.0" encoding="UTF-8" standalone="yes"?>
<Relationships xmlns="http://schemas.openxmlformats.org/package/2006/relationships"><Relationship Id="rId2" Type="http://schemas.microsoft.com/office/2011/relationships/chartColorStyle" Target="colors27.xml"/><Relationship Id="rId1" Type="http://schemas.microsoft.com/office/2011/relationships/chartStyle" Target="style27.xml"/></Relationships>
</file>

<file path=ppt/charts/_rels/chart35.xml.rels><?xml version="1.0" encoding="UTF-8" standalone="yes"?>
<Relationships xmlns="http://schemas.openxmlformats.org/package/2006/relationships"><Relationship Id="rId2" Type="http://schemas.microsoft.com/office/2011/relationships/chartColorStyle" Target="colors28.xml"/><Relationship Id="rId1" Type="http://schemas.microsoft.com/office/2011/relationships/chartStyle" Target="style28.xml"/></Relationships>
</file>

<file path=ppt/charts/_rels/chart36.xml.rels><?xml version="1.0" encoding="UTF-8" standalone="yes"?>
<Relationships xmlns="http://schemas.openxmlformats.org/package/2006/relationships"><Relationship Id="rId2" Type="http://schemas.microsoft.com/office/2011/relationships/chartColorStyle" Target="colors29.xml"/><Relationship Id="rId1" Type="http://schemas.microsoft.com/office/2011/relationships/chartStyle" Target="style29.xml"/></Relationships>
</file>

<file path=ppt/charts/_rels/chart37.xml.rels><?xml version="1.0" encoding="UTF-8" standalone="yes"?>
<Relationships xmlns="http://schemas.openxmlformats.org/package/2006/relationships"><Relationship Id="rId2" Type="http://schemas.microsoft.com/office/2011/relationships/chartColorStyle" Target="colors30.xml"/><Relationship Id="rId1" Type="http://schemas.microsoft.com/office/2011/relationships/chartStyle" Target="style30.xml"/></Relationships>
</file>

<file path=ppt/charts/_rels/chart38.xml.rels><?xml version="1.0" encoding="UTF-8" standalone="yes"?>
<Relationships xmlns="http://schemas.openxmlformats.org/package/2006/relationships"><Relationship Id="rId2" Type="http://schemas.microsoft.com/office/2011/relationships/chartColorStyle" Target="colors31.xml"/><Relationship Id="rId1" Type="http://schemas.microsoft.com/office/2011/relationships/chartStyle" Target="style31.xml"/></Relationships>
</file>

<file path=ppt/charts/_rels/chart39.xml.rels><?xml version="1.0" encoding="UTF-8" standalone="yes"?>
<Relationships xmlns="http://schemas.openxmlformats.org/package/2006/relationships"><Relationship Id="rId2" Type="http://schemas.microsoft.com/office/2011/relationships/chartColorStyle" Target="colors32.xml"/><Relationship Id="rId1" Type="http://schemas.microsoft.com/office/2011/relationships/chartStyle" Target="style32.xml"/></Relationships>
</file>

<file path=ppt/charts/_rels/chart40.xml.rels><?xml version="1.0" encoding="UTF-8" standalone="yes"?>
<Relationships xmlns="http://schemas.openxmlformats.org/package/2006/relationships"><Relationship Id="rId2" Type="http://schemas.microsoft.com/office/2011/relationships/chartColorStyle" Target="colors33.xml"/><Relationship Id="rId1" Type="http://schemas.microsoft.com/office/2011/relationships/chartStyle" Target="style33.xml"/></Relationships>
</file>

<file path=ppt/charts/_rels/chart41.xml.rels><?xml version="1.0" encoding="UTF-8" standalone="yes"?>
<Relationships xmlns="http://schemas.openxmlformats.org/package/2006/relationships"><Relationship Id="rId2" Type="http://schemas.microsoft.com/office/2011/relationships/chartColorStyle" Target="colors34.xml"/><Relationship Id="rId1" Type="http://schemas.microsoft.com/office/2011/relationships/chartStyle" Target="style34.xml"/></Relationships>
</file>

<file path=ppt/charts/_rels/chart42.xml.rels><?xml version="1.0" encoding="UTF-8" standalone="yes"?>
<Relationships xmlns="http://schemas.openxmlformats.org/package/2006/relationships"><Relationship Id="rId2" Type="http://schemas.microsoft.com/office/2011/relationships/chartColorStyle" Target="colors35.xml"/><Relationship Id="rId1" Type="http://schemas.microsoft.com/office/2011/relationships/chartStyle" Target="style35.xml"/></Relationships>
</file>

<file path=ppt/charts/_rels/chart43.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36.xml"/><Relationship Id="rId1" Type="http://schemas.microsoft.com/office/2011/relationships/chartStyle" Target="style36.xml"/></Relationships>
</file>

<file path=ppt/charts/_rels/chart44.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37.xml"/><Relationship Id="rId1" Type="http://schemas.microsoft.com/office/2011/relationships/chartStyle" Target="style37.xml"/></Relationships>
</file>

<file path=ppt/charts/_rels/chart45.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38.xml"/><Relationship Id="rId1" Type="http://schemas.microsoft.com/office/2011/relationships/chartStyle" Target="style38.xml"/></Relationships>
</file>

<file path=ppt/charts/_rels/chart46.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39.xml"/><Relationship Id="rId1" Type="http://schemas.microsoft.com/office/2011/relationships/chartStyle" Target="style39.xml"/></Relationships>
</file>

<file path=ppt/charts/_rels/chart47.xml.rels><?xml version="1.0" encoding="UTF-8" standalone="yes"?>
<Relationships xmlns="http://schemas.openxmlformats.org/package/2006/relationships"></Relationships>
</file>

<file path=ppt/charts/_rels/chart48.xml.rels><?xml version="1.0" encoding="UTF-8" standalone="yes"?>
<Relationships xmlns="http://schemas.openxmlformats.org/package/2006/relationships"><Relationship Id="rId2" Type="http://schemas.microsoft.com/office/2011/relationships/chartColorStyle" Target="colors40.xml"/><Relationship Id="rId1" Type="http://schemas.microsoft.com/office/2011/relationships/chartStyle" Target="style40.xml"/></Relationships>
</file>

<file path=ppt/charts/_rels/chart49.xml.rels><?xml version="1.0" encoding="UTF-8" standalone="yes"?>
<Relationships xmlns="http://schemas.openxmlformats.org/package/2006/relationships"><Relationship Id="rId2" Type="http://schemas.microsoft.com/office/2011/relationships/chartColorStyle" Target="colors41.xml"/><Relationship Id="rId1" Type="http://schemas.microsoft.com/office/2011/relationships/chartStyle" Target="style41.xml"/></Relationships>
</file>

<file path=ppt/charts/_rels/chart50.xml.rels><?xml version="1.0" encoding="UTF-8" standalone="yes"?>
<Relationships xmlns="http://schemas.openxmlformats.org/package/2006/relationships"><Relationship Id="rId2" Type="http://schemas.microsoft.com/office/2011/relationships/chartColorStyle" Target="colors42.xml"/><Relationship Id="rId1" Type="http://schemas.microsoft.com/office/2011/relationships/chartStyle" Target="style42.xml"/></Relationships>
</file>

<file path=ppt/charts/_rels/chart51.xml.rels><?xml version="1.0" encoding="UTF-8" standalone="yes"?>
<Relationships xmlns="http://schemas.openxmlformats.org/package/2006/relationships"><Relationship Id="rId2" Type="http://schemas.microsoft.com/office/2011/relationships/chartColorStyle" Target="colors43.xml"/><Relationship Id="rId1" Type="http://schemas.microsoft.com/office/2011/relationships/chartStyle" Target="style43.xml"/></Relationships>
</file>

<file path=ppt/charts/_rels/chart52.xml.rels><?xml version="1.0" encoding="UTF-8" standalone="yes"?>
<Relationships xmlns="http://schemas.openxmlformats.org/package/2006/relationships"><Relationship Id="rId2" Type="http://schemas.microsoft.com/office/2011/relationships/chartColorStyle" Target="colors44.xml"/><Relationship Id="rId1" Type="http://schemas.microsoft.com/office/2011/relationships/chartStyle" Target="style44.xml"/></Relationships>
</file>

<file path=ppt/charts/_rels/chart53.xml.rels><?xml version="1.0" encoding="UTF-8" standalone="yes"?>
<Relationships xmlns="http://schemas.openxmlformats.org/package/2006/relationships"><Relationship Id="rId2" Type="http://schemas.microsoft.com/office/2011/relationships/chartColorStyle" Target="colors45.xml"/><Relationship Id="rId1" Type="http://schemas.microsoft.com/office/2011/relationships/chartStyle" Target="style45.xml"/></Relationships>
</file>

<file path=ppt/charts/_rels/chart54.xml.rels><?xml version="1.0" encoding="UTF-8" standalone="yes"?>
<Relationships xmlns="http://schemas.openxmlformats.org/package/2006/relationships"><Relationship Id="rId2" Type="http://schemas.microsoft.com/office/2011/relationships/chartColorStyle" Target="colors46.xml"/><Relationship Id="rId1" Type="http://schemas.microsoft.com/office/2011/relationships/chartStyle" Target="style46.xml"/></Relationships>
</file>

<file path=ppt/charts/_rels/chart55.xml.rels><?xml version="1.0" encoding="UTF-8" standalone="yes"?>
<Relationships xmlns="http://schemas.openxmlformats.org/package/2006/relationships"><Relationship Id="rId2" Type="http://schemas.microsoft.com/office/2011/relationships/chartColorStyle" Target="colors47.xml"/><Relationship Id="rId1" Type="http://schemas.microsoft.com/office/2011/relationships/chartStyle" Target="style47.xml"/></Relationships>
</file>

<file path=ppt/charts/_rels/chart56.xml.rels><?xml version="1.0" encoding="UTF-8" standalone="yes"?>
<Relationships xmlns="http://schemas.openxmlformats.org/package/2006/relationships"><Relationship Id="rId2" Type="http://schemas.microsoft.com/office/2011/relationships/chartColorStyle" Target="colors48.xml"/><Relationship Id="rId1" Type="http://schemas.microsoft.com/office/2011/relationships/chartStyle" Target="style48.xml"/></Relationships>
</file>

<file path=ppt/charts/_rels/chart57.xml.rels><?xml version="1.0" encoding="UTF-8" standalone="yes"?>
<Relationships xmlns="http://schemas.openxmlformats.org/package/2006/relationships"><Relationship Id="rId2" Type="http://schemas.microsoft.com/office/2011/relationships/chartColorStyle" Target="colors49.xml"/><Relationship Id="rId1" Type="http://schemas.microsoft.com/office/2011/relationships/chartStyle" Target="style49.xml"/></Relationships>
</file>

<file path=ppt/charts/_rels/chart58.xml.rels><?xml version="1.0" encoding="UTF-8" standalone="yes"?>
<Relationships xmlns="http://schemas.openxmlformats.org/package/2006/relationships"><Relationship Id="rId2" Type="http://schemas.microsoft.com/office/2011/relationships/chartColorStyle" Target="colors50.xml"/><Relationship Id="rId1" Type="http://schemas.microsoft.com/office/2011/relationships/chartStyle" Target="style50.xml"/></Relationships>
</file>

<file path=ppt/charts/_rels/chart59.xml.rels><?xml version="1.0" encoding="UTF-8" standalone="yes"?>
<Relationships xmlns="http://schemas.openxmlformats.org/package/2006/relationships"><Relationship Id="rId2" Type="http://schemas.microsoft.com/office/2011/relationships/chartColorStyle" Target="colors51.xml"/><Relationship Id="rId1" Type="http://schemas.microsoft.com/office/2011/relationships/chartStyle" Target="style51.xml"/></Relationships>
</file>

<file path=ppt/charts/_rels/chart60.xml.rels><?xml version="1.0" encoding="UTF-8" standalone="yes"?>
<Relationships xmlns="http://schemas.openxmlformats.org/package/2006/relationships"><Relationship Id="rId2" Type="http://schemas.microsoft.com/office/2011/relationships/chartColorStyle" Target="colors52.xml"/><Relationship Id="rId1" Type="http://schemas.microsoft.com/office/2011/relationships/chartStyle" Target="style52.xml"/></Relationships>
</file>

<file path=ppt/charts/_rels/chart61.xml.rels><?xml version="1.0" encoding="UTF-8" standalone="yes"?>
<Relationships xmlns="http://schemas.openxmlformats.org/package/2006/relationships"><Relationship Id="rId2" Type="http://schemas.microsoft.com/office/2011/relationships/chartColorStyle" Target="colors53.xml"/><Relationship Id="rId1" Type="http://schemas.microsoft.com/office/2011/relationships/chartStyle" Target="style53.xml"/></Relationships>
</file>

<file path=ppt/charts/_rels/chart62.xml.rels><?xml version="1.0" encoding="UTF-8" standalone="yes"?>
<Relationships xmlns="http://schemas.openxmlformats.org/package/2006/relationships"><Relationship Id="rId2" Type="http://schemas.microsoft.com/office/2011/relationships/chartColorStyle" Target="colors54.xml"/><Relationship Id="rId1" Type="http://schemas.microsoft.com/office/2011/relationships/chartStyle" Target="style54.xml"/></Relationships>
</file>

<file path=ppt/charts/_rels/chart63.xml.rels><?xml version="1.0" encoding="UTF-8" standalone="yes"?>
<Relationships xmlns="http://schemas.openxmlformats.org/package/2006/relationships"><Relationship Id="rId2" Type="http://schemas.microsoft.com/office/2011/relationships/chartColorStyle" Target="colors55.xml"/><Relationship Id="rId1" Type="http://schemas.microsoft.com/office/2011/relationships/chartStyle" Target="style55.xml"/></Relationships>
</file>

<file path=ppt/charts/_rels/chart64.xml.rels><?xml version="1.0" encoding="UTF-8" standalone="yes"?>
<Relationships xmlns="http://schemas.openxmlformats.org/package/2006/relationships"><Relationship Id="rId2" Type="http://schemas.microsoft.com/office/2011/relationships/chartColorStyle" Target="colors56.xml"/><Relationship Id="rId1" Type="http://schemas.microsoft.com/office/2011/relationships/chartStyle" Target="style56.xml"/></Relationships>
</file>

<file path=ppt/charts/_rels/chart65.xml.rels><?xml version="1.0" encoding="UTF-8" standalone="yes"?>
<Relationships xmlns="http://schemas.openxmlformats.org/package/2006/relationships"><Relationship Id="rId2" Type="http://schemas.microsoft.com/office/2011/relationships/chartColorStyle" Target="colors57.xml"/><Relationship Id="rId1" Type="http://schemas.microsoft.com/office/2011/relationships/chartStyle" Target="style57.xml"/></Relationships>
</file>

<file path=ppt/charts/_rels/chart66.xml.rels><?xml version="1.0" encoding="UTF-8" standalone="yes"?>
<Relationships xmlns="http://schemas.openxmlformats.org/package/2006/relationships"></Relationships>
</file>

<file path=ppt/charts/_rels/chart67.xml.rels><?xml version="1.0" encoding="UTF-8" standalone="yes"?>
<Relationships xmlns="http://schemas.openxmlformats.org/package/2006/relationships"><Relationship Id="rId2" Type="http://schemas.openxmlformats.org/officeDocument/2006/relationships/chartUserShapes" Target="../drawings/drawing6.xml"/></Relationships>
</file>

<file path=ppt/charts/_rels/chart68.xml.rels><?xml version="1.0" encoding="UTF-8" standalone="yes"?>
<Relationships xmlns="http://schemas.openxmlformats.org/package/2006/relationships"><Relationship Id="rId2" Type="http://schemas.microsoft.com/office/2011/relationships/chartColorStyle" Target="colors58.xml"/><Relationship Id="rId1" Type="http://schemas.microsoft.com/office/2011/relationships/chartStyle" Target="style58.xml"/></Relationships>
</file>

<file path=ppt/charts/_rels/chart69.xml.rels><?xml version="1.0" encoding="UTF-8" standalone="yes"?>
<Relationships xmlns="http://schemas.openxmlformats.org/package/2006/relationships"></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7438271259915823E-2"/>
          <c:y val="4.302238461776467E-2"/>
          <c:w val="0.67177488488833492"/>
          <c:h val="0.78094433068735669"/>
        </c:manualLayout>
      </c:layout>
      <c:areaChart>
        <c:grouping val="percentStacked"/>
        <c:varyColors val="0"/>
        <c:ser>
          <c:idx val="0"/>
          <c:order val="0"/>
          <c:tx>
            <c:strRef>
              <c:f>Sheet1!$B$1</c:f>
              <c:strCache>
                <c:ptCount val="1"/>
                <c:pt idx="0">
                  <c:v>Entyvio (IV &amp; SC)</c:v>
                </c:pt>
              </c:strCache>
            </c:strRef>
          </c:tx>
          <c:spPr>
            <a:solidFill>
              <a:srgbClr val="9B288C"/>
            </a:solidFill>
            <a:ln w="25400">
              <a:noFill/>
            </a:ln>
            <a:effectLst/>
          </c:spPr>
          <c:dLbls>
            <c:dLbl>
              <c:idx val="0"/>
              <c:layout>
                <c:manualLayout>
                  <c:x val="1.2614124303156529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796-4B54-A097-CDC5B37B06E6}"/>
                </c:ext>
              </c:extLst>
            </c:dLbl>
            <c:dLbl>
              <c:idx val="8"/>
              <c:layout>
                <c:manualLayout>
                  <c:x val="-7.4047750303990242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796-4B54-A097-CDC5B37B06E6}"/>
                </c:ext>
              </c:extLst>
            </c:dLbl>
            <c:dLbl>
              <c:idx val="11"/>
              <c:layout>
                <c:manualLayout>
                  <c:x val="-1.7659774024419251E-2"/>
                  <c:y val="-8.4017531535398593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796-4B54-A097-CDC5B37B06E6}"/>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Sheet1!$B$2:$B$13</c:f>
              <c:numCache>
                <c:formatCode>0.00%</c:formatCode>
                <c:ptCount val="12"/>
                <c:pt idx="0">
                  <c:v>0.248649182548423</c:v>
                </c:pt>
                <c:pt idx="1">
                  <c:v>0.27770755651174539</c:v>
                </c:pt>
                <c:pt idx="2">
                  <c:v>0.33458688180548107</c:v>
                </c:pt>
                <c:pt idx="3">
                  <c:v>0.35435785220581406</c:v>
                </c:pt>
                <c:pt idx="4">
                  <c:v>0.38995863612879145</c:v>
                </c:pt>
                <c:pt idx="5">
                  <c:v>0.39725109171524697</c:v>
                </c:pt>
                <c:pt idx="6">
                  <c:v>0.39284171024316339</c:v>
                </c:pt>
                <c:pt idx="7">
                  <c:v>0.38507673668011205</c:v>
                </c:pt>
                <c:pt idx="8">
                  <c:v>0.38031823165749395</c:v>
                </c:pt>
                <c:pt idx="9">
                  <c:v>0.36674845198222433</c:v>
                </c:pt>
                <c:pt idx="10">
                  <c:v>0.35441035707456359</c:v>
                </c:pt>
                <c:pt idx="11">
                  <c:v>0.34205971562532145</c:v>
                </c:pt>
              </c:numCache>
            </c:numRef>
          </c:val>
          <c:extLst>
            <c:ext xmlns:c16="http://schemas.microsoft.com/office/drawing/2014/chart" uri="{C3380CC4-5D6E-409C-BE32-E72D297353CC}">
              <c16:uniqueId val="{00000003-F796-4B54-A097-CDC5B37B06E6}"/>
            </c:ext>
          </c:extLst>
        </c:ser>
        <c:ser>
          <c:idx val="1"/>
          <c:order val="1"/>
          <c:tx>
            <c:strRef>
              <c:f>Sheet1!$C$1</c:f>
              <c:strCache>
                <c:ptCount val="1"/>
                <c:pt idx="0">
                  <c:v>MK-7240</c:v>
                </c:pt>
              </c:strCache>
            </c:strRef>
          </c:tx>
          <c:spPr>
            <a:solidFill>
              <a:srgbClr val="FF94FE"/>
            </a:solidFill>
            <a:ln w="25400">
              <a:noFill/>
            </a:ln>
            <a:effectLst/>
          </c:spPr>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Sheet1!$C$2:$C$13</c:f>
              <c:numCache>
                <c:formatCode>0.00%</c:formatCode>
                <c:ptCount val="12"/>
                <c:pt idx="0">
                  <c:v>0</c:v>
                </c:pt>
                <c:pt idx="1">
                  <c:v>0</c:v>
                </c:pt>
                <c:pt idx="2">
                  <c:v>0</c:v>
                </c:pt>
                <c:pt idx="3">
                  <c:v>0</c:v>
                </c:pt>
                <c:pt idx="4">
                  <c:v>0</c:v>
                </c:pt>
                <c:pt idx="5">
                  <c:v>0</c:v>
                </c:pt>
                <c:pt idx="6">
                  <c:v>0</c:v>
                </c:pt>
                <c:pt idx="7">
                  <c:v>0</c:v>
                </c:pt>
                <c:pt idx="8">
                  <c:v>1.3602734848169036E-3</c:v>
                </c:pt>
                <c:pt idx="9">
                  <c:v>5.2541037472125258E-3</c:v>
                </c:pt>
                <c:pt idx="10">
                  <c:v>9.435426765984592E-3</c:v>
                </c:pt>
                <c:pt idx="11">
                  <c:v>1.4379373609701495E-2</c:v>
                </c:pt>
              </c:numCache>
            </c:numRef>
          </c:val>
          <c:extLst>
            <c:ext xmlns:c16="http://schemas.microsoft.com/office/drawing/2014/chart" uri="{C3380CC4-5D6E-409C-BE32-E72D297353CC}">
              <c16:uniqueId val="{00000004-F796-4B54-A097-CDC5B37B06E6}"/>
            </c:ext>
          </c:extLst>
        </c:ser>
        <c:ser>
          <c:idx val="2"/>
          <c:order val="2"/>
          <c:tx>
            <c:strRef>
              <c:f>Sheet1!$D$1</c:f>
              <c:strCache>
                <c:ptCount val="1"/>
                <c:pt idx="0">
                  <c:v>Stelara</c:v>
                </c:pt>
              </c:strCache>
            </c:strRef>
          </c:tx>
          <c:spPr>
            <a:solidFill>
              <a:srgbClr val="7976A6"/>
            </a:solidFill>
            <a:ln w="25400">
              <a:noFill/>
            </a:ln>
            <a:effectLst/>
          </c:spPr>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Sheet1!$D$2:$D$13</c:f>
              <c:numCache>
                <c:formatCode>0.00%</c:formatCode>
                <c:ptCount val="12"/>
                <c:pt idx="0">
                  <c:v>4.5012089654840829E-3</c:v>
                </c:pt>
                <c:pt idx="1">
                  <c:v>3.0752422386844561E-2</c:v>
                </c:pt>
                <c:pt idx="2">
                  <c:v>3.391006938785484E-2</c:v>
                </c:pt>
                <c:pt idx="3">
                  <c:v>3.5923047366234903E-2</c:v>
                </c:pt>
                <c:pt idx="4">
                  <c:v>3.7360493867318392E-2</c:v>
                </c:pt>
                <c:pt idx="5">
                  <c:v>3.8210125570119463E-2</c:v>
                </c:pt>
                <c:pt idx="6">
                  <c:v>3.5070904839935038E-2</c:v>
                </c:pt>
                <c:pt idx="7">
                  <c:v>3.2044874733424912E-2</c:v>
                </c:pt>
                <c:pt idx="8">
                  <c:v>2.9540759132226448E-2</c:v>
                </c:pt>
                <c:pt idx="9">
                  <c:v>2.6500019180859008E-2</c:v>
                </c:pt>
                <c:pt idx="10">
                  <c:v>2.3714935306685545E-2</c:v>
                </c:pt>
                <c:pt idx="11">
                  <c:v>1.8436882227606543E-2</c:v>
                </c:pt>
              </c:numCache>
            </c:numRef>
          </c:val>
          <c:extLst>
            <c:ext xmlns:c16="http://schemas.microsoft.com/office/drawing/2014/chart" uri="{C3380CC4-5D6E-409C-BE32-E72D297353CC}">
              <c16:uniqueId val="{00000005-F796-4B54-A097-CDC5B37B06E6}"/>
            </c:ext>
          </c:extLst>
        </c:ser>
        <c:ser>
          <c:idx val="3"/>
          <c:order val="3"/>
          <c:tx>
            <c:strRef>
              <c:f>Sheet1!$E$1</c:f>
              <c:strCache>
                <c:ptCount val="1"/>
                <c:pt idx="0">
                  <c:v>Ustekinumab Biosim</c:v>
                </c:pt>
              </c:strCache>
            </c:strRef>
          </c:tx>
          <c:spPr>
            <a:solidFill>
              <a:srgbClr val="BBB9D1"/>
            </a:solidFill>
            <a:ln w="25400">
              <a:noFill/>
            </a:ln>
            <a:effectLst/>
          </c:spPr>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Sheet1!$E$2:$E$13</c:f>
              <c:numCache>
                <c:formatCode>0.00%</c:formatCode>
                <c:ptCount val="12"/>
                <c:pt idx="0">
                  <c:v>0</c:v>
                </c:pt>
                <c:pt idx="1">
                  <c:v>0</c:v>
                </c:pt>
                <c:pt idx="2">
                  <c:v>0</c:v>
                </c:pt>
                <c:pt idx="3">
                  <c:v>0</c:v>
                </c:pt>
                <c:pt idx="4">
                  <c:v>0</c:v>
                </c:pt>
                <c:pt idx="5">
                  <c:v>0</c:v>
                </c:pt>
                <c:pt idx="6">
                  <c:v>1.3232519850611856E-4</c:v>
                </c:pt>
                <c:pt idx="7">
                  <c:v>6.5462559678472541E-4</c:v>
                </c:pt>
                <c:pt idx="8">
                  <c:v>1.5498701778870786E-3</c:v>
                </c:pt>
                <c:pt idx="9">
                  <c:v>2.7240527345556028E-3</c:v>
                </c:pt>
                <c:pt idx="10">
                  <c:v>4.1532483941350033E-3</c:v>
                </c:pt>
                <c:pt idx="11">
                  <c:v>5.5633358223613743E-3</c:v>
                </c:pt>
              </c:numCache>
            </c:numRef>
          </c:val>
          <c:extLst>
            <c:ext xmlns:c16="http://schemas.microsoft.com/office/drawing/2014/chart" uri="{C3380CC4-5D6E-409C-BE32-E72D297353CC}">
              <c16:uniqueId val="{00000006-F796-4B54-A097-CDC5B37B06E6}"/>
            </c:ext>
          </c:extLst>
        </c:ser>
        <c:ser>
          <c:idx val="4"/>
          <c:order val="4"/>
          <c:tx>
            <c:strRef>
              <c:f>Sheet1!$F$1</c:f>
              <c:strCache>
                <c:ptCount val="1"/>
                <c:pt idx="0">
                  <c:v>Skyrizi</c:v>
                </c:pt>
              </c:strCache>
            </c:strRef>
          </c:tx>
          <c:spPr>
            <a:solidFill>
              <a:srgbClr val="F78E16"/>
            </a:solidFill>
            <a:ln w="25400">
              <a:noFill/>
            </a:ln>
            <a:effectLst/>
          </c:spPr>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Sheet1!$F$2:$F$13</c:f>
              <c:numCache>
                <c:formatCode>0.00%</c:formatCode>
                <c:ptCount val="12"/>
                <c:pt idx="0">
                  <c:v>0</c:v>
                </c:pt>
                <c:pt idx="1">
                  <c:v>0</c:v>
                </c:pt>
                <c:pt idx="2">
                  <c:v>0</c:v>
                </c:pt>
                <c:pt idx="3">
                  <c:v>0</c:v>
                </c:pt>
                <c:pt idx="4">
                  <c:v>0</c:v>
                </c:pt>
                <c:pt idx="5">
                  <c:v>2.457600676546624E-4</c:v>
                </c:pt>
                <c:pt idx="6">
                  <c:v>3.7269921577092503E-3</c:v>
                </c:pt>
                <c:pt idx="7">
                  <c:v>1.092122559760958E-2</c:v>
                </c:pt>
                <c:pt idx="8">
                  <c:v>1.8453172283747588E-2</c:v>
                </c:pt>
                <c:pt idx="9">
                  <c:v>2.5202874512327205E-2</c:v>
                </c:pt>
                <c:pt idx="10">
                  <c:v>3.2250927970499589E-2</c:v>
                </c:pt>
                <c:pt idx="11">
                  <c:v>3.8782234901453994E-2</c:v>
                </c:pt>
              </c:numCache>
            </c:numRef>
          </c:val>
          <c:extLst>
            <c:ext xmlns:c16="http://schemas.microsoft.com/office/drawing/2014/chart" uri="{C3380CC4-5D6E-409C-BE32-E72D297353CC}">
              <c16:uniqueId val="{00000007-F796-4B54-A097-CDC5B37B06E6}"/>
            </c:ext>
          </c:extLst>
        </c:ser>
        <c:ser>
          <c:idx val="5"/>
          <c:order val="5"/>
          <c:tx>
            <c:strRef>
              <c:f>Sheet1!$G$1</c:f>
              <c:strCache>
                <c:ptCount val="1"/>
                <c:pt idx="0">
                  <c:v>Omvoh</c:v>
                </c:pt>
              </c:strCache>
            </c:strRef>
          </c:tx>
          <c:spPr>
            <a:solidFill>
              <a:srgbClr val="142D91"/>
            </a:solidFill>
            <a:ln w="25400">
              <a:noFill/>
            </a:ln>
            <a:effectLst/>
          </c:spPr>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Sheet1!$G$2:$G$13</c:f>
              <c:numCache>
                <c:formatCode>0.00%</c:formatCode>
                <c:ptCount val="12"/>
                <c:pt idx="0">
                  <c:v>0</c:v>
                </c:pt>
                <c:pt idx="1">
                  <c:v>0</c:v>
                </c:pt>
                <c:pt idx="2">
                  <c:v>0</c:v>
                </c:pt>
                <c:pt idx="3">
                  <c:v>0</c:v>
                </c:pt>
                <c:pt idx="4">
                  <c:v>3.9801521939068546E-4</c:v>
                </c:pt>
                <c:pt idx="5">
                  <c:v>3.878075266186306E-3</c:v>
                </c:pt>
                <c:pt idx="6">
                  <c:v>8.9500894809372913E-3</c:v>
                </c:pt>
                <c:pt idx="7">
                  <c:v>1.4286917975164935E-2</c:v>
                </c:pt>
                <c:pt idx="8">
                  <c:v>2.0044057617763702E-2</c:v>
                </c:pt>
                <c:pt idx="9">
                  <c:v>2.5615846701585739E-2</c:v>
                </c:pt>
                <c:pt idx="10">
                  <c:v>3.0068329932247867E-2</c:v>
                </c:pt>
                <c:pt idx="11">
                  <c:v>3.2801208435473017E-2</c:v>
                </c:pt>
              </c:numCache>
            </c:numRef>
          </c:val>
          <c:extLst>
            <c:ext xmlns:c16="http://schemas.microsoft.com/office/drawing/2014/chart" uri="{C3380CC4-5D6E-409C-BE32-E72D297353CC}">
              <c16:uniqueId val="{00000008-F796-4B54-A097-CDC5B37B06E6}"/>
            </c:ext>
          </c:extLst>
        </c:ser>
        <c:ser>
          <c:idx val="6"/>
          <c:order val="6"/>
          <c:tx>
            <c:strRef>
              <c:f>Sheet1!$H$1</c:f>
              <c:strCache>
                <c:ptCount val="1"/>
                <c:pt idx="0">
                  <c:v>Tremfya</c:v>
                </c:pt>
              </c:strCache>
            </c:strRef>
          </c:tx>
          <c:spPr>
            <a:solidFill>
              <a:srgbClr val="4D9463"/>
            </a:solidFill>
            <a:ln w="25400">
              <a:noFill/>
            </a:ln>
            <a:effectLst/>
          </c:spPr>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Sheet1!$H$2:$H$13</c:f>
              <c:numCache>
                <c:formatCode>0.00%</c:formatCode>
                <c:ptCount val="12"/>
                <c:pt idx="0">
                  <c:v>0</c:v>
                </c:pt>
                <c:pt idx="1">
                  <c:v>0</c:v>
                </c:pt>
                <c:pt idx="2">
                  <c:v>0</c:v>
                </c:pt>
                <c:pt idx="3">
                  <c:v>0</c:v>
                </c:pt>
                <c:pt idx="4">
                  <c:v>0</c:v>
                </c:pt>
                <c:pt idx="5">
                  <c:v>0</c:v>
                </c:pt>
                <c:pt idx="6">
                  <c:v>4.8880246364669351E-3</c:v>
                </c:pt>
                <c:pt idx="7">
                  <c:v>1.3869313248618981E-2</c:v>
                </c:pt>
                <c:pt idx="8">
                  <c:v>2.483660714158473E-2</c:v>
                </c:pt>
                <c:pt idx="9">
                  <c:v>3.4741837250233804E-2</c:v>
                </c:pt>
                <c:pt idx="10">
                  <c:v>4.3885640612245251E-2</c:v>
                </c:pt>
                <c:pt idx="11">
                  <c:v>5.2204335865468375E-2</c:v>
                </c:pt>
              </c:numCache>
            </c:numRef>
          </c:val>
          <c:extLst>
            <c:ext xmlns:c16="http://schemas.microsoft.com/office/drawing/2014/chart" uri="{C3380CC4-5D6E-409C-BE32-E72D297353CC}">
              <c16:uniqueId val="{00000009-F796-4B54-A097-CDC5B37B06E6}"/>
            </c:ext>
          </c:extLst>
        </c:ser>
        <c:ser>
          <c:idx val="7"/>
          <c:order val="7"/>
          <c:tx>
            <c:strRef>
              <c:f>Sheet1!$I$1</c:f>
              <c:strCache>
                <c:ptCount val="1"/>
                <c:pt idx="0">
                  <c:v>Adalimumab Biosim</c:v>
                </c:pt>
              </c:strCache>
            </c:strRef>
          </c:tx>
          <c:spPr>
            <a:solidFill>
              <a:srgbClr val="C7DFCF"/>
            </a:solidFill>
            <a:ln w="25400">
              <a:noFill/>
            </a:ln>
            <a:effectLst/>
          </c:spPr>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Sheet1!$I$2:$I$13</c:f>
              <c:numCache>
                <c:formatCode>0.00%</c:formatCode>
                <c:ptCount val="12"/>
                <c:pt idx="0">
                  <c:v>0</c:v>
                </c:pt>
                <c:pt idx="1">
                  <c:v>0</c:v>
                </c:pt>
                <c:pt idx="2">
                  <c:v>0</c:v>
                </c:pt>
                <c:pt idx="3">
                  <c:v>0</c:v>
                </c:pt>
                <c:pt idx="4">
                  <c:v>1.8494957637295199E-2</c:v>
                </c:pt>
                <c:pt idx="5">
                  <c:v>3.2437801641156651E-2</c:v>
                </c:pt>
                <c:pt idx="6">
                  <c:v>4.2522118167705146E-2</c:v>
                </c:pt>
                <c:pt idx="7">
                  <c:v>5.255357706081152E-2</c:v>
                </c:pt>
                <c:pt idx="8">
                  <c:v>5.5255254169838529E-2</c:v>
                </c:pt>
                <c:pt idx="9">
                  <c:v>6.0583845655189587E-2</c:v>
                </c:pt>
                <c:pt idx="10">
                  <c:v>6.5053291522210691E-2</c:v>
                </c:pt>
                <c:pt idx="11">
                  <c:v>6.8015083481477598E-2</c:v>
                </c:pt>
              </c:numCache>
            </c:numRef>
          </c:val>
          <c:extLst>
            <c:ext xmlns:c16="http://schemas.microsoft.com/office/drawing/2014/chart" uri="{C3380CC4-5D6E-409C-BE32-E72D297353CC}">
              <c16:uniqueId val="{0000000A-F796-4B54-A097-CDC5B37B06E6}"/>
            </c:ext>
          </c:extLst>
        </c:ser>
        <c:ser>
          <c:idx val="8"/>
          <c:order val="8"/>
          <c:tx>
            <c:strRef>
              <c:f>Sheet1!$J$1</c:f>
              <c:strCache>
                <c:ptCount val="1"/>
                <c:pt idx="0">
                  <c:v>Remicade</c:v>
                </c:pt>
              </c:strCache>
            </c:strRef>
          </c:tx>
          <c:spPr>
            <a:solidFill>
              <a:srgbClr val="829696"/>
            </a:solidFill>
            <a:ln w="25400">
              <a:noFill/>
            </a:ln>
            <a:effectLst/>
          </c:spPr>
          <c:dLbls>
            <c:dLbl>
              <c:idx val="0"/>
              <c:layout>
                <c:manualLayout>
                  <c:x val="2.0182598885050466E-2"/>
                  <c:y val="7.247274140413368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F796-4B54-A097-CDC5B37B06E6}"/>
                </c:ext>
              </c:extLst>
            </c:dLbl>
            <c:dLbl>
              <c:idx val="11"/>
              <c:layout>
                <c:manualLayout>
                  <c:x val="-1.3875536733472195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F796-4B54-A097-CDC5B37B06E6}"/>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Sheet1!$J$2:$J$13</c:f>
              <c:numCache>
                <c:formatCode>0.00%</c:formatCode>
                <c:ptCount val="12"/>
                <c:pt idx="0">
                  <c:v>0.40201916366246188</c:v>
                </c:pt>
                <c:pt idx="1">
                  <c:v>0.32600488702798297</c:v>
                </c:pt>
                <c:pt idx="2">
                  <c:v>0.26399594623499983</c:v>
                </c:pt>
                <c:pt idx="3">
                  <c:v>0.19788000459136132</c:v>
                </c:pt>
                <c:pt idx="4">
                  <c:v>0.15691846459008998</c:v>
                </c:pt>
                <c:pt idx="5">
                  <c:v>0.13661021556215788</c:v>
                </c:pt>
                <c:pt idx="6">
                  <c:v>0.10579653860905691</c:v>
                </c:pt>
                <c:pt idx="7">
                  <c:v>8.5330483832282034E-2</c:v>
                </c:pt>
                <c:pt idx="8">
                  <c:v>6.7126350528813675E-2</c:v>
                </c:pt>
                <c:pt idx="9">
                  <c:v>5.4607145524719465E-2</c:v>
                </c:pt>
                <c:pt idx="10">
                  <c:v>4.5707183710787268E-2</c:v>
                </c:pt>
                <c:pt idx="11">
                  <c:v>3.7507323754320268E-2</c:v>
                </c:pt>
              </c:numCache>
            </c:numRef>
          </c:val>
          <c:extLst>
            <c:ext xmlns:c16="http://schemas.microsoft.com/office/drawing/2014/chart" uri="{C3380CC4-5D6E-409C-BE32-E72D297353CC}">
              <c16:uniqueId val="{0000000D-F796-4B54-A097-CDC5B37B06E6}"/>
            </c:ext>
          </c:extLst>
        </c:ser>
        <c:ser>
          <c:idx val="9"/>
          <c:order val="9"/>
          <c:tx>
            <c:strRef>
              <c:f>Sheet1!$K$1</c:f>
              <c:strCache>
                <c:ptCount val="1"/>
                <c:pt idx="0">
                  <c:v>Infliximab Biosim</c:v>
                </c:pt>
              </c:strCache>
            </c:strRef>
          </c:tx>
          <c:spPr>
            <a:solidFill>
              <a:srgbClr val="E6EAEA"/>
            </a:solidFill>
            <a:ln w="9525">
              <a:noFill/>
            </a:ln>
            <a:effectLst/>
          </c:spPr>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Sheet1!$K$2:$K$13</c:f>
              <c:numCache>
                <c:formatCode>0.00%</c:formatCode>
                <c:ptCount val="12"/>
                <c:pt idx="0">
                  <c:v>6.1631595541795821E-2</c:v>
                </c:pt>
                <c:pt idx="1">
                  <c:v>7.7244413360885833E-2</c:v>
                </c:pt>
                <c:pt idx="2">
                  <c:v>7.3837839410717698E-2</c:v>
                </c:pt>
                <c:pt idx="3">
                  <c:v>6.2236691620867875E-2</c:v>
                </c:pt>
                <c:pt idx="4">
                  <c:v>5.8969945051803689E-2</c:v>
                </c:pt>
                <c:pt idx="5">
                  <c:v>7.2773111485415501E-2</c:v>
                </c:pt>
                <c:pt idx="6">
                  <c:v>8.6890623188018518E-2</c:v>
                </c:pt>
                <c:pt idx="7">
                  <c:v>9.1053844935439804E-2</c:v>
                </c:pt>
                <c:pt idx="8">
                  <c:v>9.5913301873172027E-2</c:v>
                </c:pt>
                <c:pt idx="9">
                  <c:v>0.10094202368645078</c:v>
                </c:pt>
                <c:pt idx="10">
                  <c:v>0.10340929697762224</c:v>
                </c:pt>
                <c:pt idx="11">
                  <c:v>0.10508157945715101</c:v>
                </c:pt>
              </c:numCache>
            </c:numRef>
          </c:val>
          <c:extLst>
            <c:ext xmlns:c16="http://schemas.microsoft.com/office/drawing/2014/chart" uri="{C3380CC4-5D6E-409C-BE32-E72D297353CC}">
              <c16:uniqueId val="{0000000E-F796-4B54-A097-CDC5B37B06E6}"/>
            </c:ext>
          </c:extLst>
        </c:ser>
        <c:ser>
          <c:idx val="10"/>
          <c:order val="10"/>
          <c:tx>
            <c:strRef>
              <c:f>Sheet1!$L$1</c:f>
              <c:strCache>
                <c:ptCount val="1"/>
                <c:pt idx="0">
                  <c:v>Humira</c:v>
                </c:pt>
              </c:strCache>
            </c:strRef>
          </c:tx>
          <c:spPr>
            <a:solidFill>
              <a:srgbClr val="336E68"/>
            </a:solidFill>
            <a:ln w="25400">
              <a:noFill/>
            </a:ln>
            <a:effectLst/>
          </c:spPr>
          <c:dLbls>
            <c:dLbl>
              <c:idx val="0"/>
              <c:layout>
                <c:manualLayout>
                  <c:x val="1.5136949163787848E-2"/>
                  <c:y val="3.6236370702066841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F796-4B54-A097-CDC5B37B06E6}"/>
                </c:ext>
              </c:extLst>
            </c:dLbl>
            <c:dLbl>
              <c:idx val="11"/>
              <c:layout>
                <c:manualLayout>
                  <c:x val="-1.3875487071565397E-2"/>
                  <c:y val="-3.6236370702066841E-3"/>
                </c:manualLayout>
              </c:layout>
              <c:numFmt formatCode="0%" sourceLinked="0"/>
              <c:spPr>
                <a:noFill/>
                <a:ln>
                  <a:noFill/>
                </a:ln>
                <a:effectLst/>
              </c:spPr>
              <c:txPr>
                <a:bodyPr rot="0" spcFirstLastPara="1" vertOverflow="ellipsis" vert="horz" wrap="square" lIns="38100" tIns="19050" rIns="38100" bIns="19050" anchor="ctr" anchorCtr="1">
                  <a:noAutofit/>
                </a:bodyPr>
                <a:lstStyle/>
                <a:p>
                  <a:pP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3.1812821492560789E-2"/>
                      <c:h val="4.7850270174956043E-2"/>
                    </c:manualLayout>
                  </c15:layout>
                </c:ext>
                <c:ext xmlns:c16="http://schemas.microsoft.com/office/drawing/2014/chart" uri="{C3380CC4-5D6E-409C-BE32-E72D297353CC}">
                  <c16:uniqueId val="{00000010-F796-4B54-A097-CDC5B37B06E6}"/>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Sheet1!$L$2:$L$13</c:f>
              <c:numCache>
                <c:formatCode>0.00%</c:formatCode>
                <c:ptCount val="12"/>
                <c:pt idx="0">
                  <c:v>0.23877477217286955</c:v>
                </c:pt>
                <c:pt idx="1">
                  <c:v>0.23014340576119274</c:v>
                </c:pt>
                <c:pt idx="2">
                  <c:v>0.23591736596990298</c:v>
                </c:pt>
                <c:pt idx="3">
                  <c:v>0.24597138261099907</c:v>
                </c:pt>
                <c:pt idx="4">
                  <c:v>0.18540884733834159</c:v>
                </c:pt>
                <c:pt idx="5">
                  <c:v>0.12335818287426127</c:v>
                </c:pt>
                <c:pt idx="6">
                  <c:v>0.10307698167232263</c:v>
                </c:pt>
                <c:pt idx="7">
                  <c:v>8.4752066395262449E-2</c:v>
                </c:pt>
                <c:pt idx="8">
                  <c:v>6.5498991009559249E-2</c:v>
                </c:pt>
                <c:pt idx="9">
                  <c:v>4.9763589916535532E-2</c:v>
                </c:pt>
                <c:pt idx="10">
                  <c:v>3.5906678410289036E-2</c:v>
                </c:pt>
                <c:pt idx="11">
                  <c:v>2.7136063975496966E-2</c:v>
                </c:pt>
              </c:numCache>
            </c:numRef>
          </c:val>
          <c:extLst>
            <c:ext xmlns:c16="http://schemas.microsoft.com/office/drawing/2014/chart" uri="{C3380CC4-5D6E-409C-BE32-E72D297353CC}">
              <c16:uniqueId val="{00000011-F796-4B54-A097-CDC5B37B06E6}"/>
            </c:ext>
          </c:extLst>
        </c:ser>
        <c:ser>
          <c:idx val="11"/>
          <c:order val="11"/>
          <c:tx>
            <c:strRef>
              <c:f>Sheet1!$M$1</c:f>
              <c:strCache>
                <c:ptCount val="1"/>
                <c:pt idx="0">
                  <c:v>Simponi</c:v>
                </c:pt>
              </c:strCache>
            </c:strRef>
          </c:tx>
          <c:spPr>
            <a:solidFill>
              <a:srgbClr val="E63C2D"/>
            </a:solidFill>
            <a:ln w="25400">
              <a:noFill/>
            </a:ln>
            <a:effectLst/>
          </c:spPr>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Sheet1!$M$2:$M$13</c:f>
              <c:numCache>
                <c:formatCode>0.00%</c:formatCode>
                <c:ptCount val="12"/>
                <c:pt idx="0">
                  <c:v>1.8196286149556033E-2</c:v>
                </c:pt>
                <c:pt idx="1">
                  <c:v>1.6613390782144292E-2</c:v>
                </c:pt>
                <c:pt idx="2">
                  <c:v>1.57983101256421E-2</c:v>
                </c:pt>
                <c:pt idx="3">
                  <c:v>1.6065321262583417E-2</c:v>
                </c:pt>
                <c:pt idx="4">
                  <c:v>1.4607190492759955E-2</c:v>
                </c:pt>
                <c:pt idx="5">
                  <c:v>1.4116610233188524E-2</c:v>
                </c:pt>
                <c:pt idx="6">
                  <c:v>1.2047082687723152E-2</c:v>
                </c:pt>
                <c:pt idx="7">
                  <c:v>1.0644378828115759E-2</c:v>
                </c:pt>
                <c:pt idx="8">
                  <c:v>9.3928905196332402E-3</c:v>
                </c:pt>
                <c:pt idx="9">
                  <c:v>7.9095664256917143E-3</c:v>
                </c:pt>
                <c:pt idx="10">
                  <c:v>6.8796874385211714E-3</c:v>
                </c:pt>
                <c:pt idx="11">
                  <c:v>6.2141782051387678E-3</c:v>
                </c:pt>
              </c:numCache>
            </c:numRef>
          </c:val>
          <c:extLst>
            <c:ext xmlns:c16="http://schemas.microsoft.com/office/drawing/2014/chart" uri="{C3380CC4-5D6E-409C-BE32-E72D297353CC}">
              <c16:uniqueId val="{00000012-F796-4B54-A097-CDC5B37B06E6}"/>
            </c:ext>
          </c:extLst>
        </c:ser>
        <c:ser>
          <c:idx val="12"/>
          <c:order val="12"/>
          <c:tx>
            <c:strRef>
              <c:f>Sheet1!$N$1</c:f>
              <c:strCache>
                <c:ptCount val="1"/>
                <c:pt idx="0">
                  <c:v>Rinvoq</c:v>
                </c:pt>
              </c:strCache>
            </c:strRef>
          </c:tx>
          <c:spPr>
            <a:solidFill>
              <a:srgbClr val="67A0E5"/>
            </a:solidFill>
            <a:ln w="25400">
              <a:noFill/>
            </a:ln>
            <a:effectLst/>
          </c:spPr>
          <c:dLbls>
            <c:dLbl>
              <c:idx val="0"/>
              <c:delete val="1"/>
              <c:extLst>
                <c:ext xmlns:c15="http://schemas.microsoft.com/office/drawing/2012/chart" uri="{CE6537A1-D6FC-4f65-9D91-7224C49458BB}"/>
                <c:ext xmlns:c16="http://schemas.microsoft.com/office/drawing/2014/chart" uri="{C3380CC4-5D6E-409C-BE32-E72D297353CC}">
                  <c16:uniqueId val="{00000013-F796-4B54-A097-CDC5B37B06E6}"/>
                </c:ext>
              </c:extLst>
            </c:dLbl>
            <c:dLbl>
              <c:idx val="1"/>
              <c:delete val="1"/>
              <c:extLst>
                <c:ext xmlns:c15="http://schemas.microsoft.com/office/drawing/2012/chart" uri="{CE6537A1-D6FC-4f65-9D91-7224C49458BB}"/>
                <c:ext xmlns:c16="http://schemas.microsoft.com/office/drawing/2014/chart" uri="{C3380CC4-5D6E-409C-BE32-E72D297353CC}">
                  <c16:uniqueId val="{00000014-F796-4B54-A097-CDC5B37B06E6}"/>
                </c:ext>
              </c:extLst>
            </c:dLbl>
            <c:dLbl>
              <c:idx val="2"/>
              <c:delete val="1"/>
              <c:extLst>
                <c:ext xmlns:c15="http://schemas.microsoft.com/office/drawing/2012/chart" uri="{CE6537A1-D6FC-4f65-9D91-7224C49458BB}"/>
                <c:ext xmlns:c16="http://schemas.microsoft.com/office/drawing/2014/chart" uri="{C3380CC4-5D6E-409C-BE32-E72D297353CC}">
                  <c16:uniqueId val="{00000015-F796-4B54-A097-CDC5B37B06E6}"/>
                </c:ext>
              </c:extLst>
            </c:dLbl>
            <c:dLbl>
              <c:idx val="11"/>
              <c:layout>
                <c:manualLayout>
                  <c:x val="-1.6398361594103596E-2"/>
                  <c:y val="-3.3216289426151365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F796-4B54-A097-CDC5B37B06E6}"/>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Sheet1!$N$2:$N$13</c:f>
              <c:numCache>
                <c:formatCode>0.00%</c:formatCode>
                <c:ptCount val="12"/>
                <c:pt idx="0">
                  <c:v>0</c:v>
                </c:pt>
                <c:pt idx="1">
                  <c:v>0</c:v>
                </c:pt>
                <c:pt idx="2">
                  <c:v>0</c:v>
                </c:pt>
                <c:pt idx="3">
                  <c:v>5.0738686016273238E-2</c:v>
                </c:pt>
                <c:pt idx="4">
                  <c:v>7.7999482971980866E-2</c:v>
                </c:pt>
                <c:pt idx="5">
                  <c:v>0.11372120881486758</c:v>
                </c:pt>
                <c:pt idx="6">
                  <c:v>0.13501241570418329</c:v>
                </c:pt>
                <c:pt idx="7">
                  <c:v>0.14757737712655428</c:v>
                </c:pt>
                <c:pt idx="8">
                  <c:v>0.15199213703519901</c:v>
                </c:pt>
                <c:pt idx="9">
                  <c:v>0.15122863322962621</c:v>
                </c:pt>
                <c:pt idx="10">
                  <c:v>0.14862847994821277</c:v>
                </c:pt>
                <c:pt idx="11">
                  <c:v>0.1460310108121293</c:v>
                </c:pt>
              </c:numCache>
            </c:numRef>
          </c:val>
          <c:extLst>
            <c:ext xmlns:c16="http://schemas.microsoft.com/office/drawing/2014/chart" uri="{C3380CC4-5D6E-409C-BE32-E72D297353CC}">
              <c16:uniqueId val="{00000017-F796-4B54-A097-CDC5B37B06E6}"/>
            </c:ext>
          </c:extLst>
        </c:ser>
        <c:ser>
          <c:idx val="13"/>
          <c:order val="13"/>
          <c:tx>
            <c:strRef>
              <c:f>Sheet1!$O$1</c:f>
              <c:strCache>
                <c:ptCount val="1"/>
                <c:pt idx="0">
                  <c:v>Xeljanz</c:v>
                </c:pt>
              </c:strCache>
            </c:strRef>
          </c:tx>
          <c:spPr>
            <a:solidFill>
              <a:srgbClr val="C09C33"/>
            </a:solidFill>
            <a:ln w="25400">
              <a:noFill/>
            </a:ln>
            <a:effectLst/>
          </c:spPr>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Sheet1!$O$2:$O$13</c:f>
              <c:numCache>
                <c:formatCode>0.00%</c:formatCode>
                <c:ptCount val="12"/>
                <c:pt idx="0">
                  <c:v>2.622779095940983E-2</c:v>
                </c:pt>
                <c:pt idx="1">
                  <c:v>4.1533924169204088E-2</c:v>
                </c:pt>
                <c:pt idx="2">
                  <c:v>3.8972388212515925E-2</c:v>
                </c:pt>
                <c:pt idx="3">
                  <c:v>2.6252799078122391E-2</c:v>
                </c:pt>
                <c:pt idx="4">
                  <c:v>2.5079868939547487E-2</c:v>
                </c:pt>
                <c:pt idx="5">
                  <c:v>2.3834758704361535E-2</c:v>
                </c:pt>
                <c:pt idx="6">
                  <c:v>2.1131335123686906E-2</c:v>
                </c:pt>
                <c:pt idx="7">
                  <c:v>1.7842734293928356E-2</c:v>
                </c:pt>
                <c:pt idx="8">
                  <c:v>1.4934209333560041E-2</c:v>
                </c:pt>
                <c:pt idx="9">
                  <c:v>1.1864063281493165E-2</c:v>
                </c:pt>
                <c:pt idx="10">
                  <c:v>9.0573387835305753E-3</c:v>
                </c:pt>
                <c:pt idx="11">
                  <c:v>6.4789647441775801E-3</c:v>
                </c:pt>
              </c:numCache>
            </c:numRef>
          </c:val>
          <c:extLst>
            <c:ext xmlns:c16="http://schemas.microsoft.com/office/drawing/2014/chart" uri="{C3380CC4-5D6E-409C-BE32-E72D297353CC}">
              <c16:uniqueId val="{00000018-F796-4B54-A097-CDC5B37B06E6}"/>
            </c:ext>
          </c:extLst>
        </c:ser>
        <c:ser>
          <c:idx val="14"/>
          <c:order val="14"/>
          <c:tx>
            <c:strRef>
              <c:f>Sheet1!$P$1</c:f>
              <c:strCache>
                <c:ptCount val="1"/>
                <c:pt idx="0">
                  <c:v>Tofacitinib Generic</c:v>
                </c:pt>
              </c:strCache>
            </c:strRef>
          </c:tx>
          <c:spPr>
            <a:solidFill>
              <a:schemeClr val="tx2">
                <a:lumMod val="75000"/>
              </a:schemeClr>
            </a:solidFill>
            <a:ln w="25400">
              <a:noFill/>
            </a:ln>
            <a:effectLst/>
          </c:spPr>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Sheet1!$P$2:$P$13</c:f>
              <c:numCache>
                <c:formatCode>0.00%</c:formatCode>
                <c:ptCount val="12"/>
                <c:pt idx="0">
                  <c:v>0</c:v>
                </c:pt>
                <c:pt idx="1">
                  <c:v>0</c:v>
                </c:pt>
                <c:pt idx="2">
                  <c:v>0</c:v>
                </c:pt>
                <c:pt idx="3">
                  <c:v>0</c:v>
                </c:pt>
                <c:pt idx="4">
                  <c:v>0</c:v>
                </c:pt>
                <c:pt idx="5">
                  <c:v>0</c:v>
                </c:pt>
                <c:pt idx="6">
                  <c:v>0</c:v>
                </c:pt>
                <c:pt idx="7">
                  <c:v>2.3424941488458994E-4</c:v>
                </c:pt>
                <c:pt idx="8">
                  <c:v>1.3806881065305408E-3</c:v>
                </c:pt>
                <c:pt idx="9">
                  <c:v>3.147773544648816E-3</c:v>
                </c:pt>
                <c:pt idx="10">
                  <c:v>5.7464637994159911E-3</c:v>
                </c:pt>
                <c:pt idx="11">
                  <c:v>8.2519049362593817E-3</c:v>
                </c:pt>
              </c:numCache>
            </c:numRef>
          </c:val>
          <c:extLst>
            <c:ext xmlns:c16="http://schemas.microsoft.com/office/drawing/2014/chart" uri="{C3380CC4-5D6E-409C-BE32-E72D297353CC}">
              <c16:uniqueId val="{00000019-F796-4B54-A097-CDC5B37B06E6}"/>
            </c:ext>
          </c:extLst>
        </c:ser>
        <c:ser>
          <c:idx val="15"/>
          <c:order val="15"/>
          <c:tx>
            <c:strRef>
              <c:f>Sheet1!$Q$1</c:f>
              <c:strCache>
                <c:ptCount val="1"/>
                <c:pt idx="0">
                  <c:v>Zeposia</c:v>
                </c:pt>
              </c:strCache>
            </c:strRef>
          </c:tx>
          <c:spPr>
            <a:solidFill>
              <a:srgbClr val="5B8595"/>
            </a:solidFill>
            <a:ln w="25400">
              <a:noFill/>
            </a:ln>
            <a:effectLst/>
          </c:spPr>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Sheet1!$Q$2:$Q$13</c:f>
              <c:numCache>
                <c:formatCode>0.00%</c:formatCode>
                <c:ptCount val="12"/>
                <c:pt idx="0">
                  <c:v>0</c:v>
                </c:pt>
                <c:pt idx="1">
                  <c:v>0</c:v>
                </c:pt>
                <c:pt idx="2">
                  <c:v>2.9811988528853236E-3</c:v>
                </c:pt>
                <c:pt idx="3">
                  <c:v>1.0574215247743863E-2</c:v>
                </c:pt>
                <c:pt idx="4">
                  <c:v>1.7577982888298371E-2</c:v>
                </c:pt>
                <c:pt idx="5">
                  <c:v>2.0014685996256831E-2</c:v>
                </c:pt>
                <c:pt idx="6">
                  <c:v>2.0212307948864101E-2</c:v>
                </c:pt>
                <c:pt idx="7">
                  <c:v>2.0357243749205913E-2</c:v>
                </c:pt>
                <c:pt idx="8">
                  <c:v>2.0689462445229307E-2</c:v>
                </c:pt>
                <c:pt idx="9">
                  <c:v>2.0573306020580225E-2</c:v>
                </c:pt>
                <c:pt idx="10">
                  <c:v>1.8350462281138961E-2</c:v>
                </c:pt>
                <c:pt idx="11">
                  <c:v>1.5875813009496215E-2</c:v>
                </c:pt>
              </c:numCache>
            </c:numRef>
          </c:val>
          <c:extLst>
            <c:ext xmlns:c16="http://schemas.microsoft.com/office/drawing/2014/chart" uri="{C3380CC4-5D6E-409C-BE32-E72D297353CC}">
              <c16:uniqueId val="{0000001A-F796-4B54-A097-CDC5B37B06E6}"/>
            </c:ext>
          </c:extLst>
        </c:ser>
        <c:ser>
          <c:idx val="16"/>
          <c:order val="16"/>
          <c:tx>
            <c:strRef>
              <c:f>Sheet1!$R$1</c:f>
              <c:strCache>
                <c:ptCount val="1"/>
                <c:pt idx="0">
                  <c:v>Velsipity</c:v>
                </c:pt>
              </c:strCache>
            </c:strRef>
          </c:tx>
          <c:spPr>
            <a:solidFill>
              <a:srgbClr val="BFBFBF"/>
            </a:solidFill>
            <a:ln w="25400">
              <a:noFill/>
            </a:ln>
            <a:effectLst/>
          </c:spPr>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Sheet1!$R$2:$R$13</c:f>
              <c:numCache>
                <c:formatCode>0.00%</c:formatCode>
                <c:ptCount val="12"/>
                <c:pt idx="0">
                  <c:v>0</c:v>
                </c:pt>
                <c:pt idx="1">
                  <c:v>0</c:v>
                </c:pt>
                <c:pt idx="2">
                  <c:v>0</c:v>
                </c:pt>
                <c:pt idx="3">
                  <c:v>0</c:v>
                </c:pt>
                <c:pt idx="4">
                  <c:v>1.7226114874382348E-2</c:v>
                </c:pt>
                <c:pt idx="5">
                  <c:v>2.3548372069126716E-2</c:v>
                </c:pt>
                <c:pt idx="6">
                  <c:v>2.7700550341721045E-2</c:v>
                </c:pt>
                <c:pt idx="7">
                  <c:v>3.0592475283522321E-2</c:v>
                </c:pt>
                <c:pt idx="8">
                  <c:v>3.1701566114990122E-2</c:v>
                </c:pt>
                <c:pt idx="9">
                  <c:v>3.1243695843731944E-2</c:v>
                </c:pt>
                <c:pt idx="10">
                  <c:v>3.0398501779373744E-2</c:v>
                </c:pt>
                <c:pt idx="11">
                  <c:v>2.9590497053105295E-2</c:v>
                </c:pt>
              </c:numCache>
            </c:numRef>
          </c:val>
          <c:extLst>
            <c:ext xmlns:c16="http://schemas.microsoft.com/office/drawing/2014/chart" uri="{C3380CC4-5D6E-409C-BE32-E72D297353CC}">
              <c16:uniqueId val="{0000001B-F796-4B54-A097-CDC5B37B06E6}"/>
            </c:ext>
          </c:extLst>
        </c:ser>
        <c:ser>
          <c:idx val="17"/>
          <c:order val="17"/>
          <c:tx>
            <c:strRef>
              <c:f>Sheet1!$S$1</c:f>
              <c:strCache>
                <c:ptCount val="1"/>
                <c:pt idx="0">
                  <c:v>Obefazimod</c:v>
                </c:pt>
              </c:strCache>
            </c:strRef>
          </c:tx>
          <c:spPr>
            <a:solidFill>
              <a:schemeClr val="accent6">
                <a:lumMod val="80000"/>
                <a:lumOff val="20000"/>
              </a:schemeClr>
            </a:solidFill>
            <a:ln w="25400">
              <a:noFill/>
            </a:ln>
            <a:effectLst/>
          </c:spPr>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Sheet1!$S$2:$S$13</c:f>
              <c:numCache>
                <c:formatCode>0.00%</c:formatCode>
                <c:ptCount val="12"/>
                <c:pt idx="0">
                  <c:v>0</c:v>
                </c:pt>
                <c:pt idx="1">
                  <c:v>0</c:v>
                </c:pt>
                <c:pt idx="2">
                  <c:v>0</c:v>
                </c:pt>
                <c:pt idx="3">
                  <c:v>0</c:v>
                </c:pt>
                <c:pt idx="4">
                  <c:v>0</c:v>
                </c:pt>
                <c:pt idx="5">
                  <c:v>0</c:v>
                </c:pt>
                <c:pt idx="6">
                  <c:v>0</c:v>
                </c:pt>
                <c:pt idx="7">
                  <c:v>2.2078752482777323E-3</c:v>
                </c:pt>
                <c:pt idx="8">
                  <c:v>8.6519038831364848E-3</c:v>
                </c:pt>
                <c:pt idx="9">
                  <c:v>1.6095067015122009E-2</c:v>
                </c:pt>
                <c:pt idx="10">
                  <c:v>2.3508322526551051E-2</c:v>
                </c:pt>
                <c:pt idx="11">
                  <c:v>3.121112047415987E-2</c:v>
                </c:pt>
              </c:numCache>
            </c:numRef>
          </c:val>
          <c:extLst>
            <c:ext xmlns:c16="http://schemas.microsoft.com/office/drawing/2014/chart" uri="{C3380CC4-5D6E-409C-BE32-E72D297353CC}">
              <c16:uniqueId val="{0000001C-F796-4B54-A097-CDC5B37B06E6}"/>
            </c:ext>
          </c:extLst>
        </c:ser>
        <c:ser>
          <c:idx val="18"/>
          <c:order val="18"/>
          <c:tx>
            <c:strRef>
              <c:f>Sheet1!$T$1</c:f>
              <c:strCache>
                <c:ptCount val="1"/>
                <c:pt idx="0">
                  <c:v>RVT-3101</c:v>
                </c:pt>
              </c:strCache>
            </c:strRef>
          </c:tx>
          <c:spPr>
            <a:solidFill>
              <a:schemeClr val="accent1">
                <a:lumMod val="80000"/>
              </a:schemeClr>
            </a:solidFill>
            <a:ln w="25400">
              <a:noFill/>
            </a:ln>
            <a:effectLst/>
          </c:spPr>
          <c:cat>
            <c:numRef>
              <c:f>Sheet1!$A$2:$A$13</c:f>
              <c:numCache>
                <c:formatCode>General</c:formatCode>
                <c:ptCount val="12"/>
                <c:pt idx="0">
                  <c:v>2019</c:v>
                </c:pt>
                <c:pt idx="1">
                  <c:v>2020</c:v>
                </c:pt>
                <c:pt idx="2">
                  <c:v>2021</c:v>
                </c:pt>
                <c:pt idx="3">
                  <c:v>2022</c:v>
                </c:pt>
                <c:pt idx="4">
                  <c:v>2023</c:v>
                </c:pt>
                <c:pt idx="5">
                  <c:v>2024</c:v>
                </c:pt>
                <c:pt idx="6">
                  <c:v>2025</c:v>
                </c:pt>
                <c:pt idx="7">
                  <c:v>2026</c:v>
                </c:pt>
                <c:pt idx="8">
                  <c:v>2027</c:v>
                </c:pt>
                <c:pt idx="9">
                  <c:v>2028</c:v>
                </c:pt>
                <c:pt idx="10">
                  <c:v>2029</c:v>
                </c:pt>
                <c:pt idx="11">
                  <c:v>2030</c:v>
                </c:pt>
              </c:numCache>
            </c:numRef>
          </c:cat>
          <c:val>
            <c:numRef>
              <c:f>Sheet1!$T$2:$T$13</c:f>
              <c:numCache>
                <c:formatCode>0.00%</c:formatCode>
                <c:ptCount val="12"/>
                <c:pt idx="0">
                  <c:v>0</c:v>
                </c:pt>
                <c:pt idx="1">
                  <c:v>0</c:v>
                </c:pt>
                <c:pt idx="2">
                  <c:v>0</c:v>
                </c:pt>
                <c:pt idx="3">
                  <c:v>0</c:v>
                </c:pt>
                <c:pt idx="4">
                  <c:v>0</c:v>
                </c:pt>
                <c:pt idx="5">
                  <c:v>0</c:v>
                </c:pt>
                <c:pt idx="6">
                  <c:v>0</c:v>
                </c:pt>
                <c:pt idx="7">
                  <c:v>0</c:v>
                </c:pt>
                <c:pt idx="8">
                  <c:v>1.3602734848169036E-3</c:v>
                </c:pt>
                <c:pt idx="9">
                  <c:v>5.2541037472125258E-3</c:v>
                </c:pt>
                <c:pt idx="10">
                  <c:v>9.435426765984592E-3</c:v>
                </c:pt>
                <c:pt idx="11">
                  <c:v>1.4379373609701495E-2</c:v>
                </c:pt>
              </c:numCache>
            </c:numRef>
          </c:val>
          <c:extLst>
            <c:ext xmlns:c16="http://schemas.microsoft.com/office/drawing/2014/chart" uri="{C3380CC4-5D6E-409C-BE32-E72D297353CC}">
              <c16:uniqueId val="{0000001D-F796-4B54-A097-CDC5B37B06E6}"/>
            </c:ext>
          </c:extLst>
        </c:ser>
        <c:dLbls>
          <c:showLegendKey val="0"/>
          <c:showVal val="0"/>
          <c:showCatName val="0"/>
          <c:showSerName val="0"/>
          <c:showPercent val="0"/>
          <c:showBubbleSize val="0"/>
        </c:dLbls>
        <c:axId val="1020183056"/>
        <c:axId val="1020166736"/>
      </c:areaChart>
      <c:catAx>
        <c:axId val="1020183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1020166736"/>
        <c:crosses val="autoZero"/>
        <c:auto val="1"/>
        <c:lblAlgn val="ctr"/>
        <c:lblOffset val="100"/>
        <c:noMultiLvlLbl val="0"/>
      </c:catAx>
      <c:valAx>
        <c:axId val="1020166736"/>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020183056"/>
        <c:crosses val="autoZero"/>
        <c:crossBetween val="midCat"/>
        <c:majorUnit val="0.2"/>
      </c:valAx>
      <c:spPr>
        <a:noFill/>
        <a:ln>
          <a:noFill/>
        </a:ln>
        <a:effectLst/>
      </c:spPr>
    </c:plotArea>
    <c:legend>
      <c:legendPos val="r"/>
      <c:layout>
        <c:manualLayout>
          <c:xMode val="edge"/>
          <c:yMode val="edge"/>
          <c:x val="0.85176616115149673"/>
          <c:y val="1.0110232751630211E-2"/>
          <c:w val="0.14823383884850327"/>
          <c:h val="0.9029224775634094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7438271259915823E-2"/>
          <c:y val="4.302238461776467E-2"/>
          <c:w val="0.67177488488833492"/>
          <c:h val="0.70184877616919694"/>
        </c:manualLayout>
      </c:layout>
      <c:areaChart>
        <c:grouping val="percentStacked"/>
        <c:varyColors val="0"/>
        <c:ser>
          <c:idx val="0"/>
          <c:order val="0"/>
          <c:tx>
            <c:strRef>
              <c:f>Sheet1!$B$1</c:f>
              <c:strCache>
                <c:ptCount val="1"/>
                <c:pt idx="0">
                  <c:v>Entyvio (IV &amp; SC)</c:v>
                </c:pt>
              </c:strCache>
            </c:strRef>
          </c:tx>
          <c:spPr>
            <a:solidFill>
              <a:srgbClr val="9B288C"/>
            </a:solidFill>
            <a:ln w="25400">
              <a:noFill/>
            </a:ln>
            <a:effectLst/>
          </c:spPr>
          <c:dLbls>
            <c:dLbl>
              <c:idx val="0"/>
              <c:layout>
                <c:manualLayout>
                  <c:x val="9.8730333738652441E-3"/>
                  <c:y val="-7.6513872772950523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D305-4BA0-B67F-1BBA95C974C0}"/>
                </c:ext>
              </c:extLst>
            </c:dLbl>
            <c:dLbl>
              <c:idx val="11"/>
              <c:layout>
                <c:manualLayout>
                  <c:x val="-7.4047750303990242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305-4BA0-B67F-1BBA95C974C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  2019</c:v>
                </c:pt>
                <c:pt idx="1">
                  <c:v>  2020</c:v>
                </c:pt>
                <c:pt idx="2">
                  <c:v>  2021</c:v>
                </c:pt>
                <c:pt idx="3">
                  <c:v>  2022</c:v>
                </c:pt>
                <c:pt idx="4">
                  <c:v>  2023</c:v>
                </c:pt>
                <c:pt idx="5">
                  <c:v>2024</c:v>
                </c:pt>
                <c:pt idx="6">
                  <c:v>  2025</c:v>
                </c:pt>
                <c:pt idx="7">
                  <c:v>  2026</c:v>
                </c:pt>
                <c:pt idx="8">
                  <c:v>  2027</c:v>
                </c:pt>
                <c:pt idx="9">
                  <c:v>  2028</c:v>
                </c:pt>
                <c:pt idx="10">
                  <c:v>  2029</c:v>
                </c:pt>
                <c:pt idx="11">
                  <c:v>2030</c:v>
                </c:pt>
              </c:strCache>
            </c:strRef>
          </c:cat>
          <c:val>
            <c:numRef>
              <c:f>Sheet1!$B$2:$B$13</c:f>
              <c:numCache>
                <c:formatCode>0.00%</c:formatCode>
                <c:ptCount val="12"/>
                <c:pt idx="0">
                  <c:v>0.15331568125308415</c:v>
                </c:pt>
                <c:pt idx="1">
                  <c:v>0.1764619372860867</c:v>
                </c:pt>
                <c:pt idx="2">
                  <c:v>0.20734464926379081</c:v>
                </c:pt>
                <c:pt idx="3">
                  <c:v>0.21607034269258046</c:v>
                </c:pt>
                <c:pt idx="4">
                  <c:v>0.22325141059422338</c:v>
                </c:pt>
                <c:pt idx="5">
                  <c:v>0.23163808292719121</c:v>
                </c:pt>
                <c:pt idx="6">
                  <c:v>0.22074016232963845</c:v>
                </c:pt>
                <c:pt idx="7">
                  <c:v>0.21055950708095617</c:v>
                </c:pt>
                <c:pt idx="8">
                  <c:v>0.20223829639216817</c:v>
                </c:pt>
                <c:pt idx="9">
                  <c:v>0.19484331176438668</c:v>
                </c:pt>
                <c:pt idx="10">
                  <c:v>0.19315450068661882</c:v>
                </c:pt>
                <c:pt idx="11">
                  <c:v>0.19323856894041846</c:v>
                </c:pt>
              </c:numCache>
            </c:numRef>
          </c:val>
          <c:extLst>
            <c:ext xmlns:c16="http://schemas.microsoft.com/office/drawing/2014/chart" uri="{C3380CC4-5D6E-409C-BE32-E72D297353CC}">
              <c16:uniqueId val="{00000002-D305-4BA0-B67F-1BBA95C974C0}"/>
            </c:ext>
          </c:extLst>
        </c:ser>
        <c:ser>
          <c:idx val="1"/>
          <c:order val="1"/>
          <c:tx>
            <c:strRef>
              <c:f>Sheet1!$C$1</c:f>
              <c:strCache>
                <c:ptCount val="1"/>
                <c:pt idx="0">
                  <c:v>Tysabri</c:v>
                </c:pt>
              </c:strCache>
            </c:strRef>
          </c:tx>
          <c:spPr>
            <a:solidFill>
              <a:srgbClr val="336E68"/>
            </a:solidFill>
            <a:ln w="25400">
              <a:noFill/>
            </a:ln>
            <a:effectLst/>
          </c:spPr>
          <c:cat>
            <c:strRef>
              <c:f>Sheet1!$A$2:$A$13</c:f>
              <c:strCache>
                <c:ptCount val="12"/>
                <c:pt idx="0">
                  <c:v>  2019</c:v>
                </c:pt>
                <c:pt idx="1">
                  <c:v>  2020</c:v>
                </c:pt>
                <c:pt idx="2">
                  <c:v>  2021</c:v>
                </c:pt>
                <c:pt idx="3">
                  <c:v>  2022</c:v>
                </c:pt>
                <c:pt idx="4">
                  <c:v>  2023</c:v>
                </c:pt>
                <c:pt idx="5">
                  <c:v>2024</c:v>
                </c:pt>
                <c:pt idx="6">
                  <c:v>  2025</c:v>
                </c:pt>
                <c:pt idx="7">
                  <c:v>  2026</c:v>
                </c:pt>
                <c:pt idx="8">
                  <c:v>  2027</c:v>
                </c:pt>
                <c:pt idx="9">
                  <c:v>  2028</c:v>
                </c:pt>
                <c:pt idx="10">
                  <c:v>  2029</c:v>
                </c:pt>
                <c:pt idx="11">
                  <c:v>2030</c:v>
                </c:pt>
              </c:strCache>
            </c:strRef>
          </c:cat>
          <c:val>
            <c:numRef>
              <c:f>Sheet1!$C$2:$C$13</c:f>
              <c:numCache>
                <c:formatCode>0.00%</c:formatCode>
                <c:ptCount val="12"/>
                <c:pt idx="0">
                  <c:v>2.0162436343889628E-3</c:v>
                </c:pt>
                <c:pt idx="1">
                  <c:v>1.9505348562689146E-3</c:v>
                </c:pt>
                <c:pt idx="2">
                  <c:v>1.9170146809658287E-3</c:v>
                </c:pt>
                <c:pt idx="3">
                  <c:v>1.828043214318056E-3</c:v>
                </c:pt>
                <c:pt idx="4">
                  <c:v>1.5982154621709589E-3</c:v>
                </c:pt>
                <c:pt idx="5">
                  <c:v>1.56087808383452E-3</c:v>
                </c:pt>
                <c:pt idx="6">
                  <c:v>1.3547290984290885E-3</c:v>
                </c:pt>
                <c:pt idx="7">
                  <c:v>1.1723118111778091E-3</c:v>
                </c:pt>
                <c:pt idx="8">
                  <c:v>1.0167407965053165E-3</c:v>
                </c:pt>
                <c:pt idx="9">
                  <c:v>8.7966804067347274E-4</c:v>
                </c:pt>
                <c:pt idx="10">
                  <c:v>7.7797274094614757E-4</c:v>
                </c:pt>
                <c:pt idx="11">
                  <c:v>6.8884236357563298E-4</c:v>
                </c:pt>
              </c:numCache>
            </c:numRef>
          </c:val>
          <c:extLst>
            <c:ext xmlns:c16="http://schemas.microsoft.com/office/drawing/2014/chart" uri="{C3380CC4-5D6E-409C-BE32-E72D297353CC}">
              <c16:uniqueId val="{00000003-D305-4BA0-B67F-1BBA95C974C0}"/>
            </c:ext>
          </c:extLst>
        </c:ser>
        <c:ser>
          <c:idx val="2"/>
          <c:order val="2"/>
          <c:tx>
            <c:strRef>
              <c:f>Sheet1!$D$1</c:f>
              <c:strCache>
                <c:ptCount val="1"/>
                <c:pt idx="0">
                  <c:v>Stelara</c:v>
                </c:pt>
              </c:strCache>
            </c:strRef>
          </c:tx>
          <c:spPr>
            <a:solidFill>
              <a:srgbClr val="7976A6"/>
            </a:solidFill>
            <a:ln w="25400">
              <a:noFill/>
            </a:ln>
            <a:effectLst/>
          </c:spPr>
          <c:dLbls>
            <c:dLbl>
              <c:idx val="0"/>
              <c:layout>
                <c:manualLayout>
                  <c:x val="1.9434031648205761E-2"/>
                  <c:y val="-3.315574559048163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305-4BA0-B67F-1BBA95C974C0}"/>
                </c:ext>
              </c:extLst>
            </c:dLbl>
            <c:dLbl>
              <c:idx val="11"/>
              <c:layout>
                <c:manualLayout>
                  <c:x val="-1.7004777692180048E-2"/>
                  <c:y val="-1.2156966278198093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305-4BA0-B67F-1BBA95C974C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  2019</c:v>
                </c:pt>
                <c:pt idx="1">
                  <c:v>  2020</c:v>
                </c:pt>
                <c:pt idx="2">
                  <c:v>  2021</c:v>
                </c:pt>
                <c:pt idx="3">
                  <c:v>  2022</c:v>
                </c:pt>
                <c:pt idx="4">
                  <c:v>  2023</c:v>
                </c:pt>
                <c:pt idx="5">
                  <c:v>2024</c:v>
                </c:pt>
                <c:pt idx="6">
                  <c:v>  2025</c:v>
                </c:pt>
                <c:pt idx="7">
                  <c:v>  2026</c:v>
                </c:pt>
                <c:pt idx="8">
                  <c:v>  2027</c:v>
                </c:pt>
                <c:pt idx="9">
                  <c:v>  2028</c:v>
                </c:pt>
                <c:pt idx="10">
                  <c:v>  2029</c:v>
                </c:pt>
                <c:pt idx="11">
                  <c:v>2030</c:v>
                </c:pt>
              </c:strCache>
            </c:strRef>
          </c:cat>
          <c:val>
            <c:numRef>
              <c:f>Sheet1!$D$2:$D$13</c:f>
              <c:numCache>
                <c:formatCode>0.00%</c:formatCode>
                <c:ptCount val="12"/>
                <c:pt idx="0">
                  <c:v>0.12750784190083267</c:v>
                </c:pt>
                <c:pt idx="1">
                  <c:v>0.1420163336369531</c:v>
                </c:pt>
                <c:pt idx="2">
                  <c:v>0.15272275880675346</c:v>
                </c:pt>
                <c:pt idx="3">
                  <c:v>0.15919060386977874</c:v>
                </c:pt>
                <c:pt idx="4">
                  <c:v>0.17192628197116541</c:v>
                </c:pt>
                <c:pt idx="5">
                  <c:v>0.15399163609627695</c:v>
                </c:pt>
                <c:pt idx="6">
                  <c:v>0.12239270853877582</c:v>
                </c:pt>
                <c:pt idx="7">
                  <c:v>9.9790721638683244E-2</c:v>
                </c:pt>
                <c:pt idx="8">
                  <c:v>8.011448314839828E-2</c:v>
                </c:pt>
                <c:pt idx="9">
                  <c:v>6.1875113745486911E-2</c:v>
                </c:pt>
                <c:pt idx="10">
                  <c:v>4.6825913645797267E-2</c:v>
                </c:pt>
                <c:pt idx="11">
                  <c:v>3.2948652541457298E-2</c:v>
                </c:pt>
              </c:numCache>
            </c:numRef>
          </c:val>
          <c:extLst>
            <c:ext xmlns:c16="http://schemas.microsoft.com/office/drawing/2014/chart" uri="{C3380CC4-5D6E-409C-BE32-E72D297353CC}">
              <c16:uniqueId val="{00000006-D305-4BA0-B67F-1BBA95C974C0}"/>
            </c:ext>
          </c:extLst>
        </c:ser>
        <c:ser>
          <c:idx val="3"/>
          <c:order val="3"/>
          <c:tx>
            <c:strRef>
              <c:f>Sheet1!$E$1</c:f>
              <c:strCache>
                <c:ptCount val="1"/>
                <c:pt idx="0">
                  <c:v>Ustekinumab Biosim</c:v>
                </c:pt>
              </c:strCache>
            </c:strRef>
          </c:tx>
          <c:spPr>
            <a:solidFill>
              <a:srgbClr val="BBB9D1"/>
            </a:solidFill>
            <a:ln w="25400">
              <a:noFill/>
            </a:ln>
            <a:effectLst/>
          </c:spPr>
          <c:cat>
            <c:strRef>
              <c:f>Sheet1!$A$2:$A$13</c:f>
              <c:strCache>
                <c:ptCount val="12"/>
                <c:pt idx="0">
                  <c:v>  2019</c:v>
                </c:pt>
                <c:pt idx="1">
                  <c:v>  2020</c:v>
                </c:pt>
                <c:pt idx="2">
                  <c:v>  2021</c:v>
                </c:pt>
                <c:pt idx="3">
                  <c:v>  2022</c:v>
                </c:pt>
                <c:pt idx="4">
                  <c:v>  2023</c:v>
                </c:pt>
                <c:pt idx="5">
                  <c:v>2024</c:v>
                </c:pt>
                <c:pt idx="6">
                  <c:v>  2025</c:v>
                </c:pt>
                <c:pt idx="7">
                  <c:v>  2026</c:v>
                </c:pt>
                <c:pt idx="8">
                  <c:v>  2027</c:v>
                </c:pt>
                <c:pt idx="9">
                  <c:v>  2028</c:v>
                </c:pt>
                <c:pt idx="10">
                  <c:v>  2029</c:v>
                </c:pt>
                <c:pt idx="11">
                  <c:v>2030</c:v>
                </c:pt>
              </c:strCache>
            </c:strRef>
          </c:cat>
          <c:val>
            <c:numRef>
              <c:f>Sheet1!$E$2:$E$13</c:f>
              <c:numCache>
                <c:formatCode>0.00%</c:formatCode>
                <c:ptCount val="12"/>
                <c:pt idx="0">
                  <c:v>0</c:v>
                </c:pt>
                <c:pt idx="1">
                  <c:v>0</c:v>
                </c:pt>
                <c:pt idx="2">
                  <c:v>0</c:v>
                </c:pt>
                <c:pt idx="3">
                  <c:v>0</c:v>
                </c:pt>
                <c:pt idx="4">
                  <c:v>0</c:v>
                </c:pt>
                <c:pt idx="5">
                  <c:v>0</c:v>
                </c:pt>
                <c:pt idx="6">
                  <c:v>7.4047658563344294E-3</c:v>
                </c:pt>
                <c:pt idx="7">
                  <c:v>1.7958841660268759E-2</c:v>
                </c:pt>
                <c:pt idx="8">
                  <c:v>2.96442130582136E-2</c:v>
                </c:pt>
                <c:pt idx="9">
                  <c:v>4.0171737322160159E-2</c:v>
                </c:pt>
                <c:pt idx="10">
                  <c:v>4.9073514096611204E-2</c:v>
                </c:pt>
                <c:pt idx="11">
                  <c:v>5.5605391717711873E-2</c:v>
                </c:pt>
              </c:numCache>
            </c:numRef>
          </c:val>
          <c:extLst>
            <c:ext xmlns:c16="http://schemas.microsoft.com/office/drawing/2014/chart" uri="{C3380CC4-5D6E-409C-BE32-E72D297353CC}">
              <c16:uniqueId val="{00000007-D305-4BA0-B67F-1BBA95C974C0}"/>
            </c:ext>
          </c:extLst>
        </c:ser>
        <c:ser>
          <c:idx val="4"/>
          <c:order val="4"/>
          <c:tx>
            <c:strRef>
              <c:f>Sheet1!$F$1</c:f>
              <c:strCache>
                <c:ptCount val="1"/>
                <c:pt idx="0">
                  <c:v>Skyrizi</c:v>
                </c:pt>
              </c:strCache>
            </c:strRef>
          </c:tx>
          <c:spPr>
            <a:solidFill>
              <a:srgbClr val="F78E16"/>
            </a:solidFill>
            <a:ln w="25400">
              <a:noFill/>
            </a:ln>
            <a:effectLst/>
          </c:spPr>
          <c:cat>
            <c:strRef>
              <c:f>Sheet1!$A$2:$A$13</c:f>
              <c:strCache>
                <c:ptCount val="12"/>
                <c:pt idx="0">
                  <c:v>  2019</c:v>
                </c:pt>
                <c:pt idx="1">
                  <c:v>  2020</c:v>
                </c:pt>
                <c:pt idx="2">
                  <c:v>  2021</c:v>
                </c:pt>
                <c:pt idx="3">
                  <c:v>  2022</c:v>
                </c:pt>
                <c:pt idx="4">
                  <c:v>  2023</c:v>
                </c:pt>
                <c:pt idx="5">
                  <c:v>2024</c:v>
                </c:pt>
                <c:pt idx="6">
                  <c:v>  2025</c:v>
                </c:pt>
                <c:pt idx="7">
                  <c:v>  2026</c:v>
                </c:pt>
                <c:pt idx="8">
                  <c:v>  2027</c:v>
                </c:pt>
                <c:pt idx="9">
                  <c:v>  2028</c:v>
                </c:pt>
                <c:pt idx="10">
                  <c:v>  2029</c:v>
                </c:pt>
                <c:pt idx="11">
                  <c:v>2030</c:v>
                </c:pt>
              </c:strCache>
            </c:strRef>
          </c:cat>
          <c:val>
            <c:numRef>
              <c:f>Sheet1!$F$2:$F$13</c:f>
              <c:numCache>
                <c:formatCode>0.00%</c:formatCode>
                <c:ptCount val="12"/>
                <c:pt idx="0">
                  <c:v>0</c:v>
                </c:pt>
                <c:pt idx="1">
                  <c:v>0</c:v>
                </c:pt>
                <c:pt idx="2">
                  <c:v>0</c:v>
                </c:pt>
                <c:pt idx="3">
                  <c:v>1.1579527980390738E-2</c:v>
                </c:pt>
                <c:pt idx="4">
                  <c:v>3.1235914158724162E-2</c:v>
                </c:pt>
                <c:pt idx="5">
                  <c:v>5.9947607224728083E-2</c:v>
                </c:pt>
                <c:pt idx="6">
                  <c:v>7.5430813143293376E-2</c:v>
                </c:pt>
                <c:pt idx="7">
                  <c:v>8.7293997600722928E-2</c:v>
                </c:pt>
                <c:pt idx="8">
                  <c:v>9.5551495197734038E-2</c:v>
                </c:pt>
                <c:pt idx="9">
                  <c:v>0.10207466146950511</c:v>
                </c:pt>
                <c:pt idx="10">
                  <c:v>0.10827067661652336</c:v>
                </c:pt>
                <c:pt idx="11">
                  <c:v>0.11154215293203459</c:v>
                </c:pt>
              </c:numCache>
            </c:numRef>
          </c:val>
          <c:extLst>
            <c:ext xmlns:c16="http://schemas.microsoft.com/office/drawing/2014/chart" uri="{C3380CC4-5D6E-409C-BE32-E72D297353CC}">
              <c16:uniqueId val="{00000008-D305-4BA0-B67F-1BBA95C974C0}"/>
            </c:ext>
          </c:extLst>
        </c:ser>
        <c:ser>
          <c:idx val="5"/>
          <c:order val="5"/>
          <c:tx>
            <c:strRef>
              <c:f>Sheet1!$G$1</c:f>
              <c:strCache>
                <c:ptCount val="1"/>
                <c:pt idx="0">
                  <c:v>Omvoh</c:v>
                </c:pt>
              </c:strCache>
            </c:strRef>
          </c:tx>
          <c:spPr>
            <a:solidFill>
              <a:srgbClr val="142D91"/>
            </a:solidFill>
            <a:ln w="25400">
              <a:noFill/>
            </a:ln>
            <a:effectLst/>
          </c:spPr>
          <c:cat>
            <c:strRef>
              <c:f>Sheet1!$A$2:$A$13</c:f>
              <c:strCache>
                <c:ptCount val="12"/>
                <c:pt idx="0">
                  <c:v>  2019</c:v>
                </c:pt>
                <c:pt idx="1">
                  <c:v>  2020</c:v>
                </c:pt>
                <c:pt idx="2">
                  <c:v>  2021</c:v>
                </c:pt>
                <c:pt idx="3">
                  <c:v>  2022</c:v>
                </c:pt>
                <c:pt idx="4">
                  <c:v>  2023</c:v>
                </c:pt>
                <c:pt idx="5">
                  <c:v>2024</c:v>
                </c:pt>
                <c:pt idx="6">
                  <c:v>  2025</c:v>
                </c:pt>
                <c:pt idx="7">
                  <c:v>  2026</c:v>
                </c:pt>
                <c:pt idx="8">
                  <c:v>  2027</c:v>
                </c:pt>
                <c:pt idx="9">
                  <c:v>  2028</c:v>
                </c:pt>
                <c:pt idx="10">
                  <c:v>  2029</c:v>
                </c:pt>
                <c:pt idx="11">
                  <c:v>2030</c:v>
                </c:pt>
              </c:strCache>
            </c:strRef>
          </c:cat>
          <c:val>
            <c:numRef>
              <c:f>Sheet1!$G$2:$G$13</c:f>
              <c:numCache>
                <c:formatCode>0.00%</c:formatCode>
                <c:ptCount val="12"/>
                <c:pt idx="0">
                  <c:v>0</c:v>
                </c:pt>
                <c:pt idx="1">
                  <c:v>0</c:v>
                </c:pt>
                <c:pt idx="2">
                  <c:v>0</c:v>
                </c:pt>
                <c:pt idx="3">
                  <c:v>0</c:v>
                </c:pt>
                <c:pt idx="4">
                  <c:v>0</c:v>
                </c:pt>
                <c:pt idx="5">
                  <c:v>4.8412300195861627E-3</c:v>
                </c:pt>
                <c:pt idx="6">
                  <c:v>1.4314455186021393E-2</c:v>
                </c:pt>
                <c:pt idx="7">
                  <c:v>2.4331750130014446E-2</c:v>
                </c:pt>
                <c:pt idx="8">
                  <c:v>3.5872140266628758E-2</c:v>
                </c:pt>
                <c:pt idx="9">
                  <c:v>4.2965868283533187E-2</c:v>
                </c:pt>
                <c:pt idx="10">
                  <c:v>4.7081236518618702E-2</c:v>
                </c:pt>
                <c:pt idx="11">
                  <c:v>4.8262330611050765E-2</c:v>
                </c:pt>
              </c:numCache>
            </c:numRef>
          </c:val>
          <c:extLst>
            <c:ext xmlns:c16="http://schemas.microsoft.com/office/drawing/2014/chart" uri="{C3380CC4-5D6E-409C-BE32-E72D297353CC}">
              <c16:uniqueId val="{00000009-D305-4BA0-B67F-1BBA95C974C0}"/>
            </c:ext>
          </c:extLst>
        </c:ser>
        <c:ser>
          <c:idx val="6"/>
          <c:order val="6"/>
          <c:tx>
            <c:strRef>
              <c:f>Sheet1!$H$1</c:f>
              <c:strCache>
                <c:ptCount val="1"/>
                <c:pt idx="0">
                  <c:v>Tremfya</c:v>
                </c:pt>
              </c:strCache>
            </c:strRef>
          </c:tx>
          <c:spPr>
            <a:solidFill>
              <a:srgbClr val="4D9463"/>
            </a:solidFill>
            <a:ln w="25400">
              <a:noFill/>
            </a:ln>
            <a:effectLst/>
          </c:spPr>
          <c:cat>
            <c:strRef>
              <c:f>Sheet1!$A$2:$A$13</c:f>
              <c:strCache>
                <c:ptCount val="12"/>
                <c:pt idx="0">
                  <c:v>  2019</c:v>
                </c:pt>
                <c:pt idx="1">
                  <c:v>  2020</c:v>
                </c:pt>
                <c:pt idx="2">
                  <c:v>  2021</c:v>
                </c:pt>
                <c:pt idx="3">
                  <c:v>  2022</c:v>
                </c:pt>
                <c:pt idx="4">
                  <c:v>  2023</c:v>
                </c:pt>
                <c:pt idx="5">
                  <c:v>2024</c:v>
                </c:pt>
                <c:pt idx="6">
                  <c:v>  2025</c:v>
                </c:pt>
                <c:pt idx="7">
                  <c:v>  2026</c:v>
                </c:pt>
                <c:pt idx="8">
                  <c:v>  2027</c:v>
                </c:pt>
                <c:pt idx="9">
                  <c:v>  2028</c:v>
                </c:pt>
                <c:pt idx="10">
                  <c:v>  2029</c:v>
                </c:pt>
                <c:pt idx="11">
                  <c:v>2030</c:v>
                </c:pt>
              </c:strCache>
            </c:strRef>
          </c:cat>
          <c:val>
            <c:numRef>
              <c:f>Sheet1!$H$2:$H$13</c:f>
              <c:numCache>
                <c:formatCode>0.00%</c:formatCode>
                <c:ptCount val="12"/>
                <c:pt idx="0">
                  <c:v>0</c:v>
                </c:pt>
                <c:pt idx="1">
                  <c:v>0</c:v>
                </c:pt>
                <c:pt idx="2">
                  <c:v>0</c:v>
                </c:pt>
                <c:pt idx="3">
                  <c:v>0</c:v>
                </c:pt>
                <c:pt idx="4">
                  <c:v>0</c:v>
                </c:pt>
                <c:pt idx="5">
                  <c:v>0</c:v>
                </c:pt>
                <c:pt idx="6">
                  <c:v>7.7728968392956604E-3</c:v>
                </c:pt>
                <c:pt idx="7">
                  <c:v>2.0032572971311714E-2</c:v>
                </c:pt>
                <c:pt idx="8">
                  <c:v>3.2481393762372288E-2</c:v>
                </c:pt>
                <c:pt idx="9">
                  <c:v>4.5308716531273358E-2</c:v>
                </c:pt>
                <c:pt idx="10">
                  <c:v>6.0159902722497667E-2</c:v>
                </c:pt>
                <c:pt idx="11">
                  <c:v>7.3902883183703805E-2</c:v>
                </c:pt>
              </c:numCache>
            </c:numRef>
          </c:val>
          <c:extLst>
            <c:ext xmlns:c16="http://schemas.microsoft.com/office/drawing/2014/chart" uri="{C3380CC4-5D6E-409C-BE32-E72D297353CC}">
              <c16:uniqueId val="{0000000A-D305-4BA0-B67F-1BBA95C974C0}"/>
            </c:ext>
          </c:extLst>
        </c:ser>
        <c:ser>
          <c:idx val="7"/>
          <c:order val="7"/>
          <c:tx>
            <c:strRef>
              <c:f>Sheet1!$I$1</c:f>
              <c:strCache>
                <c:ptCount val="1"/>
                <c:pt idx="0">
                  <c:v>Adalimumab Biosim</c:v>
                </c:pt>
              </c:strCache>
            </c:strRef>
          </c:tx>
          <c:spPr>
            <a:solidFill>
              <a:srgbClr val="C7DFCF"/>
            </a:solidFill>
            <a:ln w="25400">
              <a:noFill/>
            </a:ln>
            <a:effectLst/>
          </c:spPr>
          <c:cat>
            <c:strRef>
              <c:f>Sheet1!$A$2:$A$13</c:f>
              <c:strCache>
                <c:ptCount val="12"/>
                <c:pt idx="0">
                  <c:v>  2019</c:v>
                </c:pt>
                <c:pt idx="1">
                  <c:v>  2020</c:v>
                </c:pt>
                <c:pt idx="2">
                  <c:v>  2021</c:v>
                </c:pt>
                <c:pt idx="3">
                  <c:v>  2022</c:v>
                </c:pt>
                <c:pt idx="4">
                  <c:v>  2023</c:v>
                </c:pt>
                <c:pt idx="5">
                  <c:v>2024</c:v>
                </c:pt>
                <c:pt idx="6">
                  <c:v>  2025</c:v>
                </c:pt>
                <c:pt idx="7">
                  <c:v>  2026</c:v>
                </c:pt>
                <c:pt idx="8">
                  <c:v>  2027</c:v>
                </c:pt>
                <c:pt idx="9">
                  <c:v>  2028</c:v>
                </c:pt>
                <c:pt idx="10">
                  <c:v>  2029</c:v>
                </c:pt>
                <c:pt idx="11">
                  <c:v>2030</c:v>
                </c:pt>
              </c:strCache>
            </c:strRef>
          </c:cat>
          <c:val>
            <c:numRef>
              <c:f>Sheet1!$I$2:$I$13</c:f>
              <c:numCache>
                <c:formatCode>0.00%</c:formatCode>
                <c:ptCount val="12"/>
                <c:pt idx="0">
                  <c:v>0</c:v>
                </c:pt>
                <c:pt idx="1">
                  <c:v>0</c:v>
                </c:pt>
                <c:pt idx="2">
                  <c:v>0</c:v>
                </c:pt>
                <c:pt idx="3">
                  <c:v>0</c:v>
                </c:pt>
                <c:pt idx="4">
                  <c:v>4.2463411861229129E-2</c:v>
                </c:pt>
                <c:pt idx="5">
                  <c:v>6.6250106582594059E-2</c:v>
                </c:pt>
                <c:pt idx="6">
                  <c:v>9.3448073983606439E-2</c:v>
                </c:pt>
                <c:pt idx="7">
                  <c:v>0.11174353434265419</c:v>
                </c:pt>
                <c:pt idx="8">
                  <c:v>0.11867744044501252</c:v>
                </c:pt>
                <c:pt idx="9">
                  <c:v>0.12823033509129089</c:v>
                </c:pt>
                <c:pt idx="10">
                  <c:v>0.13325066780399122</c:v>
                </c:pt>
                <c:pt idx="11">
                  <c:v>0.13863298465013429</c:v>
                </c:pt>
              </c:numCache>
            </c:numRef>
          </c:val>
          <c:extLst>
            <c:ext xmlns:c16="http://schemas.microsoft.com/office/drawing/2014/chart" uri="{C3380CC4-5D6E-409C-BE32-E72D297353CC}">
              <c16:uniqueId val="{0000000B-D305-4BA0-B67F-1BBA95C974C0}"/>
            </c:ext>
          </c:extLst>
        </c:ser>
        <c:ser>
          <c:idx val="8"/>
          <c:order val="8"/>
          <c:tx>
            <c:strRef>
              <c:f>Sheet1!$J$1</c:f>
              <c:strCache>
                <c:ptCount val="1"/>
                <c:pt idx="0">
                  <c:v>Remicade</c:v>
                </c:pt>
              </c:strCache>
            </c:strRef>
          </c:tx>
          <c:spPr>
            <a:solidFill>
              <a:srgbClr val="829696"/>
            </a:solidFill>
            <a:ln w="25400">
              <a:noFill/>
            </a:ln>
            <a:effectLst/>
          </c:spPr>
          <c:cat>
            <c:strRef>
              <c:f>Sheet1!$A$2:$A$13</c:f>
              <c:strCache>
                <c:ptCount val="12"/>
                <c:pt idx="0">
                  <c:v>  2019</c:v>
                </c:pt>
                <c:pt idx="1">
                  <c:v>  2020</c:v>
                </c:pt>
                <c:pt idx="2">
                  <c:v>  2021</c:v>
                </c:pt>
                <c:pt idx="3">
                  <c:v>  2022</c:v>
                </c:pt>
                <c:pt idx="4">
                  <c:v>  2023</c:v>
                </c:pt>
                <c:pt idx="5">
                  <c:v>2024</c:v>
                </c:pt>
                <c:pt idx="6">
                  <c:v>  2025</c:v>
                </c:pt>
                <c:pt idx="7">
                  <c:v>  2026</c:v>
                </c:pt>
                <c:pt idx="8">
                  <c:v>  2027</c:v>
                </c:pt>
                <c:pt idx="9">
                  <c:v>  2028</c:v>
                </c:pt>
                <c:pt idx="10">
                  <c:v>  2029</c:v>
                </c:pt>
                <c:pt idx="11">
                  <c:v>2030</c:v>
                </c:pt>
              </c:strCache>
            </c:strRef>
          </c:cat>
          <c:val>
            <c:numRef>
              <c:f>Sheet1!$J$2:$J$13</c:f>
              <c:numCache>
                <c:formatCode>0.00%</c:formatCode>
                <c:ptCount val="12"/>
                <c:pt idx="0">
                  <c:v>0.30572205237298983</c:v>
                </c:pt>
                <c:pt idx="1">
                  <c:v>0.25548910561020766</c:v>
                </c:pt>
                <c:pt idx="2">
                  <c:v>0.20137671713548971</c:v>
                </c:pt>
                <c:pt idx="3">
                  <c:v>0.14821590821091318</c:v>
                </c:pt>
                <c:pt idx="4">
                  <c:v>0.12179400285264901</c:v>
                </c:pt>
                <c:pt idx="5">
                  <c:v>0.10684340374010586</c:v>
                </c:pt>
                <c:pt idx="6">
                  <c:v>8.8850616508522981E-2</c:v>
                </c:pt>
                <c:pt idx="7">
                  <c:v>7.0942235391049283E-2</c:v>
                </c:pt>
                <c:pt idx="8">
                  <c:v>5.6954686572336474E-2</c:v>
                </c:pt>
                <c:pt idx="9">
                  <c:v>4.5721389159771204E-2</c:v>
                </c:pt>
                <c:pt idx="10">
                  <c:v>3.7561084342422155E-2</c:v>
                </c:pt>
                <c:pt idx="11">
                  <c:v>3.1102761875232122E-2</c:v>
                </c:pt>
              </c:numCache>
            </c:numRef>
          </c:val>
          <c:extLst>
            <c:ext xmlns:c16="http://schemas.microsoft.com/office/drawing/2014/chart" uri="{C3380CC4-5D6E-409C-BE32-E72D297353CC}">
              <c16:uniqueId val="{0000000C-D305-4BA0-B67F-1BBA95C974C0}"/>
            </c:ext>
          </c:extLst>
        </c:ser>
        <c:ser>
          <c:idx val="9"/>
          <c:order val="9"/>
          <c:tx>
            <c:strRef>
              <c:f>Sheet1!$K$1</c:f>
              <c:strCache>
                <c:ptCount val="1"/>
                <c:pt idx="0">
                  <c:v>Infliximab Biosim</c:v>
                </c:pt>
              </c:strCache>
            </c:strRef>
          </c:tx>
          <c:spPr>
            <a:solidFill>
              <a:srgbClr val="829696">
                <a:alpha val="25000"/>
              </a:srgbClr>
            </a:solidFill>
            <a:ln w="3175">
              <a:solidFill>
                <a:schemeClr val="tx1"/>
              </a:solidFill>
            </a:ln>
            <a:effectLst/>
          </c:spPr>
          <c:cat>
            <c:strRef>
              <c:f>Sheet1!$A$2:$A$13</c:f>
              <c:strCache>
                <c:ptCount val="12"/>
                <c:pt idx="0">
                  <c:v>  2019</c:v>
                </c:pt>
                <c:pt idx="1">
                  <c:v>  2020</c:v>
                </c:pt>
                <c:pt idx="2">
                  <c:v>  2021</c:v>
                </c:pt>
                <c:pt idx="3">
                  <c:v>  2022</c:v>
                </c:pt>
                <c:pt idx="4">
                  <c:v>  2023</c:v>
                </c:pt>
                <c:pt idx="5">
                  <c:v>2024</c:v>
                </c:pt>
                <c:pt idx="6">
                  <c:v>  2025</c:v>
                </c:pt>
                <c:pt idx="7">
                  <c:v>  2026</c:v>
                </c:pt>
                <c:pt idx="8">
                  <c:v>  2027</c:v>
                </c:pt>
                <c:pt idx="9">
                  <c:v>  2028</c:v>
                </c:pt>
                <c:pt idx="10">
                  <c:v>  2029</c:v>
                </c:pt>
                <c:pt idx="11">
                  <c:v>2030</c:v>
                </c:pt>
              </c:strCache>
            </c:strRef>
          </c:cat>
          <c:val>
            <c:numRef>
              <c:f>Sheet1!$K$2:$K$13</c:f>
              <c:numCache>
                <c:formatCode>0.00%</c:formatCode>
                <c:ptCount val="12"/>
                <c:pt idx="0">
                  <c:v>4.6758734927452902E-2</c:v>
                </c:pt>
                <c:pt idx="1">
                  <c:v>6.3019955385703388E-2</c:v>
                </c:pt>
                <c:pt idx="2">
                  <c:v>7.7547986775811956E-2</c:v>
                </c:pt>
                <c:pt idx="3">
                  <c:v>9.1071917916102779E-2</c:v>
                </c:pt>
                <c:pt idx="4">
                  <c:v>0.10172098794654626</c:v>
                </c:pt>
                <c:pt idx="5">
                  <c:v>0.1280782415948396</c:v>
                </c:pt>
                <c:pt idx="6">
                  <c:v>0.13500183251335565</c:v>
                </c:pt>
                <c:pt idx="7">
                  <c:v>0.13579505704581377</c:v>
                </c:pt>
                <c:pt idx="8">
                  <c:v>0.13409058641680172</c:v>
                </c:pt>
                <c:pt idx="9">
                  <c:v>0.129922409778645</c:v>
                </c:pt>
                <c:pt idx="10">
                  <c:v>0.12833726066006876</c:v>
                </c:pt>
                <c:pt idx="11">
                  <c:v>0.1268014779280861</c:v>
                </c:pt>
              </c:numCache>
            </c:numRef>
          </c:val>
          <c:extLst>
            <c:ext xmlns:c16="http://schemas.microsoft.com/office/drawing/2014/chart" uri="{C3380CC4-5D6E-409C-BE32-E72D297353CC}">
              <c16:uniqueId val="{0000000D-D305-4BA0-B67F-1BBA95C974C0}"/>
            </c:ext>
          </c:extLst>
        </c:ser>
        <c:ser>
          <c:idx val="10"/>
          <c:order val="10"/>
          <c:tx>
            <c:strRef>
              <c:f>Sheet1!$L$1</c:f>
              <c:strCache>
                <c:ptCount val="1"/>
                <c:pt idx="0">
                  <c:v>Humira</c:v>
                </c:pt>
              </c:strCache>
            </c:strRef>
          </c:tx>
          <c:spPr>
            <a:solidFill>
              <a:srgbClr val="336E68"/>
            </a:solidFill>
            <a:ln w="25400">
              <a:noFill/>
            </a:ln>
            <a:effectLst/>
          </c:spPr>
          <c:dLbls>
            <c:dLbl>
              <c:idx val="0"/>
              <c:layout>
                <c:manualLayout>
                  <c:x val="1.4575523736154318E-2"/>
                  <c:y val="-3.315574559048163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D305-4BA0-B67F-1BBA95C974C0}"/>
                </c:ext>
              </c:extLst>
            </c:dLbl>
            <c:dLbl>
              <c:idx val="11"/>
              <c:layout>
                <c:manualLayout>
                  <c:x val="-1.2146269780128607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D305-4BA0-B67F-1BBA95C974C0}"/>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  2019</c:v>
                </c:pt>
                <c:pt idx="1">
                  <c:v>  2020</c:v>
                </c:pt>
                <c:pt idx="2">
                  <c:v>  2021</c:v>
                </c:pt>
                <c:pt idx="3">
                  <c:v>  2022</c:v>
                </c:pt>
                <c:pt idx="4">
                  <c:v>  2023</c:v>
                </c:pt>
                <c:pt idx="5">
                  <c:v>2024</c:v>
                </c:pt>
                <c:pt idx="6">
                  <c:v>  2025</c:v>
                </c:pt>
                <c:pt idx="7">
                  <c:v>  2026</c:v>
                </c:pt>
                <c:pt idx="8">
                  <c:v>  2027</c:v>
                </c:pt>
                <c:pt idx="9">
                  <c:v>  2028</c:v>
                </c:pt>
                <c:pt idx="10">
                  <c:v>  2029</c:v>
                </c:pt>
                <c:pt idx="11">
                  <c:v>2030</c:v>
                </c:pt>
              </c:strCache>
            </c:strRef>
          </c:cat>
          <c:val>
            <c:numRef>
              <c:f>Sheet1!$L$2:$L$13</c:f>
              <c:numCache>
                <c:formatCode>0.00%</c:formatCode>
                <c:ptCount val="12"/>
                <c:pt idx="0">
                  <c:v>0.35334522143884484</c:v>
                </c:pt>
                <c:pt idx="1">
                  <c:v>0.3509761320912293</c:v>
                </c:pt>
                <c:pt idx="2">
                  <c:v>0.34920629717822488</c:v>
                </c:pt>
                <c:pt idx="3">
                  <c:v>0.3623159558826578</c:v>
                </c:pt>
                <c:pt idx="4">
                  <c:v>0.28176055836001179</c:v>
                </c:pt>
                <c:pt idx="5">
                  <c:v>0.21623603631422611</c:v>
                </c:pt>
                <c:pt idx="6">
                  <c:v>0.18280457641969353</c:v>
                </c:pt>
                <c:pt idx="7">
                  <c:v>0.15327737929936797</c:v>
                </c:pt>
                <c:pt idx="8">
                  <c:v>0.12793157759813578</c:v>
                </c:pt>
                <c:pt idx="9">
                  <c:v>0.10554580122464574</c:v>
                </c:pt>
                <c:pt idx="10">
                  <c:v>8.7887006176174107E-2</c:v>
                </c:pt>
                <c:pt idx="11">
                  <c:v>7.1932482793113095E-2</c:v>
                </c:pt>
              </c:numCache>
            </c:numRef>
          </c:val>
          <c:extLst>
            <c:ext xmlns:c16="http://schemas.microsoft.com/office/drawing/2014/chart" uri="{C3380CC4-5D6E-409C-BE32-E72D297353CC}">
              <c16:uniqueId val="{00000010-D305-4BA0-B67F-1BBA95C974C0}"/>
            </c:ext>
          </c:extLst>
        </c:ser>
        <c:ser>
          <c:idx val="11"/>
          <c:order val="11"/>
          <c:tx>
            <c:strRef>
              <c:f>Sheet1!$M$1</c:f>
              <c:strCache>
                <c:ptCount val="1"/>
                <c:pt idx="0">
                  <c:v>Cimzia</c:v>
                </c:pt>
              </c:strCache>
            </c:strRef>
          </c:tx>
          <c:spPr>
            <a:solidFill>
              <a:srgbClr val="2F6EBA"/>
            </a:solidFill>
            <a:ln w="25400">
              <a:noFill/>
            </a:ln>
            <a:effectLst/>
          </c:spPr>
          <c:cat>
            <c:strRef>
              <c:f>Sheet1!$A$2:$A$13</c:f>
              <c:strCache>
                <c:ptCount val="12"/>
                <c:pt idx="0">
                  <c:v>  2019</c:v>
                </c:pt>
                <c:pt idx="1">
                  <c:v>  2020</c:v>
                </c:pt>
                <c:pt idx="2">
                  <c:v>  2021</c:v>
                </c:pt>
                <c:pt idx="3">
                  <c:v>  2022</c:v>
                </c:pt>
                <c:pt idx="4">
                  <c:v>  2023</c:v>
                </c:pt>
                <c:pt idx="5">
                  <c:v>2024</c:v>
                </c:pt>
                <c:pt idx="6">
                  <c:v>  2025</c:v>
                </c:pt>
                <c:pt idx="7">
                  <c:v>  2026</c:v>
                </c:pt>
                <c:pt idx="8">
                  <c:v>  2027</c:v>
                </c:pt>
                <c:pt idx="9">
                  <c:v>  2028</c:v>
                </c:pt>
                <c:pt idx="10">
                  <c:v>  2029</c:v>
                </c:pt>
                <c:pt idx="11">
                  <c:v>2030</c:v>
                </c:pt>
              </c:strCache>
            </c:strRef>
          </c:cat>
          <c:val>
            <c:numRef>
              <c:f>Sheet1!$M$2:$M$13</c:f>
              <c:numCache>
                <c:formatCode>0.00%</c:formatCode>
                <c:ptCount val="12"/>
                <c:pt idx="0">
                  <c:v>1.1334224472406517E-2</c:v>
                </c:pt>
                <c:pt idx="1">
                  <c:v>1.0086001133550732E-2</c:v>
                </c:pt>
                <c:pt idx="2">
                  <c:v>9.8845761589633589E-3</c:v>
                </c:pt>
                <c:pt idx="3">
                  <c:v>9.7277002332582501E-3</c:v>
                </c:pt>
                <c:pt idx="4">
                  <c:v>9.8440919721457278E-3</c:v>
                </c:pt>
                <c:pt idx="5">
                  <c:v>9.7658794309510976E-3</c:v>
                </c:pt>
                <c:pt idx="6">
                  <c:v>8.7338721291431564E-3</c:v>
                </c:pt>
                <c:pt idx="7">
                  <c:v>7.9113739882866307E-3</c:v>
                </c:pt>
                <c:pt idx="8">
                  <c:v>7.2228805824219909E-3</c:v>
                </c:pt>
                <c:pt idx="9">
                  <c:v>6.6333286284443686E-3</c:v>
                </c:pt>
                <c:pt idx="10">
                  <c:v>6.2491961705321893E-3</c:v>
                </c:pt>
                <c:pt idx="11">
                  <c:v>5.9506796493392702E-3</c:v>
                </c:pt>
              </c:numCache>
            </c:numRef>
          </c:val>
          <c:extLst>
            <c:ext xmlns:c16="http://schemas.microsoft.com/office/drawing/2014/chart" uri="{C3380CC4-5D6E-409C-BE32-E72D297353CC}">
              <c16:uniqueId val="{00000011-D305-4BA0-B67F-1BBA95C974C0}"/>
            </c:ext>
          </c:extLst>
        </c:ser>
        <c:ser>
          <c:idx val="12"/>
          <c:order val="12"/>
          <c:tx>
            <c:strRef>
              <c:f>Sheet1!$N$1</c:f>
              <c:strCache>
                <c:ptCount val="1"/>
                <c:pt idx="0">
                  <c:v>Rinvoq</c:v>
                </c:pt>
              </c:strCache>
            </c:strRef>
          </c:tx>
          <c:spPr>
            <a:solidFill>
              <a:srgbClr val="67A0E5"/>
            </a:solidFill>
            <a:ln w="25400">
              <a:noFill/>
            </a:ln>
            <a:effectLst/>
          </c:spPr>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  2019</c:v>
                </c:pt>
                <c:pt idx="1">
                  <c:v>  2020</c:v>
                </c:pt>
                <c:pt idx="2">
                  <c:v>  2021</c:v>
                </c:pt>
                <c:pt idx="3">
                  <c:v>  2022</c:v>
                </c:pt>
                <c:pt idx="4">
                  <c:v>  2023</c:v>
                </c:pt>
                <c:pt idx="5">
                  <c:v>2024</c:v>
                </c:pt>
                <c:pt idx="6">
                  <c:v>  2025</c:v>
                </c:pt>
                <c:pt idx="7">
                  <c:v>  2026</c:v>
                </c:pt>
                <c:pt idx="8">
                  <c:v>  2027</c:v>
                </c:pt>
                <c:pt idx="9">
                  <c:v>  2028</c:v>
                </c:pt>
                <c:pt idx="10">
                  <c:v>  2029</c:v>
                </c:pt>
                <c:pt idx="11">
                  <c:v>2030</c:v>
                </c:pt>
              </c:strCache>
            </c:strRef>
          </c:cat>
          <c:val>
            <c:numRef>
              <c:f>Sheet1!$N$2:$N$13</c:f>
              <c:numCache>
                <c:formatCode>0.00%</c:formatCode>
                <c:ptCount val="12"/>
                <c:pt idx="0">
                  <c:v>0</c:v>
                </c:pt>
                <c:pt idx="1">
                  <c:v>0</c:v>
                </c:pt>
                <c:pt idx="2">
                  <c:v>0</c:v>
                </c:pt>
                <c:pt idx="3">
                  <c:v>0</c:v>
                </c:pt>
                <c:pt idx="4">
                  <c:v>1.440512482113427E-2</c:v>
                </c:pt>
                <c:pt idx="5">
                  <c:v>2.0846897985666163E-2</c:v>
                </c:pt>
                <c:pt idx="6">
                  <c:v>4.175049745389009E-2</c:v>
                </c:pt>
                <c:pt idx="7">
                  <c:v>5.5201044082903744E-2</c:v>
                </c:pt>
                <c:pt idx="8">
                  <c:v>6.863609810305954E-2</c:v>
                </c:pt>
                <c:pt idx="9">
                  <c:v>8.0363855318760141E-2</c:v>
                </c:pt>
                <c:pt idx="10">
                  <c:v>8.6901589208026014E-2</c:v>
                </c:pt>
                <c:pt idx="11">
                  <c:v>9.5888461638757388E-2</c:v>
                </c:pt>
              </c:numCache>
            </c:numRef>
          </c:val>
          <c:extLst>
            <c:ext xmlns:c16="http://schemas.microsoft.com/office/drawing/2014/chart" uri="{C3380CC4-5D6E-409C-BE32-E72D297353CC}">
              <c16:uniqueId val="{00000012-D305-4BA0-B67F-1BBA95C974C0}"/>
            </c:ext>
          </c:extLst>
        </c:ser>
        <c:ser>
          <c:idx val="13"/>
          <c:order val="13"/>
          <c:tx>
            <c:strRef>
              <c:f>Sheet1!$O$1</c:f>
              <c:strCache>
                <c:ptCount val="1"/>
                <c:pt idx="0">
                  <c:v>Zeposia</c:v>
                </c:pt>
              </c:strCache>
            </c:strRef>
          </c:tx>
          <c:spPr>
            <a:solidFill>
              <a:srgbClr val="5B8595"/>
            </a:solidFill>
            <a:ln w="25400">
              <a:noFill/>
            </a:ln>
            <a:effectLst/>
          </c:spPr>
          <c:cat>
            <c:strRef>
              <c:f>Sheet1!$A$2:$A$13</c:f>
              <c:strCache>
                <c:ptCount val="12"/>
                <c:pt idx="0">
                  <c:v>  2019</c:v>
                </c:pt>
                <c:pt idx="1">
                  <c:v>  2020</c:v>
                </c:pt>
                <c:pt idx="2">
                  <c:v>  2021</c:v>
                </c:pt>
                <c:pt idx="3">
                  <c:v>  2022</c:v>
                </c:pt>
                <c:pt idx="4">
                  <c:v>  2023</c:v>
                </c:pt>
                <c:pt idx="5">
                  <c:v>2024</c:v>
                </c:pt>
                <c:pt idx="6">
                  <c:v>  2025</c:v>
                </c:pt>
                <c:pt idx="7">
                  <c:v>  2026</c:v>
                </c:pt>
                <c:pt idx="8">
                  <c:v>  2027</c:v>
                </c:pt>
                <c:pt idx="9">
                  <c:v>  2028</c:v>
                </c:pt>
                <c:pt idx="10">
                  <c:v>  2029</c:v>
                </c:pt>
                <c:pt idx="11">
                  <c:v>2030</c:v>
                </c:pt>
              </c:strCache>
            </c:strRef>
          </c:cat>
          <c:val>
            <c:numRef>
              <c:f>Sheet1!$O$2:$O$13</c:f>
              <c:numCache>
                <c:formatCode>0.00%</c:formatCode>
                <c:ptCount val="12"/>
                <c:pt idx="0">
                  <c:v>0</c:v>
                </c:pt>
                <c:pt idx="1">
                  <c:v>0</c:v>
                </c:pt>
                <c:pt idx="2">
                  <c:v>0</c:v>
                </c:pt>
                <c:pt idx="3">
                  <c:v>0</c:v>
                </c:pt>
                <c:pt idx="4">
                  <c:v>0</c:v>
                </c:pt>
                <c:pt idx="5">
                  <c:v>0</c:v>
                </c:pt>
                <c:pt idx="6">
                  <c:v>0</c:v>
                </c:pt>
                <c:pt idx="7">
                  <c:v>3.9896729567894139E-3</c:v>
                </c:pt>
                <c:pt idx="8">
                  <c:v>9.5679676602111897E-3</c:v>
                </c:pt>
                <c:pt idx="9">
                  <c:v>1.5463803641423862E-2</c:v>
                </c:pt>
                <c:pt idx="10">
                  <c:v>1.4469478611172357E-2</c:v>
                </c:pt>
                <c:pt idx="11">
                  <c:v>1.3502329175385382E-2</c:v>
                </c:pt>
              </c:numCache>
            </c:numRef>
          </c:val>
          <c:extLst>
            <c:ext xmlns:c16="http://schemas.microsoft.com/office/drawing/2014/chart" uri="{C3380CC4-5D6E-409C-BE32-E72D297353CC}">
              <c16:uniqueId val="{00000013-D305-4BA0-B67F-1BBA95C974C0}"/>
            </c:ext>
          </c:extLst>
        </c:ser>
        <c:dLbls>
          <c:showLegendKey val="0"/>
          <c:showVal val="0"/>
          <c:showCatName val="0"/>
          <c:showSerName val="0"/>
          <c:showPercent val="0"/>
          <c:showBubbleSize val="0"/>
        </c:dLbls>
        <c:axId val="1020183056"/>
        <c:axId val="1020166736"/>
      </c:areaChart>
      <c:catAx>
        <c:axId val="10201830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1020166736"/>
        <c:crosses val="autoZero"/>
        <c:auto val="1"/>
        <c:lblAlgn val="ctr"/>
        <c:lblOffset val="100"/>
        <c:noMultiLvlLbl val="0"/>
      </c:catAx>
      <c:valAx>
        <c:axId val="1020166736"/>
        <c:scaling>
          <c:orientation val="minMax"/>
          <c:max val="1"/>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1020183056"/>
        <c:crosses val="autoZero"/>
        <c:crossBetween val="midCat"/>
        <c:majorUnit val="0.2"/>
      </c:valAx>
      <c:spPr>
        <a:noFill/>
        <a:ln>
          <a:noFill/>
        </a:ln>
        <a:effectLst/>
      </c:spPr>
    </c:plotArea>
    <c:legend>
      <c:legendPos val="r"/>
      <c:layout>
        <c:manualLayout>
          <c:xMode val="edge"/>
          <c:yMode val="edge"/>
          <c:x val="0.85621403958950337"/>
          <c:y val="3.3602956552658762E-2"/>
          <c:w val="0.1415004892301823"/>
          <c:h val="0.7846043327179290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WAC </c:v>
                </c:pt>
              </c:strCache>
            </c:strRef>
          </c:tx>
          <c:spPr>
            <a:ln w="28575" cap="rnd">
              <a:noFill/>
              <a:round/>
            </a:ln>
            <a:effectLst/>
          </c:spPr>
          <c:marker>
            <c:symbol val="picture"/>
            <c:spPr>
              <a:blipFill>
                <a:blip xmlns:r="http://schemas.openxmlformats.org/officeDocument/2006/relationships" r:embed="rId1"/>
                <a:stretch>
                  <a:fillRect/>
                </a:stretch>
              </a:blipFill>
              <a:ln w="25400">
                <a:noFill/>
              </a:ln>
              <a:effectLst/>
            </c:spPr>
          </c:marker>
          <c:dPt>
            <c:idx val="9"/>
            <c:marker>
              <c:spPr>
                <a:blipFill>
                  <a:blip xmlns:r="http://schemas.openxmlformats.org/officeDocument/2006/relationships" r:embed="rId2"/>
                  <a:stretch>
                    <a:fillRect/>
                  </a:stretch>
                </a:blipFill>
                <a:ln w="25400">
                  <a:noFill/>
                </a:ln>
                <a:effectLst/>
              </c:spPr>
            </c:marker>
            <c:bubble3D val="0"/>
            <c:extLst>
              <c:ext xmlns:c16="http://schemas.microsoft.com/office/drawing/2014/chart" uri="{C3380CC4-5D6E-409C-BE32-E72D297353CC}">
                <c16:uniqueId val="{00000000-9A64-4A0B-9840-B2D324EB031A}"/>
              </c:ext>
            </c:extLst>
          </c:dPt>
          <c:dLbls>
            <c:dLbl>
              <c:idx val="0"/>
              <c:tx>
                <c:rich>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fld id="{4429E872-9515-4CCE-B47F-A090AAA26E72}" type="VALUE">
                      <a:rPr lang="en-US" smtClean="0"/>
                      <a:pPr>
                        <a:defRPr sz="1050" b="1" i="0" u="none" strike="noStrike" kern="1200" baseline="0">
                          <a:solidFill>
                            <a:schemeClr val="bg1"/>
                          </a:solidFill>
                          <a:latin typeface="+mn-lt"/>
                          <a:ea typeface="+mn-ea"/>
                          <a:cs typeface="+mn-cs"/>
                        </a:defRPr>
                      </a:pPr>
                      <a:t>[VALUE]</a:t>
                    </a:fld>
                    <a:endParaRPr lang="en-US"/>
                  </a:p>
                </c:rich>
              </c:tx>
              <c:numFmt formatCode="&quot;$&quot;#,##0" sourceLinked="0"/>
              <c:spPr>
                <a:solidFill>
                  <a:srgbClr val="E1242A"/>
                </a:solidFill>
                <a:ln>
                  <a:noFill/>
                </a:ln>
                <a:effectLst/>
              </c:spPr>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9A64-4A0B-9840-B2D324EB031A}"/>
                </c:ext>
              </c:extLst>
            </c:dLbl>
            <c:dLbl>
              <c:idx val="1"/>
              <c:numFmt formatCode="&quot;$&quot;#,##0" sourceLinked="0"/>
              <c:spPr>
                <a:solidFill>
                  <a:srgbClr val="E1242A"/>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2-9A64-4A0B-9840-B2D324EB031A}"/>
                </c:ext>
              </c:extLst>
            </c:dLbl>
            <c:dLbl>
              <c:idx val="2"/>
              <c:layout>
                <c:manualLayout>
                  <c:x val="-7.2282388813586312E-2"/>
                  <c:y val="-5.143048633194329E-2"/>
                </c:manualLayout>
              </c:layout>
              <c:numFmt formatCode="&quot;$&quot;#,##0" sourceLinked="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A64-4A0B-9840-B2D324EB031A}"/>
                </c:ext>
              </c:extLst>
            </c:dLbl>
            <c:dLbl>
              <c:idx val="3"/>
              <c:layout>
                <c:manualLayout>
                  <c:x val="-6.4648847790761077E-2"/>
                  <c:y val="-4.2351689359862554E-2"/>
                </c:manualLayout>
              </c:layout>
              <c:numFmt formatCode="&quot;$&quot;#,##0" sourceLinked="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E1242A"/>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9A64-4A0B-9840-B2D324EB031A}"/>
                </c:ext>
              </c:extLst>
            </c:dLbl>
            <c:dLbl>
              <c:idx val="4"/>
              <c:layout>
                <c:manualLayout>
                  <c:x val="-6.8899765959787279E-2"/>
                  <c:y val="-4.1787270144703986E-2"/>
                </c:manualLayout>
              </c:layout>
              <c:numFmt formatCode="&quot;$&quot;#,##0" sourceLinked="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A64-4A0B-9840-B2D324EB031A}"/>
                </c:ext>
              </c:extLst>
            </c:dLbl>
            <c:dLbl>
              <c:idx val="5"/>
              <c:layout>
                <c:manualLayout>
                  <c:x val="-7.3973700240485843E-2"/>
                  <c:y val="5.143048633194329E-2"/>
                </c:manualLayout>
              </c:layout>
              <c:numFmt formatCode="&quot;$&quot;#,##0" sourceLinked="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A64-4A0B-9840-B2D324EB031A}"/>
                </c:ext>
              </c:extLst>
            </c:dLbl>
            <c:dLbl>
              <c:idx val="6"/>
              <c:layout>
                <c:manualLayout>
                  <c:x val="-6.886713829840227E-2"/>
                  <c:y val="4.5001675540450384E-2"/>
                </c:manualLayout>
              </c:layout>
              <c:numFmt formatCode="&quot;$&quot;#,##0" sourceLinked="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A64-4A0B-9840-B2D324EB031A}"/>
                </c:ext>
              </c:extLst>
            </c:dLbl>
            <c:dLbl>
              <c:idx val="7"/>
              <c:numFmt formatCode="&quot;$&quot;#,##0" sourceLinked="0"/>
              <c:spPr>
                <a:solidFill>
                  <a:srgbClr val="E1242A"/>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8-9A64-4A0B-9840-B2D324EB031A}"/>
                </c:ext>
              </c:extLst>
            </c:dLbl>
            <c:dLbl>
              <c:idx val="8"/>
              <c:numFmt formatCode="&quot;$&quot;#,##0" sourceLinked="0"/>
              <c:spPr>
                <a:solidFill>
                  <a:srgbClr val="E1242A"/>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9-9A64-4A0B-9840-B2D324EB031A}"/>
                </c:ext>
              </c:extLst>
            </c:dLbl>
            <c:dLbl>
              <c:idx val="9"/>
              <c:layout>
                <c:manualLayout>
                  <c:x val="-7.9102635436090668E-2"/>
                  <c:y val="-3.2144053957464556E-3"/>
                </c:manualLayout>
              </c:layout>
              <c:numFmt formatCode="&quot;$&quot;#,##0" sourceLinked="0"/>
              <c:spPr>
                <a:solidFill>
                  <a:srgbClr val="E1242A"/>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A64-4A0B-9840-B2D324EB031A}"/>
                </c:ext>
              </c:extLst>
            </c:dLbl>
            <c:dLbl>
              <c:idx val="10"/>
              <c:numFmt formatCode="&quot;$&quot;#,##0" sourceLinked="0"/>
              <c:spPr>
                <a:solidFill>
                  <a:srgbClr val="E1242A"/>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A-9A64-4A0B-9840-B2D324EB031A}"/>
                </c:ext>
              </c:extLst>
            </c:dLbl>
            <c:dLbl>
              <c:idx val="11"/>
              <c:layout>
                <c:manualLayout>
                  <c:x val="-1.8090639909675979E-2"/>
                  <c:y val="4.1787270144703924E-2"/>
                </c:manualLayout>
              </c:layout>
              <c:numFmt formatCode="&quot;$&quot;#,##0" sourceLinked="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1"/>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9A64-4A0B-9840-B2D324EB031A}"/>
                </c:ext>
              </c:extLst>
            </c:dLbl>
            <c:numFmt formatCode="&quot;$&quot;#,##0" sourceLinked="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Remicade </c:v>
                </c:pt>
                <c:pt idx="1">
                  <c:v>Entyvio</c:v>
                </c:pt>
                <c:pt idx="2">
                  <c:v>Entyvio Pen</c:v>
                </c:pt>
                <c:pt idx="3">
                  <c:v>Stelara </c:v>
                </c:pt>
                <c:pt idx="4">
                  <c:v>Skyrizi  (UC)</c:v>
                </c:pt>
                <c:pt idx="5">
                  <c:v>Omvoh (UC)</c:v>
                </c:pt>
                <c:pt idx="6">
                  <c:v>Tremfya </c:v>
                </c:pt>
                <c:pt idx="7">
                  <c:v>Entyvio</c:v>
                </c:pt>
                <c:pt idx="8">
                  <c:v>Stelara </c:v>
                </c:pt>
                <c:pt idx="9">
                  <c:v>Skyrizi  </c:v>
                </c:pt>
                <c:pt idx="10">
                  <c:v>Omvoh </c:v>
                </c:pt>
                <c:pt idx="11">
                  <c:v>Tremfya </c:v>
                </c:pt>
              </c:strCache>
            </c:strRef>
          </c:cat>
          <c:val>
            <c:numRef>
              <c:f>Sheet1!$B$2:$B$13</c:f>
              <c:numCache>
                <c:formatCode>"$"#,##0</c:formatCode>
                <c:ptCount val="12"/>
                <c:pt idx="0">
                  <c:v>37370.239999999998</c:v>
                </c:pt>
                <c:pt idx="1">
                  <c:v>74879.28</c:v>
                </c:pt>
                <c:pt idx="2">
                  <c:v>18719.82</c:v>
                </c:pt>
                <c:pt idx="3">
                  <c:v>6358.98</c:v>
                </c:pt>
                <c:pt idx="4">
                  <c:v>31896.06</c:v>
                </c:pt>
                <c:pt idx="5">
                  <c:v>32636.100000000002</c:v>
                </c:pt>
                <c:pt idx="6">
                  <c:v>43699.32</c:v>
                </c:pt>
                <c:pt idx="7">
                  <c:v>80869.680000000008</c:v>
                </c:pt>
                <c:pt idx="8">
                  <c:v>174908.76</c:v>
                </c:pt>
                <c:pt idx="9">
                  <c:v>134302.56</c:v>
                </c:pt>
                <c:pt idx="10">
                  <c:v>119665.70000000001</c:v>
                </c:pt>
                <c:pt idx="11">
                  <c:v>87398.64</c:v>
                </c:pt>
              </c:numCache>
            </c:numRef>
          </c:val>
          <c:smooth val="0"/>
          <c:extLst>
            <c:ext xmlns:c16="http://schemas.microsoft.com/office/drawing/2014/chart" uri="{C3380CC4-5D6E-409C-BE32-E72D297353CC}">
              <c16:uniqueId val="{0000000C-9A64-4A0B-9840-B2D324EB031A}"/>
            </c:ext>
          </c:extLst>
        </c:ser>
        <c:ser>
          <c:idx val="1"/>
          <c:order val="1"/>
          <c:tx>
            <c:strRef>
              <c:f>Sheet1!$C$1</c:f>
              <c:strCache>
                <c:ptCount val="1"/>
                <c:pt idx="0">
                  <c:v>ASP</c:v>
                </c:pt>
              </c:strCache>
            </c:strRef>
          </c:tx>
          <c:spPr>
            <a:ln w="28575" cap="rnd">
              <a:noFill/>
              <a:round/>
            </a:ln>
            <a:effectLst/>
          </c:spPr>
          <c:marker>
            <c:symbol val="picture"/>
            <c:spPr>
              <a:blipFill>
                <a:blip xmlns:r="http://schemas.openxmlformats.org/officeDocument/2006/relationships" r:embed="rId3"/>
                <a:stretch>
                  <a:fillRect/>
                </a:stretch>
              </a:blipFill>
              <a:ln w="25400">
                <a:noFill/>
              </a:ln>
              <a:effectLst/>
            </c:spPr>
          </c:marker>
          <c:dLbls>
            <c:dLbl>
              <c:idx val="3"/>
              <c:layout>
                <c:manualLayout>
                  <c:x val="-6.803147064456011E-2"/>
                  <c:y val="1.7808312098009499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9A64-4A0B-9840-B2D324EB031A}"/>
                </c:ext>
              </c:extLst>
            </c:dLbl>
            <c:dLbl>
              <c:idx val="6"/>
              <c:layout>
                <c:manualLayout>
                  <c:x val="-7.0558449725301731E-2"/>
                  <c:y val="-4.1787270144704042E-2"/>
                </c:manualLayout>
              </c:layout>
              <c:numFmt formatCode="&quot;$&quot;#,##0" sourceLinked="0"/>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2"/>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9A64-4A0B-9840-B2D324EB031A}"/>
                </c:ext>
              </c:extLst>
            </c:dLbl>
            <c:dLbl>
              <c:idx val="11"/>
              <c:layout>
                <c:manualLayout>
                  <c:x val="-1.6399328482776455E-2"/>
                  <c:y val="0"/>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9A64-4A0B-9840-B2D324EB031A}"/>
                </c:ext>
              </c:extLst>
            </c:dLbl>
            <c:numFmt formatCode="&quot;$&quot;#,##0" sourceLinked="0"/>
            <c:spPr>
              <a:solidFill>
                <a:srgbClr val="891515"/>
              </a:solid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Remicade </c:v>
                </c:pt>
                <c:pt idx="1">
                  <c:v>Entyvio</c:v>
                </c:pt>
                <c:pt idx="2">
                  <c:v>Entyvio Pen</c:v>
                </c:pt>
                <c:pt idx="3">
                  <c:v>Stelara </c:v>
                </c:pt>
                <c:pt idx="4">
                  <c:v>Skyrizi  (UC)</c:v>
                </c:pt>
                <c:pt idx="5">
                  <c:v>Omvoh (UC)</c:v>
                </c:pt>
                <c:pt idx="6">
                  <c:v>Tremfya </c:v>
                </c:pt>
                <c:pt idx="7">
                  <c:v>Entyvio</c:v>
                </c:pt>
                <c:pt idx="8">
                  <c:v>Stelara </c:v>
                </c:pt>
                <c:pt idx="9">
                  <c:v>Skyrizi  </c:v>
                </c:pt>
                <c:pt idx="10">
                  <c:v>Omvoh </c:v>
                </c:pt>
                <c:pt idx="11">
                  <c:v>Tremfya </c:v>
                </c:pt>
              </c:strCache>
            </c:strRef>
          </c:cat>
          <c:val>
            <c:numRef>
              <c:f>Sheet1!$C$2:$C$13</c:f>
              <c:numCache>
                <c:formatCode>"$"#,##0</c:formatCode>
                <c:ptCount val="12"/>
                <c:pt idx="0">
                  <c:v>9948.7999999999993</c:v>
                </c:pt>
                <c:pt idx="1">
                  <c:v>51146.400000000001</c:v>
                </c:pt>
                <c:pt idx="2">
                  <c:v>12786.6</c:v>
                </c:pt>
                <c:pt idx="3">
                  <c:v>5067.2699999999995</c:v>
                </c:pt>
                <c:pt idx="4">
                  <c:v>26893.800000000003</c:v>
                </c:pt>
                <c:pt idx="5">
                  <c:v>38743.199999999997</c:v>
                </c:pt>
                <c:pt idx="6">
                  <c:v>45583.199999999997</c:v>
                </c:pt>
                <c:pt idx="8">
                  <c:v>84176.819999999992</c:v>
                </c:pt>
                <c:pt idx="9">
                  <c:v>33981.120000000003</c:v>
                </c:pt>
                <c:pt idx="10">
                  <c:v>94705.600000000006</c:v>
                </c:pt>
                <c:pt idx="11">
                  <c:v>91166.399999999994</c:v>
                </c:pt>
              </c:numCache>
            </c:numRef>
          </c:val>
          <c:smooth val="0"/>
          <c:extLst>
            <c:ext xmlns:c16="http://schemas.microsoft.com/office/drawing/2014/chart" uri="{C3380CC4-5D6E-409C-BE32-E72D297353CC}">
              <c16:uniqueId val="{00000010-9A64-4A0B-9840-B2D324EB031A}"/>
            </c:ext>
          </c:extLst>
        </c:ser>
        <c:dLbls>
          <c:showLegendKey val="0"/>
          <c:showVal val="0"/>
          <c:showCatName val="0"/>
          <c:showSerName val="0"/>
          <c:showPercent val="0"/>
          <c:showBubbleSize val="0"/>
        </c:dLbls>
        <c:marker val="1"/>
        <c:smooth val="0"/>
        <c:axId val="657473567"/>
        <c:axId val="657473087"/>
      </c:lineChart>
      <c:catAx>
        <c:axId val="6574735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657473087"/>
        <c:crosses val="autoZero"/>
        <c:auto val="1"/>
        <c:lblAlgn val="ctr"/>
        <c:lblOffset val="100"/>
        <c:noMultiLvlLbl val="0"/>
      </c:catAx>
      <c:valAx>
        <c:axId val="657473087"/>
        <c:scaling>
          <c:orientation val="minMax"/>
        </c:scaling>
        <c:delete val="0"/>
        <c:axPos val="l"/>
        <c:majorGridlines>
          <c:spPr>
            <a:ln w="9525" cap="flat" cmpd="sng" algn="ctr">
              <a:solidFill>
                <a:schemeClr val="tx1">
                  <a:lumMod val="15000"/>
                  <a:lumOff val="85000"/>
                </a:schemeClr>
              </a:solidFill>
              <a:round/>
            </a:ln>
            <a:effectLst/>
          </c:spPr>
        </c:majorGridlines>
        <c:numFmt formatCode="&quot;$&quot;#,##0_);[Red]\(&quot;$&quot;#,##0\)" sourceLinked="0"/>
        <c:majorTickMark val="none"/>
        <c:minorTickMark val="none"/>
        <c:tickLblPos val="nextTo"/>
        <c:spPr>
          <a:noFill/>
          <a:ln>
            <a:noFill/>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65747356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UC</c:v>
                </c:pt>
              </c:strCache>
            </c:strRef>
          </c:tx>
          <c:spPr>
            <a:solidFill>
              <a:srgbClr val="5B859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Current</c:v>
                </c:pt>
                <c:pt idx="1">
                  <c:v>Future Adjusted</c:v>
                </c:pt>
              </c:strCache>
            </c:strRef>
          </c:cat>
          <c:val>
            <c:numRef>
              <c:f>Sheet1!$B$2:$B$3</c:f>
              <c:numCache>
                <c:formatCode>0%</c:formatCode>
                <c:ptCount val="2"/>
                <c:pt idx="0">
                  <c:v>0.01</c:v>
                </c:pt>
                <c:pt idx="1">
                  <c:v>0.05</c:v>
                </c:pt>
              </c:numCache>
            </c:numRef>
          </c:val>
          <c:extLst>
            <c:ext xmlns:c16="http://schemas.microsoft.com/office/drawing/2014/chart" uri="{C3380CC4-5D6E-409C-BE32-E72D297353CC}">
              <c16:uniqueId val="{00000000-B039-4B15-8267-D53C04CF3544}"/>
            </c:ext>
          </c:extLst>
        </c:ser>
        <c:ser>
          <c:idx val="1"/>
          <c:order val="1"/>
          <c:tx>
            <c:strRef>
              <c:f>Sheet1!$C$1</c:f>
              <c:strCache>
                <c:ptCount val="1"/>
                <c:pt idx="0">
                  <c:v>CD</c:v>
                </c:pt>
              </c:strCache>
            </c:strRef>
          </c:tx>
          <c:spPr>
            <a:solidFill>
              <a:srgbClr val="34373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Current</c:v>
                </c:pt>
                <c:pt idx="1">
                  <c:v>Future Adjusted</c:v>
                </c:pt>
              </c:strCache>
            </c:strRef>
          </c:cat>
          <c:val>
            <c:numRef>
              <c:f>Sheet1!$C$2:$C$3</c:f>
              <c:numCache>
                <c:formatCode>0%</c:formatCode>
                <c:ptCount val="2"/>
                <c:pt idx="0">
                  <c:v>0.03</c:v>
                </c:pt>
                <c:pt idx="1">
                  <c:v>7.0000000000000007E-2</c:v>
                </c:pt>
              </c:numCache>
            </c:numRef>
          </c:val>
          <c:extLst>
            <c:ext xmlns:c16="http://schemas.microsoft.com/office/drawing/2014/chart" uri="{C3380CC4-5D6E-409C-BE32-E72D297353CC}">
              <c16:uniqueId val="{00000001-B039-4B15-8267-D53C04CF3544}"/>
            </c:ext>
          </c:extLst>
        </c:ser>
        <c:dLbls>
          <c:dLblPos val="outEnd"/>
          <c:showLegendKey val="0"/>
          <c:showVal val="1"/>
          <c:showCatName val="0"/>
          <c:showSerName val="0"/>
          <c:showPercent val="0"/>
          <c:showBubbleSize val="0"/>
        </c:dLbls>
        <c:gapWidth val="219"/>
        <c:overlap val="-27"/>
        <c:axId val="380758775"/>
        <c:axId val="380760215"/>
      </c:barChart>
      <c:catAx>
        <c:axId val="380758775"/>
        <c:scaling>
          <c:orientation val="minMax"/>
        </c:scaling>
        <c:delete val="1"/>
        <c:axPos val="b"/>
        <c:numFmt formatCode="General" sourceLinked="1"/>
        <c:majorTickMark val="none"/>
        <c:minorTickMark val="none"/>
        <c:tickLblPos val="nextTo"/>
        <c:crossAx val="380760215"/>
        <c:crosses val="autoZero"/>
        <c:auto val="1"/>
        <c:lblAlgn val="ctr"/>
        <c:lblOffset val="100"/>
        <c:noMultiLvlLbl val="0"/>
      </c:catAx>
      <c:valAx>
        <c:axId val="380760215"/>
        <c:scaling>
          <c:orientation val="minMax"/>
        </c:scaling>
        <c:delete val="1"/>
        <c:axPos val="l"/>
        <c:numFmt formatCode="0%" sourceLinked="1"/>
        <c:majorTickMark val="none"/>
        <c:minorTickMark val="none"/>
        <c:tickLblPos val="nextTo"/>
        <c:crossAx val="3807587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UC</c:v>
                </c:pt>
              </c:strCache>
            </c:strRef>
          </c:tx>
          <c:spPr>
            <a:solidFill>
              <a:srgbClr val="5B859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Current</c:v>
                </c:pt>
                <c:pt idx="1">
                  <c:v>Future Adjusted</c:v>
                </c:pt>
              </c:strCache>
            </c:strRef>
          </c:cat>
          <c:val>
            <c:numRef>
              <c:f>Sheet1!$B$2:$B$3</c:f>
              <c:numCache>
                <c:formatCode>0%</c:formatCode>
                <c:ptCount val="2"/>
                <c:pt idx="0">
                  <c:v>0.03</c:v>
                </c:pt>
                <c:pt idx="1">
                  <c:v>0.1</c:v>
                </c:pt>
              </c:numCache>
            </c:numRef>
          </c:val>
          <c:extLst>
            <c:ext xmlns:c16="http://schemas.microsoft.com/office/drawing/2014/chart" uri="{C3380CC4-5D6E-409C-BE32-E72D297353CC}">
              <c16:uniqueId val="{00000000-965C-4604-B360-D0491ED2B06D}"/>
            </c:ext>
          </c:extLst>
        </c:ser>
        <c:ser>
          <c:idx val="1"/>
          <c:order val="1"/>
          <c:tx>
            <c:strRef>
              <c:f>Sheet1!$C$1</c:f>
              <c:strCache>
                <c:ptCount val="1"/>
                <c:pt idx="0">
                  <c:v>CD</c:v>
                </c:pt>
              </c:strCache>
            </c:strRef>
          </c:tx>
          <c:spPr>
            <a:solidFill>
              <a:srgbClr val="34373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Current</c:v>
                </c:pt>
                <c:pt idx="1">
                  <c:v>Future Adjusted</c:v>
                </c:pt>
              </c:strCache>
            </c:strRef>
          </c:cat>
          <c:val>
            <c:numRef>
              <c:f>Sheet1!$C$2:$C$3</c:f>
              <c:numCache>
                <c:formatCode>0%</c:formatCode>
                <c:ptCount val="2"/>
                <c:pt idx="0">
                  <c:v>0.05</c:v>
                </c:pt>
                <c:pt idx="1">
                  <c:v>0.15</c:v>
                </c:pt>
              </c:numCache>
            </c:numRef>
          </c:val>
          <c:extLst>
            <c:ext xmlns:c16="http://schemas.microsoft.com/office/drawing/2014/chart" uri="{C3380CC4-5D6E-409C-BE32-E72D297353CC}">
              <c16:uniqueId val="{00000001-965C-4604-B360-D0491ED2B06D}"/>
            </c:ext>
          </c:extLst>
        </c:ser>
        <c:dLbls>
          <c:dLblPos val="outEnd"/>
          <c:showLegendKey val="0"/>
          <c:showVal val="1"/>
          <c:showCatName val="0"/>
          <c:showSerName val="0"/>
          <c:showPercent val="0"/>
          <c:showBubbleSize val="0"/>
        </c:dLbls>
        <c:gapWidth val="219"/>
        <c:overlap val="-27"/>
        <c:axId val="380758775"/>
        <c:axId val="380760215"/>
      </c:barChart>
      <c:catAx>
        <c:axId val="380758775"/>
        <c:scaling>
          <c:orientation val="minMax"/>
        </c:scaling>
        <c:delete val="1"/>
        <c:axPos val="b"/>
        <c:numFmt formatCode="General" sourceLinked="1"/>
        <c:majorTickMark val="none"/>
        <c:minorTickMark val="none"/>
        <c:tickLblPos val="nextTo"/>
        <c:crossAx val="380760215"/>
        <c:crosses val="autoZero"/>
        <c:auto val="1"/>
        <c:lblAlgn val="ctr"/>
        <c:lblOffset val="100"/>
        <c:noMultiLvlLbl val="0"/>
      </c:catAx>
      <c:valAx>
        <c:axId val="380760215"/>
        <c:scaling>
          <c:orientation val="minMax"/>
        </c:scaling>
        <c:delete val="1"/>
        <c:axPos val="l"/>
        <c:numFmt formatCode="0%" sourceLinked="1"/>
        <c:majorTickMark val="none"/>
        <c:minorTickMark val="none"/>
        <c:tickLblPos val="nextTo"/>
        <c:crossAx val="3807587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UC</c:v>
                </c:pt>
              </c:strCache>
            </c:strRef>
          </c:tx>
          <c:spPr>
            <a:solidFill>
              <a:srgbClr val="5B859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Current</c:v>
                </c:pt>
                <c:pt idx="1">
                  <c:v>Future Adjusted</c:v>
                </c:pt>
              </c:strCache>
            </c:strRef>
          </c:cat>
          <c:val>
            <c:numRef>
              <c:f>Sheet1!$B$2:$B$3</c:f>
              <c:numCache>
                <c:formatCode>0%</c:formatCode>
                <c:ptCount val="2"/>
                <c:pt idx="0">
                  <c:v>7.0000000000000007E-2</c:v>
                </c:pt>
                <c:pt idx="1">
                  <c:v>0.15</c:v>
                </c:pt>
              </c:numCache>
            </c:numRef>
          </c:val>
          <c:extLst>
            <c:ext xmlns:c16="http://schemas.microsoft.com/office/drawing/2014/chart" uri="{C3380CC4-5D6E-409C-BE32-E72D297353CC}">
              <c16:uniqueId val="{00000000-48B5-4370-8B0C-B4AE4E3774B9}"/>
            </c:ext>
          </c:extLst>
        </c:ser>
        <c:ser>
          <c:idx val="1"/>
          <c:order val="1"/>
          <c:tx>
            <c:strRef>
              <c:f>Sheet1!$C$1</c:f>
              <c:strCache>
                <c:ptCount val="1"/>
                <c:pt idx="0">
                  <c:v>CD</c:v>
                </c:pt>
              </c:strCache>
            </c:strRef>
          </c:tx>
          <c:spPr>
            <a:solidFill>
              <a:srgbClr val="34373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Current</c:v>
                </c:pt>
                <c:pt idx="1">
                  <c:v>Future Adjusted</c:v>
                </c:pt>
              </c:strCache>
            </c:strRef>
          </c:cat>
          <c:val>
            <c:numRef>
              <c:f>Sheet1!$C$2:$C$3</c:f>
              <c:numCache>
                <c:formatCode>0%</c:formatCode>
                <c:ptCount val="2"/>
                <c:pt idx="0">
                  <c:v>0.08</c:v>
                </c:pt>
                <c:pt idx="1">
                  <c:v>0.19</c:v>
                </c:pt>
              </c:numCache>
            </c:numRef>
          </c:val>
          <c:extLst>
            <c:ext xmlns:c16="http://schemas.microsoft.com/office/drawing/2014/chart" uri="{C3380CC4-5D6E-409C-BE32-E72D297353CC}">
              <c16:uniqueId val="{00000001-48B5-4370-8B0C-B4AE4E3774B9}"/>
            </c:ext>
          </c:extLst>
        </c:ser>
        <c:dLbls>
          <c:dLblPos val="outEnd"/>
          <c:showLegendKey val="0"/>
          <c:showVal val="1"/>
          <c:showCatName val="0"/>
          <c:showSerName val="0"/>
          <c:showPercent val="0"/>
          <c:showBubbleSize val="0"/>
        </c:dLbls>
        <c:gapWidth val="219"/>
        <c:overlap val="-27"/>
        <c:axId val="380758775"/>
        <c:axId val="380760215"/>
      </c:barChart>
      <c:catAx>
        <c:axId val="380758775"/>
        <c:scaling>
          <c:orientation val="minMax"/>
        </c:scaling>
        <c:delete val="1"/>
        <c:axPos val="b"/>
        <c:numFmt formatCode="General" sourceLinked="1"/>
        <c:majorTickMark val="none"/>
        <c:minorTickMark val="none"/>
        <c:tickLblPos val="nextTo"/>
        <c:crossAx val="380760215"/>
        <c:crosses val="autoZero"/>
        <c:auto val="1"/>
        <c:lblAlgn val="ctr"/>
        <c:lblOffset val="100"/>
        <c:noMultiLvlLbl val="0"/>
      </c:catAx>
      <c:valAx>
        <c:axId val="380760215"/>
        <c:scaling>
          <c:orientation val="minMax"/>
        </c:scaling>
        <c:delete val="1"/>
        <c:axPos val="l"/>
        <c:numFmt formatCode="0%" sourceLinked="1"/>
        <c:majorTickMark val="none"/>
        <c:minorTickMark val="none"/>
        <c:tickLblPos val="nextTo"/>
        <c:crossAx val="3807587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1529652332321567E-2"/>
          <c:y val="1.0514929886681073E-2"/>
          <c:w val="0.52860057253366211"/>
          <c:h val="0.90428153736936012"/>
        </c:manualLayout>
      </c:layout>
      <c:barChart>
        <c:barDir val="col"/>
        <c:grouping val="percentStacked"/>
        <c:varyColors val="0"/>
        <c:ser>
          <c:idx val="2"/>
          <c:order val="0"/>
          <c:tx>
            <c:strRef>
              <c:f>Sheet1!$B$1</c:f>
              <c:strCache>
                <c:ptCount val="1"/>
                <c:pt idx="0">
                  <c:v>OTHER</c:v>
                </c:pt>
              </c:strCache>
            </c:strRef>
          </c:tx>
          <c:spPr>
            <a:solidFill>
              <a:schemeClr val="bg1">
                <a:lumMod val="75000"/>
              </a:schemeClr>
            </a:solidFill>
            <a:ln w="12661">
              <a:noFill/>
              <a:prstDash val="solid"/>
            </a:ln>
          </c:spPr>
          <c:invertIfNegative val="0"/>
          <c:dLbls>
            <c:delete val="1"/>
          </c:dLbls>
          <c:cat>
            <c:strRef>
              <c:f>Sheet1!$A$2:$A$3</c:f>
              <c:strCache>
                <c:ptCount val="2"/>
                <c:pt idx="0">
                  <c:v>CURRENT PRESCRIBING</c:v>
                </c:pt>
                <c:pt idx="1">
                  <c:v>ANTICIPATED FUTURE PRESCRIBING</c:v>
                </c:pt>
              </c:strCache>
            </c:strRef>
          </c:cat>
          <c:val>
            <c:numRef>
              <c:f>Sheet1!$B$2:$B$3</c:f>
              <c:numCache>
                <c:formatCode>0%</c:formatCode>
                <c:ptCount val="2"/>
                <c:pt idx="0">
                  <c:v>0</c:v>
                </c:pt>
                <c:pt idx="1">
                  <c:v>0</c:v>
                </c:pt>
              </c:numCache>
            </c:numRef>
          </c:val>
          <c:extLst>
            <c:ext xmlns:c16="http://schemas.microsoft.com/office/drawing/2014/chart" uri="{C3380CC4-5D6E-409C-BE32-E72D297353CC}">
              <c16:uniqueId val="{00000000-E4C7-455D-B78A-44638B932A4B}"/>
            </c:ext>
          </c:extLst>
        </c:ser>
        <c:ser>
          <c:idx val="3"/>
          <c:order val="1"/>
          <c:tx>
            <c:strRef>
              <c:f>Sheet1!$C$1</c:f>
              <c:strCache>
                <c:ptCount val="1"/>
                <c:pt idx="0">
                  <c:v>FILGOTINIB (JYSELECA)</c:v>
                </c:pt>
              </c:strCache>
            </c:strRef>
          </c:tx>
          <c:invertIfNegative val="0"/>
          <c:dLbls>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Sheet1!$C$2:$C$3</c:f>
            </c:numRef>
          </c:val>
          <c:extLst>
            <c:ext xmlns:c16="http://schemas.microsoft.com/office/drawing/2014/chart" uri="{C3380CC4-5D6E-409C-BE32-E72D297353CC}">
              <c16:uniqueId val="{00000001-E4C7-455D-B78A-44638B932A4B}"/>
            </c:ext>
          </c:extLst>
        </c:ser>
        <c:ser>
          <c:idx val="4"/>
          <c:order val="2"/>
          <c:tx>
            <c:strRef>
              <c:f>Sheet1!$D$1</c:f>
              <c:strCache>
                <c:ptCount val="1"/>
                <c:pt idx="0">
                  <c:v>UPADACITINIB (RINVOQ)</c:v>
                </c:pt>
              </c:strCache>
            </c:strRef>
          </c:tx>
          <c:spPr>
            <a:solidFill>
              <a:srgbClr val="891515"/>
            </a:solidFill>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Sheet1!$D$2:$D$3</c:f>
              <c:numCache>
                <c:formatCode>0%</c:formatCode>
                <c:ptCount val="2"/>
                <c:pt idx="0">
                  <c:v>6.4087548221975932E-2</c:v>
                </c:pt>
                <c:pt idx="1">
                  <c:v>5.3088441810815915E-2</c:v>
                </c:pt>
              </c:numCache>
            </c:numRef>
          </c:val>
          <c:extLst xmlns:c15="http://schemas.microsoft.com/office/drawing/2012/chart">
            <c:ext xmlns:c16="http://schemas.microsoft.com/office/drawing/2014/chart" uri="{C3380CC4-5D6E-409C-BE32-E72D297353CC}">
              <c16:uniqueId val="{00000002-E4C7-455D-B78A-44638B932A4B}"/>
            </c:ext>
          </c:extLst>
        </c:ser>
        <c:ser>
          <c:idx val="0"/>
          <c:order val="3"/>
          <c:tx>
            <c:strRef>
              <c:f>Sheet1!$E$1</c:f>
              <c:strCache>
                <c:ptCount val="1"/>
                <c:pt idx="0">
                  <c:v>TOFACITINIB (XELJANZ)</c:v>
                </c:pt>
              </c:strCache>
            </c:strRef>
          </c:tx>
          <c:spPr>
            <a:solidFill>
              <a:srgbClr val="002060"/>
            </a:solidFill>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Sheet1!$E$2:$E$3</c:f>
              <c:numCache>
                <c:formatCode>0%</c:formatCode>
                <c:ptCount val="2"/>
                <c:pt idx="0">
                  <c:v>4.141966693741278E-2</c:v>
                </c:pt>
                <c:pt idx="1">
                  <c:v>3.1896482029876841E-2</c:v>
                </c:pt>
              </c:numCache>
            </c:numRef>
          </c:val>
          <c:extLst xmlns:c15="http://schemas.microsoft.com/office/drawing/2012/chart">
            <c:ext xmlns:c16="http://schemas.microsoft.com/office/drawing/2014/chart" uri="{C3380CC4-5D6E-409C-BE32-E72D297353CC}">
              <c16:uniqueId val="{00000003-E4C7-455D-B78A-44638B932A4B}"/>
            </c:ext>
          </c:extLst>
        </c:ser>
        <c:ser>
          <c:idx val="1"/>
          <c:order val="4"/>
          <c:tx>
            <c:strRef>
              <c:f>Sheet1!$F$1</c:f>
              <c:strCache>
                <c:ptCount val="1"/>
                <c:pt idx="0">
                  <c:v>ETRASIMOD (VELSIPITY)</c:v>
                </c:pt>
              </c:strCache>
            </c:strRef>
          </c:tx>
          <c:spPr>
            <a:solidFill>
              <a:srgbClr val="B1156E"/>
            </a:solidFill>
          </c:spPr>
          <c:invertIfNegative val="0"/>
          <c:dLbls>
            <c:dLbl>
              <c:idx val="0"/>
              <c:layout>
                <c:manualLayout>
                  <c:x val="-2.7084982415526957E-2"/>
                  <c:y val="-1.1485442152480731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E4C7-455D-B78A-44638B932A4B}"/>
                </c:ext>
              </c:extLst>
            </c:dLbl>
            <c:dLbl>
              <c:idx val="1"/>
              <c:layout>
                <c:manualLayout>
                  <c:x val="-2.7084982415527009E-2"/>
                  <c:y val="-1.1485442152480731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E4C7-455D-B78A-44638B932A4B}"/>
                </c:ext>
              </c:extLst>
            </c:dLbl>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Sheet1!$F$2:$F$3</c:f>
              <c:numCache>
                <c:formatCode>0%</c:formatCode>
                <c:ptCount val="2"/>
                <c:pt idx="0">
                  <c:v>3.276027900311583E-2</c:v>
                </c:pt>
                <c:pt idx="1">
                  <c:v>2.2979540139712724E-2</c:v>
                </c:pt>
              </c:numCache>
            </c:numRef>
          </c:val>
          <c:extLst>
            <c:ext xmlns:c16="http://schemas.microsoft.com/office/drawing/2014/chart" uri="{C3380CC4-5D6E-409C-BE32-E72D297353CC}">
              <c16:uniqueId val="{00000004-E4C7-455D-B78A-44638B932A4B}"/>
            </c:ext>
          </c:extLst>
        </c:ser>
        <c:ser>
          <c:idx val="5"/>
          <c:order val="5"/>
          <c:tx>
            <c:strRef>
              <c:f>Sheet1!$G$1</c:f>
              <c:strCache>
                <c:ptCount val="1"/>
                <c:pt idx="0">
                  <c:v>OZANIMOD (ZEPOSIA)</c:v>
                </c:pt>
              </c:strCache>
            </c:strRef>
          </c:tx>
          <c:spPr>
            <a:solidFill>
              <a:srgbClr val="CC32AF"/>
            </a:solidFill>
          </c:spPr>
          <c:invertIfNegative val="0"/>
          <c:dLbls>
            <c:dLbl>
              <c:idx val="0"/>
              <c:layout>
                <c:manualLayout>
                  <c:x val="9.9786777320362476E-3"/>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4C7-455D-B78A-44638B932A4B}"/>
                </c:ext>
              </c:extLst>
            </c:dLbl>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Sheet1!$G$2:$G$3</c:f>
              <c:numCache>
                <c:formatCode>0%</c:formatCode>
                <c:ptCount val="2"/>
                <c:pt idx="0">
                  <c:v>4.0193082362162569E-2</c:v>
                </c:pt>
                <c:pt idx="1">
                  <c:v>4.8661410721290162E-2</c:v>
                </c:pt>
              </c:numCache>
            </c:numRef>
          </c:val>
          <c:extLst>
            <c:ext xmlns:c16="http://schemas.microsoft.com/office/drawing/2014/chart" uri="{C3380CC4-5D6E-409C-BE32-E72D297353CC}">
              <c16:uniqueId val="{00000006-E4C7-455D-B78A-44638B932A4B}"/>
            </c:ext>
          </c:extLst>
        </c:ser>
        <c:ser>
          <c:idx val="6"/>
          <c:order val="6"/>
          <c:tx>
            <c:strRef>
              <c:f>Sheet1!$H$1</c:f>
              <c:strCache>
                <c:ptCount val="1"/>
                <c:pt idx="0">
                  <c:v>OBEFAZIMOD (ABIVAX)</c:v>
                </c:pt>
              </c:strCache>
            </c:strRef>
          </c:tx>
          <c:spPr>
            <a:solidFill>
              <a:srgbClr val="D921D0"/>
            </a:solidFill>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14-E4C7-455D-B78A-44638B932A4B}"/>
                </c:ext>
              </c:extLst>
            </c:dLbl>
            <c:dLbl>
              <c:idx val="1"/>
              <c:layout>
                <c:manualLayout>
                  <c:x val="-1.7106304683490763E-2"/>
                  <c:y val="-1.1485442152480731E-16"/>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E4C7-455D-B78A-44638B932A4B}"/>
                </c:ext>
              </c:extLst>
            </c:dLbl>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Sheet1!$H$2:$H$3</c:f>
              <c:numCache>
                <c:formatCode>0%</c:formatCode>
                <c:ptCount val="2"/>
                <c:pt idx="0">
                  <c:v>0</c:v>
                </c:pt>
                <c:pt idx="1">
                  <c:v>2.2608250416952372E-2</c:v>
                </c:pt>
              </c:numCache>
            </c:numRef>
          </c:val>
          <c:extLst>
            <c:ext xmlns:c16="http://schemas.microsoft.com/office/drawing/2014/chart" uri="{C3380CC4-5D6E-409C-BE32-E72D297353CC}">
              <c16:uniqueId val="{00000007-E4C7-455D-B78A-44638B932A4B}"/>
            </c:ext>
          </c:extLst>
        </c:ser>
        <c:ser>
          <c:idx val="7"/>
          <c:order val="7"/>
          <c:tx>
            <c:strRef>
              <c:f>Sheet1!$I$1</c:f>
              <c:strCache>
                <c:ptCount val="1"/>
                <c:pt idx="0">
                  <c:v>GUSELKUMAB (TREMFYA)</c:v>
                </c:pt>
              </c:strCache>
            </c:strRef>
          </c:tx>
          <c:spPr>
            <a:solidFill>
              <a:srgbClr val="EDF2F4">
                <a:lumMod val="75000"/>
              </a:srgbClr>
            </a:solidFill>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16-E4C7-455D-B78A-44638B932A4B}"/>
                </c:ext>
              </c:extLst>
            </c:dLbl>
            <c:dLbl>
              <c:idx val="1"/>
              <c:layout>
                <c:manualLayout>
                  <c:x val="2.9936033196108689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E4C7-455D-B78A-44638B932A4B}"/>
                </c:ext>
              </c:extLst>
            </c:dLbl>
            <c:spPr>
              <a:noFill/>
              <a:ln>
                <a:noFill/>
              </a:ln>
              <a:effectLst/>
            </c:spPr>
            <c:txPr>
              <a:bodyPr wrap="square" lIns="38100" tIns="19050" rIns="38100" bIns="19050" anchor="ctr">
                <a:spAutoFit/>
              </a:bodyPr>
              <a:lstStyle/>
              <a:p>
                <a:pPr>
                  <a:defRPr>
                    <a:solidFill>
                      <a:schemeClr val="tx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Sheet1!$I$2:$I$3</c:f>
              <c:numCache>
                <c:formatCode>0%</c:formatCode>
                <c:ptCount val="2"/>
                <c:pt idx="0">
                  <c:v>0</c:v>
                </c:pt>
                <c:pt idx="1">
                  <c:v>3.0489174209736777E-2</c:v>
                </c:pt>
              </c:numCache>
            </c:numRef>
          </c:val>
          <c:extLst>
            <c:ext xmlns:c16="http://schemas.microsoft.com/office/drawing/2014/chart" uri="{C3380CC4-5D6E-409C-BE32-E72D297353CC}">
              <c16:uniqueId val="{00000008-E4C7-455D-B78A-44638B932A4B}"/>
            </c:ext>
          </c:extLst>
        </c:ser>
        <c:ser>
          <c:idx val="8"/>
          <c:order val="8"/>
          <c:tx>
            <c:strRef>
              <c:f>Sheet1!$J$1</c:f>
              <c:strCache>
                <c:ptCount val="1"/>
                <c:pt idx="0">
                  <c:v>MIRIKIZUMAB (OMVOH)</c:v>
                </c:pt>
              </c:strCache>
            </c:strRef>
          </c:tx>
          <c:spPr>
            <a:solidFill>
              <a:srgbClr val="DC1A89"/>
            </a:solidFill>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Sheet1!$J$2:$J$3</c:f>
              <c:numCache>
                <c:formatCode>0%</c:formatCode>
                <c:ptCount val="2"/>
                <c:pt idx="0">
                  <c:v>3.4459547390291737E-2</c:v>
                </c:pt>
                <c:pt idx="1">
                  <c:v>4.5983034455087425E-2</c:v>
                </c:pt>
              </c:numCache>
            </c:numRef>
          </c:val>
          <c:extLst>
            <c:ext xmlns:c16="http://schemas.microsoft.com/office/drawing/2014/chart" uri="{C3380CC4-5D6E-409C-BE32-E72D297353CC}">
              <c16:uniqueId val="{0000000A-E4C7-455D-B78A-44638B932A4B}"/>
            </c:ext>
          </c:extLst>
        </c:ser>
        <c:ser>
          <c:idx val="9"/>
          <c:order val="9"/>
          <c:tx>
            <c:strRef>
              <c:f>Sheet1!$K$1</c:f>
              <c:strCache>
                <c:ptCount val="1"/>
                <c:pt idx="0">
                  <c:v>RISANKIZUMAB (SKYRIZI)</c:v>
                </c:pt>
              </c:strCache>
            </c:strRef>
          </c:tx>
          <c:spPr>
            <a:solidFill>
              <a:srgbClr val="DA68C4"/>
            </a:solidFill>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Sheet1!$K$2:$K$3</c:f>
              <c:numCache>
                <c:formatCode>0%</c:formatCode>
                <c:ptCount val="2"/>
                <c:pt idx="0">
                  <c:v>5.0230134191344214E-2</c:v>
                </c:pt>
                <c:pt idx="1">
                  <c:v>6.1890104230606854E-2</c:v>
                </c:pt>
              </c:numCache>
            </c:numRef>
          </c:val>
          <c:extLst>
            <c:ext xmlns:c16="http://schemas.microsoft.com/office/drawing/2014/chart" uri="{C3380CC4-5D6E-409C-BE32-E72D297353CC}">
              <c16:uniqueId val="{0000000B-E4C7-455D-B78A-44638B932A4B}"/>
            </c:ext>
          </c:extLst>
        </c:ser>
        <c:ser>
          <c:idx val="10"/>
          <c:order val="10"/>
          <c:tx>
            <c:strRef>
              <c:f>Sheet1!$L$1</c:f>
              <c:strCache>
                <c:ptCount val="1"/>
                <c:pt idx="0">
                  <c:v>USTEKINUMAB (STELARA)</c:v>
                </c:pt>
              </c:strCache>
            </c:strRef>
          </c:tx>
          <c:spPr>
            <a:solidFill>
              <a:srgbClr val="D4D6DB"/>
            </a:solidFill>
          </c:spPr>
          <c:invertIfNegative val="0"/>
          <c:dLbls>
            <c:spPr>
              <a:noFill/>
              <a:ln>
                <a:noFill/>
              </a:ln>
              <a:effectLst/>
            </c:spPr>
            <c:txPr>
              <a:bodyPr wrap="square" lIns="38100" tIns="19050" rIns="38100" bIns="19050" anchor="ctr">
                <a:spAutoFit/>
              </a:bodyPr>
              <a:lstStyle/>
              <a:p>
                <a:pPr>
                  <a:defRPr>
                    <a:solidFill>
                      <a:schemeClr val="tx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Sheet1!$L$2:$L$3</c:f>
              <c:numCache>
                <c:formatCode>0%</c:formatCode>
                <c:ptCount val="2"/>
                <c:pt idx="0">
                  <c:v>7.1544284938588526E-2</c:v>
                </c:pt>
                <c:pt idx="1">
                  <c:v>7.5728132083324601E-2</c:v>
                </c:pt>
              </c:numCache>
            </c:numRef>
          </c:val>
          <c:extLst>
            <c:ext xmlns:c16="http://schemas.microsoft.com/office/drawing/2014/chart" uri="{C3380CC4-5D6E-409C-BE32-E72D297353CC}">
              <c16:uniqueId val="{0000000C-E4C7-455D-B78A-44638B932A4B}"/>
            </c:ext>
          </c:extLst>
        </c:ser>
        <c:ser>
          <c:idx val="11"/>
          <c:order val="11"/>
          <c:tx>
            <c:strRef>
              <c:f>Sheet1!$M$1</c:f>
              <c:strCache>
                <c:ptCount val="1"/>
                <c:pt idx="0">
                  <c:v>GOLIMUMAB (SIMPONI)</c:v>
                </c:pt>
              </c:strCache>
            </c:strRef>
          </c:tx>
          <c:spPr>
            <a:solidFill>
              <a:srgbClr val="7D8394"/>
            </a:solidFill>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Sheet1!$M$2:$M$3</c:f>
              <c:numCache>
                <c:formatCode>0%</c:formatCode>
                <c:ptCount val="2"/>
                <c:pt idx="0">
                  <c:v>3.718944598764741E-2</c:v>
                </c:pt>
                <c:pt idx="1">
                  <c:v>6.6751304754005591E-2</c:v>
                </c:pt>
              </c:numCache>
            </c:numRef>
          </c:val>
          <c:extLst>
            <c:ext xmlns:c16="http://schemas.microsoft.com/office/drawing/2014/chart" uri="{C3380CC4-5D6E-409C-BE32-E72D297353CC}">
              <c16:uniqueId val="{0000000E-E4C7-455D-B78A-44638B932A4B}"/>
            </c:ext>
          </c:extLst>
        </c:ser>
        <c:ser>
          <c:idx val="12"/>
          <c:order val="12"/>
          <c:tx>
            <c:strRef>
              <c:f>Sheet1!$N$1</c:f>
              <c:strCache>
                <c:ptCount val="1"/>
                <c:pt idx="0">
                  <c:v>INFLIXIMAB (REMICADE OR BIOSIMILAR)</c:v>
                </c:pt>
              </c:strCache>
            </c:strRef>
          </c:tx>
          <c:spPr>
            <a:solidFill>
              <a:srgbClr val="34373F"/>
            </a:solidFill>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Sheet1!$N$2:$N$3</c:f>
              <c:numCache>
                <c:formatCode>0%</c:formatCode>
                <c:ptCount val="2"/>
                <c:pt idx="0">
                  <c:v>0.28205013140909141</c:v>
                </c:pt>
                <c:pt idx="1">
                  <c:v>0.22987474960400753</c:v>
                </c:pt>
              </c:numCache>
            </c:numRef>
          </c:val>
          <c:extLst>
            <c:ext xmlns:c16="http://schemas.microsoft.com/office/drawing/2014/chart" uri="{C3380CC4-5D6E-409C-BE32-E72D297353CC}">
              <c16:uniqueId val="{0000000F-E4C7-455D-B78A-44638B932A4B}"/>
            </c:ext>
          </c:extLst>
        </c:ser>
        <c:ser>
          <c:idx val="13"/>
          <c:order val="13"/>
          <c:tx>
            <c:strRef>
              <c:f>Sheet1!$O$1</c:f>
              <c:strCache>
                <c:ptCount val="1"/>
                <c:pt idx="0">
                  <c:v>ADALIMUMAB (HUMIRA OR BIOSIMILAR)</c:v>
                </c:pt>
              </c:strCache>
            </c:strRef>
          </c:tx>
          <c:spPr>
            <a:solidFill>
              <a:srgbClr val="5B8595"/>
            </a:solidFill>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Sheet1!$O$2:$O$3</c:f>
              <c:numCache>
                <c:formatCode>0%</c:formatCode>
                <c:ptCount val="2"/>
                <c:pt idx="0">
                  <c:v>0.22835564371008923</c:v>
                </c:pt>
                <c:pt idx="1">
                  <c:v>0.17172299391264512</c:v>
                </c:pt>
              </c:numCache>
            </c:numRef>
          </c:val>
          <c:extLst>
            <c:ext xmlns:c16="http://schemas.microsoft.com/office/drawing/2014/chart" uri="{C3380CC4-5D6E-409C-BE32-E72D297353CC}">
              <c16:uniqueId val="{00000010-E4C7-455D-B78A-44638B932A4B}"/>
            </c:ext>
          </c:extLst>
        </c:ser>
        <c:ser>
          <c:idx val="14"/>
          <c:order val="14"/>
          <c:tx>
            <c:strRef>
              <c:f>Sheet1!$P$1</c:f>
              <c:strCache>
                <c:ptCount val="1"/>
                <c:pt idx="0">
                  <c:v>VEDOLIZUMAB (ENTYVIO)</c:v>
                </c:pt>
              </c:strCache>
            </c:strRef>
          </c:tx>
          <c:spPr>
            <a:solidFill>
              <a:srgbClr val="9F1897"/>
            </a:solidFill>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Sheet1!$P$2:$P$3</c:f>
              <c:numCache>
                <c:formatCode>0%</c:formatCode>
                <c:ptCount val="2"/>
                <c:pt idx="0">
                  <c:v>0.1177102358482805</c:v>
                </c:pt>
                <c:pt idx="1">
                  <c:v>0.13832638163193808</c:v>
                </c:pt>
              </c:numCache>
            </c:numRef>
          </c:val>
          <c:extLst>
            <c:ext xmlns:c16="http://schemas.microsoft.com/office/drawing/2014/chart" uri="{C3380CC4-5D6E-409C-BE32-E72D297353CC}">
              <c16:uniqueId val="{00000011-E4C7-455D-B78A-44638B932A4B}"/>
            </c:ext>
          </c:extLst>
        </c:ser>
        <c:dLbls>
          <c:dLblPos val="ctr"/>
          <c:showLegendKey val="0"/>
          <c:showVal val="1"/>
          <c:showCatName val="0"/>
          <c:showSerName val="0"/>
          <c:showPercent val="0"/>
          <c:showBubbleSize val="0"/>
        </c:dLbls>
        <c:gapWidth val="50"/>
        <c:overlap val="100"/>
        <c:serLines>
          <c:spPr>
            <a:ln>
              <a:solidFill>
                <a:srgbClr val="FFFFFF">
                  <a:lumMod val="75000"/>
                </a:srgbClr>
              </a:solidFill>
            </a:ln>
          </c:spPr>
        </c:serLines>
        <c:axId val="2018465984"/>
        <c:axId val="2018467760"/>
        <c:extLst/>
      </c:barChart>
      <c:catAx>
        <c:axId val="2018465984"/>
        <c:scaling>
          <c:orientation val="minMax"/>
        </c:scaling>
        <c:delete val="0"/>
        <c:axPos val="b"/>
        <c:numFmt formatCode="General" sourceLinked="1"/>
        <c:majorTickMark val="none"/>
        <c:minorTickMark val="none"/>
        <c:tickLblPos val="nextTo"/>
        <c:spPr>
          <a:noFill/>
          <a:ln w="8626" cap="flat" cmpd="sng" algn="ctr">
            <a:solidFill>
              <a:srgbClr val="FFFFFF">
                <a:lumMod val="65000"/>
              </a:srgbClr>
            </a:solidFill>
            <a:round/>
          </a:ln>
          <a:effectLst/>
        </c:spPr>
        <c:txPr>
          <a:bodyPr rot="-60000000" vert="horz"/>
          <a:lstStyle/>
          <a:p>
            <a:pPr>
              <a:defRPr sz="1200">
                <a:solidFill>
                  <a:schemeClr val="tx1"/>
                </a:solidFill>
                <a:latin typeface="Calibri (Body)"/>
              </a:defRPr>
            </a:pPr>
            <a:endParaRPr lang="en-US"/>
          </a:p>
        </c:txPr>
        <c:crossAx val="2018467760"/>
        <c:crosses val="autoZero"/>
        <c:auto val="1"/>
        <c:lblAlgn val="ctr"/>
        <c:lblOffset val="100"/>
        <c:noMultiLvlLbl val="0"/>
      </c:catAx>
      <c:valAx>
        <c:axId val="2018467760"/>
        <c:scaling>
          <c:orientation val="minMax"/>
          <c:max val="1"/>
          <c:min val="0"/>
        </c:scaling>
        <c:delete val="1"/>
        <c:axPos val="l"/>
        <c:numFmt formatCode="0%" sourceLinked="1"/>
        <c:majorTickMark val="out"/>
        <c:minorTickMark val="none"/>
        <c:tickLblPos val="nextTo"/>
        <c:crossAx val="2018465984"/>
        <c:crosses val="autoZero"/>
        <c:crossBetween val="between"/>
        <c:majorUnit val="1"/>
        <c:minorUnit val="1"/>
      </c:valAx>
    </c:plotArea>
    <c:legend>
      <c:legendPos val="r"/>
      <c:legendEntry>
        <c:idx val="0"/>
        <c:txPr>
          <a:bodyPr/>
          <a:lstStyle/>
          <a:p>
            <a:pPr>
              <a:defRPr lang="en-US" sz="1000" b="0" i="0" u="none" strike="noStrike" kern="1200" spc="100" baseline="0">
                <a:solidFill>
                  <a:srgbClr val="00B050"/>
                </a:solidFill>
                <a:latin typeface="+mn-lt"/>
                <a:ea typeface="+mn-ea"/>
                <a:cs typeface="+mn-cs"/>
              </a:defRPr>
            </a:pPr>
            <a:endParaRPr lang="en-US"/>
          </a:p>
        </c:txPr>
      </c:legendEntry>
      <c:legendEntry>
        <c:idx val="1"/>
        <c:txPr>
          <a:bodyPr/>
          <a:lstStyle/>
          <a:p>
            <a:pPr>
              <a:defRPr lang="en-US" sz="1000" b="0" i="0" u="none" strike="noStrike" kern="1200" spc="100" baseline="0">
                <a:solidFill>
                  <a:srgbClr val="BB9301"/>
                </a:solidFill>
                <a:latin typeface="+mn-lt"/>
                <a:ea typeface="+mn-ea"/>
                <a:cs typeface="+mn-cs"/>
              </a:defRPr>
            </a:pPr>
            <a:endParaRPr lang="en-US"/>
          </a:p>
        </c:txPr>
      </c:legendEntry>
      <c:legendEntry>
        <c:idx val="2"/>
        <c:txPr>
          <a:bodyPr/>
          <a:lstStyle/>
          <a:p>
            <a:pPr>
              <a:defRPr lang="en-US" sz="1000" b="0" i="0" u="none" strike="noStrike" kern="1200" spc="100" baseline="0">
                <a:solidFill>
                  <a:srgbClr val="BB9301"/>
                </a:solidFill>
                <a:latin typeface="+mn-lt"/>
                <a:ea typeface="+mn-ea"/>
                <a:cs typeface="+mn-cs"/>
              </a:defRPr>
            </a:pPr>
            <a:endParaRPr lang="en-US"/>
          </a:p>
        </c:txPr>
      </c:legendEntry>
      <c:legendEntry>
        <c:idx val="3"/>
        <c:txPr>
          <a:bodyPr/>
          <a:lstStyle/>
          <a:p>
            <a:pPr>
              <a:defRPr lang="en-US" sz="1000" b="0" i="0" u="none" strike="noStrike" kern="1200" spc="100" baseline="0">
                <a:solidFill>
                  <a:srgbClr val="00B050"/>
                </a:solidFill>
                <a:latin typeface="+mn-lt"/>
                <a:ea typeface="+mn-ea"/>
                <a:cs typeface="+mn-cs"/>
              </a:defRPr>
            </a:pPr>
            <a:endParaRPr lang="en-US"/>
          </a:p>
        </c:txPr>
      </c:legendEntry>
      <c:legendEntry>
        <c:idx val="4"/>
        <c:txPr>
          <a:bodyPr/>
          <a:lstStyle/>
          <a:p>
            <a:pPr>
              <a:defRPr lang="en-US" sz="1000" b="0" i="0" u="none" strike="noStrike" kern="1200" spc="100" baseline="0">
                <a:solidFill>
                  <a:srgbClr val="00B050"/>
                </a:solidFill>
                <a:latin typeface="+mn-lt"/>
                <a:ea typeface="+mn-ea"/>
                <a:cs typeface="+mn-cs"/>
              </a:defRPr>
            </a:pPr>
            <a:endParaRPr lang="en-US"/>
          </a:p>
        </c:txPr>
      </c:legendEntry>
      <c:legendEntry>
        <c:idx val="6"/>
        <c:txPr>
          <a:bodyPr/>
          <a:lstStyle/>
          <a:p>
            <a:pPr>
              <a:defRPr lang="en-US" sz="1000" b="0" i="0" u="none" strike="noStrike" kern="1200" spc="100" baseline="0">
                <a:solidFill>
                  <a:srgbClr val="00B050"/>
                </a:solidFill>
                <a:latin typeface="+mn-lt"/>
                <a:ea typeface="+mn-ea"/>
                <a:cs typeface="+mn-cs"/>
              </a:defRPr>
            </a:pPr>
            <a:endParaRPr lang="en-US"/>
          </a:p>
        </c:txPr>
      </c:legendEntry>
      <c:legendEntry>
        <c:idx val="9"/>
        <c:txPr>
          <a:bodyPr/>
          <a:lstStyle/>
          <a:p>
            <a:pPr>
              <a:defRPr lang="en-US" sz="1000" b="0" i="0" u="none" strike="noStrike" kern="1200" spc="100" baseline="0">
                <a:solidFill>
                  <a:srgbClr val="00B050"/>
                </a:solidFill>
                <a:latin typeface="+mn-lt"/>
                <a:ea typeface="+mn-ea"/>
                <a:cs typeface="+mn-cs"/>
              </a:defRPr>
            </a:pPr>
            <a:endParaRPr lang="en-US"/>
          </a:p>
        </c:txPr>
      </c:legendEntry>
      <c:layout>
        <c:manualLayout>
          <c:xMode val="edge"/>
          <c:yMode val="edge"/>
          <c:x val="0.63653895455784248"/>
          <c:y val="9.7991027439342474E-2"/>
          <c:w val="0.35097175933180347"/>
          <c:h val="0.88725498296772287"/>
        </c:manualLayout>
      </c:layout>
      <c:overlay val="0"/>
      <c:txPr>
        <a:bodyPr/>
        <a:lstStyle/>
        <a:p>
          <a:pPr>
            <a:defRPr sz="1000" spc="100" baseline="0">
              <a:solidFill>
                <a:schemeClr val="tx1"/>
              </a:solidFill>
            </a:defRPr>
          </a:pPr>
          <a:endParaRPr lang="en-US"/>
        </a:p>
      </c:txPr>
    </c:legend>
    <c:plotVisOnly val="1"/>
    <c:dispBlanksAs val="gap"/>
    <c:showDLblsOverMax val="0"/>
  </c:chart>
  <c:spPr>
    <a:noFill/>
    <a:ln>
      <a:noFill/>
    </a:ln>
  </c:spPr>
  <c:txPr>
    <a:bodyPr/>
    <a:lstStyle/>
    <a:p>
      <a:pPr>
        <a:defRPr sz="1100"/>
      </a:pPr>
      <a:endParaRPr lang="en-US"/>
    </a:p>
  </c:txPr>
  <c:externalData r:id="rId2">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1529652332321567E-2"/>
          <c:y val="1.0514929886681073E-2"/>
          <c:w val="0.52860057253366211"/>
          <c:h val="0.90428153736936012"/>
        </c:manualLayout>
      </c:layout>
      <c:barChart>
        <c:barDir val="col"/>
        <c:grouping val="percentStacked"/>
        <c:varyColors val="0"/>
        <c:ser>
          <c:idx val="2"/>
          <c:order val="0"/>
          <c:tx>
            <c:strRef>
              <c:f>Sheet1!$B$1</c:f>
              <c:strCache>
                <c:ptCount val="1"/>
                <c:pt idx="0">
                  <c:v>OTHER</c:v>
                </c:pt>
              </c:strCache>
            </c:strRef>
          </c:tx>
          <c:spPr>
            <a:solidFill>
              <a:schemeClr val="bg1">
                <a:lumMod val="75000"/>
              </a:schemeClr>
            </a:solidFill>
            <a:ln w="12661">
              <a:noFill/>
              <a:prstDash val="solid"/>
            </a:ln>
          </c:spPr>
          <c:invertIfNegative val="0"/>
          <c:dLbls>
            <c:delete val="1"/>
          </c:dLbls>
          <c:cat>
            <c:strRef>
              <c:f>Sheet1!$A$2:$A$3</c:f>
              <c:strCache>
                <c:ptCount val="2"/>
                <c:pt idx="0">
                  <c:v>CURRENT PRESCRIBING</c:v>
                </c:pt>
                <c:pt idx="1">
                  <c:v>ANTICIPATED FUTURE PRESCRIBING</c:v>
                </c:pt>
              </c:strCache>
            </c:strRef>
          </c:cat>
          <c:val>
            <c:numRef>
              <c:f>Sheet1!$B$2:$B$3</c:f>
              <c:numCache>
                <c:formatCode>0%</c:formatCode>
                <c:ptCount val="2"/>
                <c:pt idx="0">
                  <c:v>0</c:v>
                </c:pt>
                <c:pt idx="1">
                  <c:v>0</c:v>
                </c:pt>
              </c:numCache>
            </c:numRef>
          </c:val>
          <c:extLst>
            <c:ext xmlns:c16="http://schemas.microsoft.com/office/drawing/2014/chart" uri="{C3380CC4-5D6E-409C-BE32-E72D297353CC}">
              <c16:uniqueId val="{00000000-E4C7-455D-B78A-44638B932A4B}"/>
            </c:ext>
          </c:extLst>
        </c:ser>
        <c:ser>
          <c:idx val="3"/>
          <c:order val="1"/>
          <c:tx>
            <c:strRef>
              <c:f>Sheet1!$C$1</c:f>
              <c:strCache>
                <c:ptCount val="1"/>
                <c:pt idx="0">
                  <c:v>OTHER2</c:v>
                </c:pt>
              </c:strCache>
            </c:strRef>
          </c:tx>
          <c:invertIfNegative val="0"/>
          <c:dLbls>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Sheet1!$C$2:$C$3</c:f>
            </c:numRef>
          </c:val>
          <c:extLst>
            <c:ext xmlns:c16="http://schemas.microsoft.com/office/drawing/2014/chart" uri="{C3380CC4-5D6E-409C-BE32-E72D297353CC}">
              <c16:uniqueId val="{00000001-E4C7-455D-B78A-44638B932A4B}"/>
            </c:ext>
          </c:extLst>
        </c:ser>
        <c:ser>
          <c:idx val="4"/>
          <c:order val="2"/>
          <c:tx>
            <c:strRef>
              <c:f>Sheet1!$D$1</c:f>
              <c:strCache>
                <c:ptCount val="1"/>
                <c:pt idx="0">
                  <c:v>UPADACITINIB (RINVOQ)</c:v>
                </c:pt>
              </c:strCache>
            </c:strRef>
          </c:tx>
          <c:spPr>
            <a:solidFill>
              <a:srgbClr val="9F1897"/>
            </a:solidFill>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Sheet1!$D$2:$D$3</c:f>
              <c:numCache>
                <c:formatCode>0%</c:formatCode>
                <c:ptCount val="2"/>
                <c:pt idx="0">
                  <c:v>7.0000000000000007E-2</c:v>
                </c:pt>
                <c:pt idx="1">
                  <c:v>0.05</c:v>
                </c:pt>
              </c:numCache>
            </c:numRef>
          </c:val>
          <c:extLst xmlns:c15="http://schemas.microsoft.com/office/drawing/2012/chart">
            <c:ext xmlns:c16="http://schemas.microsoft.com/office/drawing/2014/chart" uri="{C3380CC4-5D6E-409C-BE32-E72D297353CC}">
              <c16:uniqueId val="{00000002-E4C7-455D-B78A-44638B932A4B}"/>
            </c:ext>
          </c:extLst>
        </c:ser>
        <c:ser>
          <c:idx val="0"/>
          <c:order val="3"/>
          <c:tx>
            <c:strRef>
              <c:f>Sheet1!$E$1</c:f>
              <c:strCache>
                <c:ptCount val="1"/>
                <c:pt idx="0">
                  <c:v>OZANIMOD (ZEPOSIA)</c:v>
                </c:pt>
              </c:strCache>
            </c:strRef>
          </c:tx>
          <c:spPr>
            <a:solidFill>
              <a:srgbClr val="EDF2F4">
                <a:lumMod val="90000"/>
              </a:srgbClr>
            </a:solidFill>
          </c:spPr>
          <c:invertIfNegative val="0"/>
          <c:dLbls>
            <c:dLbl>
              <c:idx val="1"/>
              <c:layout>
                <c:manualLayout>
                  <c:x val="-7.1276269514545148E-3"/>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6E5-4FD3-AD9D-BB234059AEA3}"/>
                </c:ext>
              </c:extLst>
            </c:dLbl>
            <c:spPr>
              <a:noFill/>
              <a:ln>
                <a:noFill/>
              </a:ln>
              <a:effectLst/>
            </c:spPr>
            <c:txPr>
              <a:bodyPr wrap="square" lIns="38100" tIns="19050" rIns="38100" bIns="19050" anchor="ctr">
                <a:spAutoFit/>
              </a:bodyPr>
              <a:lstStyle/>
              <a:p>
                <a:pPr>
                  <a:defRPr>
                    <a:solidFill>
                      <a:schemeClr val="tx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Sheet1!$E$2:$E$3</c:f>
              <c:numCache>
                <c:formatCode>0%</c:formatCode>
                <c:ptCount val="2"/>
                <c:pt idx="0">
                  <c:v>0.04</c:v>
                </c:pt>
                <c:pt idx="1">
                  <c:v>0.04</c:v>
                </c:pt>
              </c:numCache>
            </c:numRef>
          </c:val>
          <c:extLst xmlns:c15="http://schemas.microsoft.com/office/drawing/2012/chart">
            <c:ext xmlns:c16="http://schemas.microsoft.com/office/drawing/2014/chart" uri="{C3380CC4-5D6E-409C-BE32-E72D297353CC}">
              <c16:uniqueId val="{00000003-E4C7-455D-B78A-44638B932A4B}"/>
            </c:ext>
          </c:extLst>
        </c:ser>
        <c:ser>
          <c:idx val="1"/>
          <c:order val="4"/>
          <c:tx>
            <c:strRef>
              <c:f>Sheet1!$F$1</c:f>
              <c:strCache>
                <c:ptCount val="1"/>
                <c:pt idx="0">
                  <c:v>OBEFAZIMOD (ABIVAX)</c:v>
                </c:pt>
              </c:strCache>
            </c:strRef>
          </c:tx>
          <c:spPr>
            <a:solidFill>
              <a:srgbClr val="B1156E"/>
            </a:solidFill>
          </c:spPr>
          <c:invertIfNegative val="0"/>
          <c:dLbls>
            <c:dLbl>
              <c:idx val="1"/>
              <c:layout>
                <c:manualLayout>
                  <c:x val="2.2808406244654227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6E5-4FD3-AD9D-BB234059AEA3}"/>
                </c:ext>
              </c:extLst>
            </c:dLbl>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Sheet1!$F$2:$F$3</c:f>
              <c:numCache>
                <c:formatCode>0%</c:formatCode>
                <c:ptCount val="2"/>
                <c:pt idx="1">
                  <c:v>0.02</c:v>
                </c:pt>
              </c:numCache>
            </c:numRef>
          </c:val>
          <c:extLst>
            <c:ext xmlns:c16="http://schemas.microsoft.com/office/drawing/2014/chart" uri="{C3380CC4-5D6E-409C-BE32-E72D297353CC}">
              <c16:uniqueId val="{00000004-E4C7-455D-B78A-44638B932A4B}"/>
            </c:ext>
          </c:extLst>
        </c:ser>
        <c:ser>
          <c:idx val="5"/>
          <c:order val="5"/>
          <c:tx>
            <c:strRef>
              <c:f>Sheet1!$G$1</c:f>
              <c:strCache>
                <c:ptCount val="1"/>
                <c:pt idx="0">
                  <c:v>GUSELKUMAB (TREMFYA)</c:v>
                </c:pt>
              </c:strCache>
            </c:strRef>
          </c:tx>
          <c:spPr>
            <a:solidFill>
              <a:srgbClr val="CC32AF"/>
            </a:solidFill>
          </c:spPr>
          <c:invertIfNegative val="0"/>
          <c:dLbls>
            <c:dLbl>
              <c:idx val="1"/>
              <c:layout>
                <c:manualLayout>
                  <c:x val="-2.7084982415527009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6E5-4FD3-AD9D-BB234059AEA3}"/>
                </c:ext>
              </c:extLst>
            </c:dLbl>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Sheet1!$G$2:$G$3</c:f>
              <c:numCache>
                <c:formatCode>0%</c:formatCode>
                <c:ptCount val="2"/>
                <c:pt idx="1">
                  <c:v>0.02</c:v>
                </c:pt>
              </c:numCache>
            </c:numRef>
          </c:val>
          <c:extLst>
            <c:ext xmlns:c16="http://schemas.microsoft.com/office/drawing/2014/chart" uri="{C3380CC4-5D6E-409C-BE32-E72D297353CC}">
              <c16:uniqueId val="{00000006-E4C7-455D-B78A-44638B932A4B}"/>
            </c:ext>
          </c:extLst>
        </c:ser>
        <c:ser>
          <c:idx val="6"/>
          <c:order val="6"/>
          <c:tx>
            <c:strRef>
              <c:f>Sheet1!$H$1</c:f>
              <c:strCache>
                <c:ptCount val="1"/>
                <c:pt idx="0">
                  <c:v>MIRIKIZUMAB (OMVOH)</c:v>
                </c:pt>
              </c:strCache>
            </c:strRef>
          </c:tx>
          <c:spPr>
            <a:solidFill>
              <a:srgbClr val="D921D0"/>
            </a:solidFill>
          </c:spPr>
          <c:invertIfNegative val="0"/>
          <c:dLbls>
            <c:dLbl>
              <c:idx val="1"/>
              <c:layout>
                <c:manualLayout>
                  <c:x val="4.134023631843578E-2"/>
                  <c:y val="0"/>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6E5-4FD3-AD9D-BB234059AEA3}"/>
                </c:ext>
              </c:extLst>
            </c:dLbl>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Sheet1!$H$2:$H$3</c:f>
              <c:numCache>
                <c:formatCode>0%</c:formatCode>
                <c:ptCount val="2"/>
                <c:pt idx="1">
                  <c:v>0.03</c:v>
                </c:pt>
              </c:numCache>
            </c:numRef>
          </c:val>
          <c:extLst>
            <c:ext xmlns:c16="http://schemas.microsoft.com/office/drawing/2014/chart" uri="{C3380CC4-5D6E-409C-BE32-E72D297353CC}">
              <c16:uniqueId val="{00000007-E4C7-455D-B78A-44638B932A4B}"/>
            </c:ext>
          </c:extLst>
        </c:ser>
        <c:ser>
          <c:idx val="7"/>
          <c:order val="7"/>
          <c:tx>
            <c:strRef>
              <c:f>Sheet1!$I$1</c:f>
              <c:strCache>
                <c:ptCount val="1"/>
                <c:pt idx="0">
                  <c:v>RISANKIZUMAB (SKYRIZI)</c:v>
                </c:pt>
              </c:strCache>
            </c:strRef>
          </c:tx>
          <c:spPr>
            <a:solidFill>
              <a:srgbClr val="DA68C4"/>
            </a:solidFill>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Sheet1!$I$2:$I$3</c:f>
              <c:numCache>
                <c:formatCode>0%</c:formatCode>
                <c:ptCount val="2"/>
                <c:pt idx="0">
                  <c:v>0.08</c:v>
                </c:pt>
                <c:pt idx="1">
                  <c:v>0.09</c:v>
                </c:pt>
              </c:numCache>
            </c:numRef>
          </c:val>
          <c:extLst>
            <c:ext xmlns:c16="http://schemas.microsoft.com/office/drawing/2014/chart" uri="{C3380CC4-5D6E-409C-BE32-E72D297353CC}">
              <c16:uniqueId val="{00000008-E4C7-455D-B78A-44638B932A4B}"/>
            </c:ext>
          </c:extLst>
        </c:ser>
        <c:ser>
          <c:idx val="8"/>
          <c:order val="8"/>
          <c:tx>
            <c:strRef>
              <c:f>Sheet1!$J$1</c:f>
              <c:strCache>
                <c:ptCount val="1"/>
                <c:pt idx="0">
                  <c:v>USTEKINUMAB (STELARA)</c:v>
                </c:pt>
              </c:strCache>
            </c:strRef>
          </c:tx>
          <c:spPr>
            <a:solidFill>
              <a:srgbClr val="D4D6DB"/>
            </a:solidFill>
          </c:spPr>
          <c:invertIfNegative val="0"/>
          <c:dLbls>
            <c:spPr>
              <a:noFill/>
              <a:ln>
                <a:noFill/>
              </a:ln>
              <a:effectLst/>
            </c:spPr>
            <c:txPr>
              <a:bodyPr wrap="square" lIns="38100" tIns="19050" rIns="38100" bIns="19050" anchor="ctr">
                <a:spAutoFit/>
              </a:bodyPr>
              <a:lstStyle/>
              <a:p>
                <a:pPr>
                  <a:defRPr>
                    <a:solidFill>
                      <a:schemeClr val="tx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Sheet1!$J$2:$J$3</c:f>
              <c:numCache>
                <c:formatCode>0%</c:formatCode>
                <c:ptCount val="2"/>
                <c:pt idx="0">
                  <c:v>0.11</c:v>
                </c:pt>
                <c:pt idx="1">
                  <c:v>0.14000000000000001</c:v>
                </c:pt>
              </c:numCache>
            </c:numRef>
          </c:val>
          <c:extLst>
            <c:ext xmlns:c16="http://schemas.microsoft.com/office/drawing/2014/chart" uri="{C3380CC4-5D6E-409C-BE32-E72D297353CC}">
              <c16:uniqueId val="{0000000A-E4C7-455D-B78A-44638B932A4B}"/>
            </c:ext>
          </c:extLst>
        </c:ser>
        <c:ser>
          <c:idx val="9"/>
          <c:order val="9"/>
          <c:tx>
            <c:strRef>
              <c:f>Sheet1!$K$1</c:f>
              <c:strCache>
                <c:ptCount val="1"/>
                <c:pt idx="0">
                  <c:v>INFLIXIMAB (REMICADE OR BIOSIMILAR)</c:v>
                </c:pt>
              </c:strCache>
            </c:strRef>
          </c:tx>
          <c:spPr>
            <a:solidFill>
              <a:srgbClr val="34373F"/>
            </a:solidFill>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Sheet1!$K$2:$K$3</c:f>
              <c:numCache>
                <c:formatCode>0%</c:formatCode>
                <c:ptCount val="2"/>
                <c:pt idx="0">
                  <c:v>0.33</c:v>
                </c:pt>
                <c:pt idx="1">
                  <c:v>0.26</c:v>
                </c:pt>
              </c:numCache>
            </c:numRef>
          </c:val>
          <c:extLst>
            <c:ext xmlns:c16="http://schemas.microsoft.com/office/drawing/2014/chart" uri="{C3380CC4-5D6E-409C-BE32-E72D297353CC}">
              <c16:uniqueId val="{0000000B-E4C7-455D-B78A-44638B932A4B}"/>
            </c:ext>
          </c:extLst>
        </c:ser>
        <c:ser>
          <c:idx val="10"/>
          <c:order val="10"/>
          <c:tx>
            <c:strRef>
              <c:f>Sheet1!$L$1</c:f>
              <c:strCache>
                <c:ptCount val="1"/>
                <c:pt idx="0">
                  <c:v>ADALIMUMAB (HUMIRA OR BIOSIMILAR)</c:v>
                </c:pt>
              </c:strCache>
            </c:strRef>
          </c:tx>
          <c:spPr>
            <a:solidFill>
              <a:srgbClr val="5B8595"/>
            </a:solidFill>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Sheet1!$L$2:$L$3</c:f>
              <c:numCache>
                <c:formatCode>0%</c:formatCode>
                <c:ptCount val="2"/>
                <c:pt idx="0">
                  <c:v>0.26</c:v>
                </c:pt>
                <c:pt idx="1">
                  <c:v>0.2</c:v>
                </c:pt>
              </c:numCache>
            </c:numRef>
          </c:val>
          <c:extLst>
            <c:ext xmlns:c16="http://schemas.microsoft.com/office/drawing/2014/chart" uri="{C3380CC4-5D6E-409C-BE32-E72D297353CC}">
              <c16:uniqueId val="{0000000C-E4C7-455D-B78A-44638B932A4B}"/>
            </c:ext>
          </c:extLst>
        </c:ser>
        <c:ser>
          <c:idx val="11"/>
          <c:order val="11"/>
          <c:tx>
            <c:strRef>
              <c:f>Sheet1!$M$1</c:f>
              <c:strCache>
                <c:ptCount val="1"/>
                <c:pt idx="0">
                  <c:v>VEDOLIZUMAB (ENTYVIO)</c:v>
                </c:pt>
              </c:strCache>
            </c:strRef>
          </c:tx>
          <c:spPr>
            <a:solidFill>
              <a:srgbClr val="9F1897"/>
            </a:solidFill>
          </c:spPr>
          <c:invertIfNegative val="0"/>
          <c:dLbls>
            <c:spPr>
              <a:noFill/>
              <a:ln>
                <a:noFill/>
              </a:ln>
              <a:effectLst/>
            </c:spPr>
            <c:txPr>
              <a:bodyPr wrap="square" lIns="38100" tIns="19050" rIns="38100" bIns="19050" anchor="ctr">
                <a:spAutoFit/>
              </a:bodyPr>
              <a:lstStyle/>
              <a:p>
                <a:pPr>
                  <a:defRPr>
                    <a:solidFill>
                      <a:schemeClr val="bg1"/>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Sheet1!$A$2:$A$3</c:f>
              <c:strCache>
                <c:ptCount val="2"/>
                <c:pt idx="0">
                  <c:v>CURRENT PRESCRIBING</c:v>
                </c:pt>
                <c:pt idx="1">
                  <c:v>ANTICIPATED FUTURE PRESCRIBING</c:v>
                </c:pt>
              </c:strCache>
            </c:strRef>
          </c:cat>
          <c:val>
            <c:numRef>
              <c:f>Sheet1!$M$2:$M$3</c:f>
              <c:numCache>
                <c:formatCode>0%</c:formatCode>
                <c:ptCount val="2"/>
                <c:pt idx="0">
                  <c:v>0.11</c:v>
                </c:pt>
                <c:pt idx="1">
                  <c:v>0.14000000000000001</c:v>
                </c:pt>
              </c:numCache>
            </c:numRef>
          </c:val>
          <c:extLst>
            <c:ext xmlns:c16="http://schemas.microsoft.com/office/drawing/2014/chart" uri="{C3380CC4-5D6E-409C-BE32-E72D297353CC}">
              <c16:uniqueId val="{0000000E-E4C7-455D-B78A-44638B932A4B}"/>
            </c:ext>
          </c:extLst>
        </c:ser>
        <c:dLbls>
          <c:dLblPos val="ctr"/>
          <c:showLegendKey val="0"/>
          <c:showVal val="1"/>
          <c:showCatName val="0"/>
          <c:showSerName val="0"/>
          <c:showPercent val="0"/>
          <c:showBubbleSize val="0"/>
        </c:dLbls>
        <c:gapWidth val="50"/>
        <c:overlap val="100"/>
        <c:serLines>
          <c:spPr>
            <a:ln>
              <a:solidFill>
                <a:srgbClr val="FFFFFF">
                  <a:lumMod val="75000"/>
                </a:srgbClr>
              </a:solidFill>
            </a:ln>
          </c:spPr>
        </c:serLines>
        <c:axId val="2018465984"/>
        <c:axId val="2018467760"/>
        <c:extLst/>
      </c:barChart>
      <c:catAx>
        <c:axId val="2018465984"/>
        <c:scaling>
          <c:orientation val="minMax"/>
        </c:scaling>
        <c:delete val="0"/>
        <c:axPos val="b"/>
        <c:numFmt formatCode="General" sourceLinked="1"/>
        <c:majorTickMark val="none"/>
        <c:minorTickMark val="none"/>
        <c:tickLblPos val="nextTo"/>
        <c:spPr>
          <a:noFill/>
          <a:ln w="8626" cap="flat" cmpd="sng" algn="ctr">
            <a:solidFill>
              <a:srgbClr val="FFFFFF">
                <a:lumMod val="65000"/>
              </a:srgbClr>
            </a:solidFill>
            <a:round/>
          </a:ln>
          <a:effectLst/>
        </c:spPr>
        <c:txPr>
          <a:bodyPr rot="-60000000" vert="horz"/>
          <a:lstStyle/>
          <a:p>
            <a:pPr>
              <a:defRPr sz="1200">
                <a:solidFill>
                  <a:schemeClr val="tx1"/>
                </a:solidFill>
                <a:latin typeface="Calibri (Body)"/>
              </a:defRPr>
            </a:pPr>
            <a:endParaRPr lang="en-US"/>
          </a:p>
        </c:txPr>
        <c:crossAx val="2018467760"/>
        <c:crosses val="autoZero"/>
        <c:auto val="1"/>
        <c:lblAlgn val="ctr"/>
        <c:lblOffset val="100"/>
        <c:noMultiLvlLbl val="0"/>
      </c:catAx>
      <c:valAx>
        <c:axId val="2018467760"/>
        <c:scaling>
          <c:orientation val="minMax"/>
          <c:max val="1"/>
          <c:min val="0"/>
        </c:scaling>
        <c:delete val="1"/>
        <c:axPos val="l"/>
        <c:numFmt formatCode="0%" sourceLinked="1"/>
        <c:majorTickMark val="out"/>
        <c:minorTickMark val="none"/>
        <c:tickLblPos val="nextTo"/>
        <c:crossAx val="2018465984"/>
        <c:crosses val="autoZero"/>
        <c:crossBetween val="between"/>
        <c:majorUnit val="1"/>
        <c:minorUnit val="1"/>
      </c:valAx>
    </c:plotArea>
    <c:legend>
      <c:legendPos val="r"/>
      <c:legendEntry>
        <c:idx val="0"/>
        <c:txPr>
          <a:bodyPr/>
          <a:lstStyle/>
          <a:p>
            <a:pPr>
              <a:defRPr lang="en-US" sz="1000" b="0" i="0" u="none" strike="noStrike" kern="1200" spc="100" baseline="0">
                <a:solidFill>
                  <a:srgbClr val="00B050"/>
                </a:solidFill>
                <a:latin typeface="+mn-lt"/>
                <a:ea typeface="+mn-ea"/>
                <a:cs typeface="+mn-cs"/>
              </a:defRPr>
            </a:pPr>
            <a:endParaRPr lang="en-US"/>
          </a:p>
        </c:txPr>
      </c:legendEntry>
      <c:legendEntry>
        <c:idx val="1"/>
        <c:txPr>
          <a:bodyPr/>
          <a:lstStyle/>
          <a:p>
            <a:pPr>
              <a:defRPr lang="en-US" sz="1000" b="0" i="0" u="none" strike="noStrike" kern="1200" spc="100" baseline="0">
                <a:solidFill>
                  <a:srgbClr val="BB9301"/>
                </a:solidFill>
                <a:latin typeface="+mn-lt"/>
                <a:ea typeface="+mn-ea"/>
                <a:cs typeface="+mn-cs"/>
              </a:defRPr>
            </a:pPr>
            <a:endParaRPr lang="en-US"/>
          </a:p>
        </c:txPr>
      </c:legendEntry>
      <c:legendEntry>
        <c:idx val="2"/>
        <c:txPr>
          <a:bodyPr/>
          <a:lstStyle/>
          <a:p>
            <a:pPr>
              <a:defRPr lang="en-US" sz="1000" b="0" i="0" u="none" strike="noStrike" kern="1200" spc="100" baseline="0">
                <a:solidFill>
                  <a:srgbClr val="BB9301"/>
                </a:solidFill>
                <a:latin typeface="+mn-lt"/>
                <a:ea typeface="+mn-ea"/>
                <a:cs typeface="+mn-cs"/>
              </a:defRPr>
            </a:pPr>
            <a:endParaRPr lang="en-US"/>
          </a:p>
        </c:txPr>
      </c:legendEntry>
      <c:legendEntry>
        <c:idx val="3"/>
        <c:txPr>
          <a:bodyPr/>
          <a:lstStyle/>
          <a:p>
            <a:pPr>
              <a:defRPr lang="en-US" sz="1000" b="0" i="0" u="none" strike="noStrike" kern="1200" spc="100" baseline="0">
                <a:solidFill>
                  <a:srgbClr val="00B050"/>
                </a:solidFill>
                <a:latin typeface="+mn-lt"/>
                <a:ea typeface="+mn-ea"/>
                <a:cs typeface="+mn-cs"/>
              </a:defRPr>
            </a:pPr>
            <a:endParaRPr lang="en-US"/>
          </a:p>
        </c:txPr>
      </c:legendEntry>
      <c:legendEntry>
        <c:idx val="4"/>
        <c:txPr>
          <a:bodyPr/>
          <a:lstStyle/>
          <a:p>
            <a:pPr>
              <a:defRPr sz="1000" spc="100" baseline="0">
                <a:solidFill>
                  <a:schemeClr val="tx1"/>
                </a:solidFill>
              </a:defRPr>
            </a:pPr>
            <a:endParaRPr lang="en-US"/>
          </a:p>
        </c:txPr>
      </c:legendEntry>
      <c:legendEntry>
        <c:idx val="5"/>
        <c:txPr>
          <a:bodyPr/>
          <a:lstStyle/>
          <a:p>
            <a:pPr>
              <a:defRPr sz="1000" spc="100" baseline="0">
                <a:solidFill>
                  <a:schemeClr val="tx1"/>
                </a:solidFill>
              </a:defRPr>
            </a:pPr>
            <a:endParaRPr lang="en-US"/>
          </a:p>
        </c:txPr>
      </c:legendEntry>
      <c:legendEntry>
        <c:idx val="6"/>
        <c:txPr>
          <a:bodyPr/>
          <a:lstStyle/>
          <a:p>
            <a:pPr>
              <a:defRPr sz="1000" spc="100" baseline="0">
                <a:solidFill>
                  <a:schemeClr val="tx1"/>
                </a:solidFill>
              </a:defRPr>
            </a:pPr>
            <a:endParaRPr lang="en-US"/>
          </a:p>
        </c:txPr>
      </c:legendEntry>
      <c:legendEntry>
        <c:idx val="7"/>
        <c:txPr>
          <a:bodyPr/>
          <a:lstStyle/>
          <a:p>
            <a:pPr>
              <a:defRPr sz="1000" spc="100" baseline="0">
                <a:solidFill>
                  <a:schemeClr val="tx1"/>
                </a:solidFill>
              </a:defRPr>
            </a:pPr>
            <a:endParaRPr lang="en-US"/>
          </a:p>
        </c:txPr>
      </c:legendEntry>
      <c:legendEntry>
        <c:idx val="8"/>
        <c:txPr>
          <a:bodyPr/>
          <a:lstStyle/>
          <a:p>
            <a:pPr>
              <a:defRPr sz="1000" spc="100" baseline="0">
                <a:solidFill>
                  <a:schemeClr val="tx1"/>
                </a:solidFill>
              </a:defRPr>
            </a:pPr>
            <a:endParaRPr lang="en-US"/>
          </a:p>
        </c:txPr>
      </c:legendEntry>
      <c:legendEntry>
        <c:idx val="9"/>
        <c:txPr>
          <a:bodyPr/>
          <a:lstStyle/>
          <a:p>
            <a:pPr>
              <a:defRPr sz="1000" spc="100" baseline="0">
                <a:solidFill>
                  <a:schemeClr val="tx1"/>
                </a:solidFill>
              </a:defRPr>
            </a:pPr>
            <a:endParaRPr lang="en-US"/>
          </a:p>
        </c:txPr>
      </c:legendEntry>
      <c:legendEntry>
        <c:idx val="10"/>
        <c:txPr>
          <a:bodyPr/>
          <a:lstStyle/>
          <a:p>
            <a:pPr>
              <a:defRPr sz="1000" spc="100" baseline="0">
                <a:solidFill>
                  <a:schemeClr val="tx1"/>
                </a:solidFill>
              </a:defRPr>
            </a:pPr>
            <a:endParaRPr lang="en-US"/>
          </a:p>
        </c:txPr>
      </c:legendEntry>
      <c:layout>
        <c:manualLayout>
          <c:xMode val="edge"/>
          <c:yMode val="edge"/>
          <c:x val="0.63653895455784248"/>
          <c:y val="9.7991027439342474E-2"/>
          <c:w val="0.35097175933180347"/>
          <c:h val="0.88725498296772287"/>
        </c:manualLayout>
      </c:layout>
      <c:overlay val="0"/>
      <c:txPr>
        <a:bodyPr/>
        <a:lstStyle/>
        <a:p>
          <a:pPr>
            <a:defRPr sz="1000" spc="100" baseline="0">
              <a:solidFill>
                <a:schemeClr val="tx1"/>
              </a:solidFill>
            </a:defRPr>
          </a:pPr>
          <a:endParaRPr lang="en-US"/>
        </a:p>
      </c:txPr>
    </c:legend>
    <c:plotVisOnly val="1"/>
    <c:dispBlanksAs val="gap"/>
    <c:showDLblsOverMax val="0"/>
  </c:chart>
  <c:spPr>
    <a:noFill/>
    <a:ln>
      <a:noFill/>
    </a:ln>
  </c:spPr>
  <c:txPr>
    <a:bodyPr/>
    <a:lstStyle/>
    <a:p>
      <a:pPr>
        <a:defRPr sz="1100"/>
      </a:pPr>
      <a:endParaRPr lang="en-US"/>
    </a:p>
  </c:txPr>
  <c:externalData r:id="rId2">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9589861544843293E-2"/>
          <c:y val="2.8397426084276058E-2"/>
          <c:w val="0.75772092818982695"/>
          <c:h val="0.86203099404425321"/>
        </c:manualLayout>
      </c:layout>
      <c:lineChart>
        <c:grouping val="standard"/>
        <c:varyColors val="0"/>
        <c:ser>
          <c:idx val="0"/>
          <c:order val="0"/>
          <c:tx>
            <c:strRef>
              <c:f>Sheet1!$A$2</c:f>
              <c:strCache>
                <c:ptCount val="1"/>
                <c:pt idx="0">
                  <c:v>*OTHERS</c:v>
                </c:pt>
              </c:strCache>
            </c:strRef>
          </c:tx>
          <c:spPr>
            <a:ln w="28575" cap="rnd">
              <a:solidFill>
                <a:srgbClr val="FFFFFF">
                  <a:lumMod val="75000"/>
                </a:srgbClr>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Sheet1!$B$2:$O$2</c:f>
              <c:numCache>
                <c:formatCode>0.0%</c:formatCode>
                <c:ptCount val="14"/>
                <c:pt idx="0">
                  <c:v>2.1399296691906048E-2</c:v>
                </c:pt>
                <c:pt idx="1">
                  <c:v>2.035092512216724E-2</c:v>
                </c:pt>
                <c:pt idx="2">
                  <c:v>1.9618301880754009E-2</c:v>
                </c:pt>
                <c:pt idx="3">
                  <c:v>1.9661412432223732E-2</c:v>
                </c:pt>
                <c:pt idx="4">
                  <c:v>1.9216205599225683E-2</c:v>
                </c:pt>
                <c:pt idx="5">
                  <c:v>1.9032459991269325E-2</c:v>
                </c:pt>
                <c:pt idx="6">
                  <c:v>1.7937059465898939E-2</c:v>
                </c:pt>
                <c:pt idx="7">
                  <c:v>1.6688567422768752E-2</c:v>
                </c:pt>
                <c:pt idx="8">
                  <c:v>1.6223804233643942E-2</c:v>
                </c:pt>
                <c:pt idx="9">
                  <c:v>1.6244624051125249E-2</c:v>
                </c:pt>
                <c:pt idx="10">
                  <c:v>1.5726958754221618E-2</c:v>
                </c:pt>
                <c:pt idx="11">
                  <c:v>1.4889278859541418E-2</c:v>
                </c:pt>
                <c:pt idx="12">
                  <c:v>1.3923328795850043E-2</c:v>
                </c:pt>
                <c:pt idx="13">
                  <c:v>1.3550412553369851E-2</c:v>
                </c:pt>
              </c:numCache>
            </c:numRef>
          </c:val>
          <c:smooth val="0"/>
          <c:extLst>
            <c:ext xmlns:c16="http://schemas.microsoft.com/office/drawing/2014/chart" uri="{C3380CC4-5D6E-409C-BE32-E72D297353CC}">
              <c16:uniqueId val="{00000000-88A3-4A90-A05F-F2AE815547DF}"/>
            </c:ext>
          </c:extLst>
        </c:ser>
        <c:ser>
          <c:idx val="1"/>
          <c:order val="1"/>
          <c:tx>
            <c:strRef>
              <c:f>Sheet1!$A$3</c:f>
              <c:strCache>
                <c:ptCount val="1"/>
                <c:pt idx="0">
                  <c:v>REMI-BIOSIM</c:v>
                </c:pt>
              </c:strCache>
            </c:strRef>
          </c:tx>
          <c:spPr>
            <a:ln w="28575" cap="rnd">
              <a:solidFill>
                <a:srgbClr val="0070C0"/>
              </a:solidFill>
              <a:prstDash val="dash"/>
              <a:round/>
            </a:ln>
            <a:effectLst/>
          </c:spPr>
          <c:marker>
            <c:symbol val="none"/>
          </c:marker>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88A3-4A90-A05F-F2AE815547D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Sheet1!$B$3:$O$3</c:f>
              <c:numCache>
                <c:formatCode>0.0%</c:formatCode>
                <c:ptCount val="14"/>
                <c:pt idx="0">
                  <c:v>0.17418809286212752</c:v>
                </c:pt>
                <c:pt idx="1">
                  <c:v>0.17422436470831884</c:v>
                </c:pt>
                <c:pt idx="2">
                  <c:v>0.18137808169491887</c:v>
                </c:pt>
                <c:pt idx="3">
                  <c:v>0.16310788806634099</c:v>
                </c:pt>
                <c:pt idx="4">
                  <c:v>0.168559938767328</c:v>
                </c:pt>
                <c:pt idx="5">
                  <c:v>0.16184077225292601</c:v>
                </c:pt>
                <c:pt idx="6">
                  <c:v>0.15867169661471259</c:v>
                </c:pt>
                <c:pt idx="7">
                  <c:v>0.16310612016151091</c:v>
                </c:pt>
                <c:pt idx="8">
                  <c:v>0.15382101102621654</c:v>
                </c:pt>
                <c:pt idx="9">
                  <c:v>0.1513677381654685</c:v>
                </c:pt>
                <c:pt idx="10">
                  <c:v>0.16529257148096643</c:v>
                </c:pt>
                <c:pt idx="11">
                  <c:v>0.17026517381415593</c:v>
                </c:pt>
                <c:pt idx="12">
                  <c:v>0.17565210992973032</c:v>
                </c:pt>
                <c:pt idx="13">
                  <c:v>0.17083185406447321</c:v>
                </c:pt>
              </c:numCache>
            </c:numRef>
          </c:val>
          <c:smooth val="0"/>
          <c:extLst>
            <c:ext xmlns:c16="http://schemas.microsoft.com/office/drawing/2014/chart" uri="{C3380CC4-5D6E-409C-BE32-E72D297353CC}">
              <c16:uniqueId val="{00000002-88A3-4A90-A05F-F2AE815547DF}"/>
            </c:ext>
          </c:extLst>
        </c:ser>
        <c:ser>
          <c:idx val="2"/>
          <c:order val="2"/>
          <c:tx>
            <c:strRef>
              <c:f>Sheet1!$A$4</c:f>
              <c:strCache>
                <c:ptCount val="1"/>
                <c:pt idx="0">
                  <c:v>REMICADE</c:v>
                </c:pt>
              </c:strCache>
            </c:strRef>
          </c:tx>
          <c:spPr>
            <a:ln w="28575" cap="rnd">
              <a:solidFill>
                <a:srgbClr val="0070C0"/>
              </a:solidFill>
              <a:round/>
            </a:ln>
            <a:effectLst/>
          </c:spPr>
          <c:marker>
            <c:symbol val="none"/>
          </c:marker>
          <c:dLbls>
            <c:dLbl>
              <c:idx val="13"/>
              <c:layout>
                <c:manualLayout>
                  <c:x val="-1.5823296050727759E-16"/>
                  <c:y val="-1.851603073786079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88A3-4A90-A05F-F2AE815547D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Sheet1!$B$4:$O$4</c:f>
              <c:numCache>
                <c:formatCode>0.0%</c:formatCode>
                <c:ptCount val="14"/>
                <c:pt idx="0">
                  <c:v>0.20014957230957375</c:v>
                </c:pt>
                <c:pt idx="1">
                  <c:v>0.1895674244193476</c:v>
                </c:pt>
                <c:pt idx="2">
                  <c:v>0.17882631562103288</c:v>
                </c:pt>
                <c:pt idx="3">
                  <c:v>0.17481031038592604</c:v>
                </c:pt>
                <c:pt idx="4">
                  <c:v>0.17364443742482596</c:v>
                </c:pt>
                <c:pt idx="5">
                  <c:v>0.17041083592096268</c:v>
                </c:pt>
                <c:pt idx="6">
                  <c:v>0.17188126675270526</c:v>
                </c:pt>
                <c:pt idx="7">
                  <c:v>0.17660616702339077</c:v>
                </c:pt>
                <c:pt idx="8">
                  <c:v>0.17452634124590957</c:v>
                </c:pt>
                <c:pt idx="9">
                  <c:v>0.16996093771808535</c:v>
                </c:pt>
                <c:pt idx="10">
                  <c:v>0.16194966150648715</c:v>
                </c:pt>
                <c:pt idx="11">
                  <c:v>0.15145313904571814</c:v>
                </c:pt>
                <c:pt idx="12">
                  <c:v>0.14548765681910159</c:v>
                </c:pt>
                <c:pt idx="13">
                  <c:v>0.13871979271028698</c:v>
                </c:pt>
              </c:numCache>
            </c:numRef>
          </c:val>
          <c:smooth val="0"/>
          <c:extLst>
            <c:ext xmlns:c16="http://schemas.microsoft.com/office/drawing/2014/chart" uri="{C3380CC4-5D6E-409C-BE32-E72D297353CC}">
              <c16:uniqueId val="{00000004-88A3-4A90-A05F-F2AE815547DF}"/>
            </c:ext>
          </c:extLst>
        </c:ser>
        <c:ser>
          <c:idx val="3"/>
          <c:order val="3"/>
          <c:tx>
            <c:strRef>
              <c:f>Sheet1!$A$5</c:f>
              <c:strCache>
                <c:ptCount val="1"/>
                <c:pt idx="0">
                  <c:v>ENTYVIO</c:v>
                </c:pt>
              </c:strCache>
            </c:strRef>
          </c:tx>
          <c:spPr>
            <a:ln w="28575" cap="rnd">
              <a:solidFill>
                <a:srgbClr val="9F1897"/>
              </a:solidFill>
              <a:round/>
            </a:ln>
            <a:effectLst/>
          </c:spPr>
          <c:marker>
            <c:symbol val="none"/>
          </c:marker>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88A3-4A90-A05F-F2AE815547DF}"/>
                </c:ext>
              </c:extLst>
            </c:dLbl>
            <c:spPr>
              <a:noFill/>
              <a:ln>
                <a:solidFill>
                  <a:srgbClr val="891515"/>
                </a:solidFill>
                <a:prstDash val="dash"/>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Sheet1!$B$5:$O$5</c:f>
              <c:numCache>
                <c:formatCode>0.0%</c:formatCode>
                <c:ptCount val="14"/>
                <c:pt idx="0">
                  <c:v>0.24984713164409064</c:v>
                </c:pt>
                <c:pt idx="1">
                  <c:v>0.23544678619741521</c:v>
                </c:pt>
                <c:pt idx="2">
                  <c:v>0.24198892670073288</c:v>
                </c:pt>
                <c:pt idx="3">
                  <c:v>0.24396098772892852</c:v>
                </c:pt>
                <c:pt idx="4">
                  <c:v>0.24933077387244004</c:v>
                </c:pt>
                <c:pt idx="5">
                  <c:v>0.24306899704310153</c:v>
                </c:pt>
                <c:pt idx="6">
                  <c:v>0.24852576193785367</c:v>
                </c:pt>
                <c:pt idx="7">
                  <c:v>0.24618553861514539</c:v>
                </c:pt>
                <c:pt idx="8">
                  <c:v>0.24690714247927389</c:v>
                </c:pt>
                <c:pt idx="9">
                  <c:v>0.24213776200481255</c:v>
                </c:pt>
                <c:pt idx="10">
                  <c:v>0.23708872656142549</c:v>
                </c:pt>
                <c:pt idx="11">
                  <c:v>0.23721179704830839</c:v>
                </c:pt>
                <c:pt idx="12">
                  <c:v>0.23551009896618963</c:v>
                </c:pt>
                <c:pt idx="13">
                  <c:v>0.23280872728354191</c:v>
                </c:pt>
              </c:numCache>
            </c:numRef>
          </c:val>
          <c:smooth val="0"/>
          <c:extLst>
            <c:ext xmlns:c16="http://schemas.microsoft.com/office/drawing/2014/chart" uri="{C3380CC4-5D6E-409C-BE32-E72D297353CC}">
              <c16:uniqueId val="{00000006-88A3-4A90-A05F-F2AE815547DF}"/>
            </c:ext>
          </c:extLst>
        </c:ser>
        <c:ser>
          <c:idx val="4"/>
          <c:order val="4"/>
          <c:tx>
            <c:strRef>
              <c:f>Sheet1!$A$7</c:f>
              <c:strCache>
                <c:ptCount val="1"/>
                <c:pt idx="0">
                  <c:v>STELARA</c:v>
                </c:pt>
              </c:strCache>
            </c:strRef>
          </c:tx>
          <c:spPr>
            <a:ln w="28575" cap="rnd">
              <a:solidFill>
                <a:srgbClr val="FFC000"/>
              </a:solidFill>
              <a:round/>
            </a:ln>
            <a:effectLst/>
          </c:spPr>
          <c:marker>
            <c:symbol val="none"/>
          </c:marker>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8A3-4A90-A05F-F2AE815547D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Sheet1!$B$7:$O$7</c:f>
              <c:numCache>
                <c:formatCode>0.0%</c:formatCode>
                <c:ptCount val="14"/>
                <c:pt idx="0">
                  <c:v>0.15768058355932088</c:v>
                </c:pt>
                <c:pt idx="1">
                  <c:v>0.16080028905936733</c:v>
                </c:pt>
                <c:pt idx="2">
                  <c:v>0.16351571917771685</c:v>
                </c:pt>
                <c:pt idx="3">
                  <c:v>0.16802638867905526</c:v>
                </c:pt>
                <c:pt idx="4">
                  <c:v>0.15905510535502396</c:v>
                </c:pt>
                <c:pt idx="5">
                  <c:v>0.16046116085033482</c:v>
                </c:pt>
                <c:pt idx="6">
                  <c:v>0.1561441477216321</c:v>
                </c:pt>
                <c:pt idx="7">
                  <c:v>0.15146333392627956</c:v>
                </c:pt>
                <c:pt idx="8">
                  <c:v>0.15298780994702277</c:v>
                </c:pt>
                <c:pt idx="9">
                  <c:v>0.1565115279326022</c:v>
                </c:pt>
                <c:pt idx="10">
                  <c:v>0.15296965019790026</c:v>
                </c:pt>
                <c:pt idx="11">
                  <c:v>0.13496037063408856</c:v>
                </c:pt>
                <c:pt idx="12">
                  <c:v>0.10606673779478312</c:v>
                </c:pt>
                <c:pt idx="13">
                  <c:v>9.2891888526016236E-2</c:v>
                </c:pt>
              </c:numCache>
            </c:numRef>
          </c:val>
          <c:smooth val="0"/>
          <c:extLst>
            <c:ext xmlns:c16="http://schemas.microsoft.com/office/drawing/2014/chart" uri="{C3380CC4-5D6E-409C-BE32-E72D297353CC}">
              <c16:uniqueId val="{00000008-88A3-4A90-A05F-F2AE815547DF}"/>
            </c:ext>
          </c:extLst>
        </c:ser>
        <c:ser>
          <c:idx val="5"/>
          <c:order val="5"/>
          <c:tx>
            <c:strRef>
              <c:f>Sheet1!$A$8</c:f>
              <c:strCache>
                <c:ptCount val="1"/>
                <c:pt idx="0">
                  <c:v>RINVOQ</c:v>
                </c:pt>
              </c:strCache>
            </c:strRef>
          </c:tx>
          <c:spPr>
            <a:ln w="28575" cap="rnd">
              <a:solidFill>
                <a:srgbClr val="00B0F0"/>
              </a:solidFill>
              <a:round/>
            </a:ln>
            <a:effectLst/>
          </c:spPr>
          <c:marker>
            <c:symbol val="none"/>
          </c:marker>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8A3-4A90-A05F-F2AE815547D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Sheet1!$B$8:$O$8</c:f>
              <c:numCache>
                <c:formatCode>0.0%</c:formatCode>
                <c:ptCount val="14"/>
                <c:pt idx="0">
                  <c:v>3.1983015132262382E-3</c:v>
                </c:pt>
                <c:pt idx="1">
                  <c:v>5.7040754726957873E-3</c:v>
                </c:pt>
                <c:pt idx="2">
                  <c:v>1.0326544981277804E-2</c:v>
                </c:pt>
                <c:pt idx="3">
                  <c:v>1.483943529569757E-2</c:v>
                </c:pt>
                <c:pt idx="4">
                  <c:v>2.1974105707354804E-2</c:v>
                </c:pt>
                <c:pt idx="5">
                  <c:v>2.9902562370790125E-2</c:v>
                </c:pt>
                <c:pt idx="6">
                  <c:v>3.4716569045964457E-2</c:v>
                </c:pt>
                <c:pt idx="7">
                  <c:v>3.9717834101294341E-2</c:v>
                </c:pt>
                <c:pt idx="8">
                  <c:v>4.5187460796094349E-2</c:v>
                </c:pt>
                <c:pt idx="9">
                  <c:v>5.1127111531282396E-2</c:v>
                </c:pt>
                <c:pt idx="10">
                  <c:v>5.6753060195302352E-2</c:v>
                </c:pt>
                <c:pt idx="11">
                  <c:v>5.9790724055894133E-2</c:v>
                </c:pt>
                <c:pt idx="12">
                  <c:v>6.2293513851587504E-2</c:v>
                </c:pt>
                <c:pt idx="13">
                  <c:v>6.6673977817472779E-2</c:v>
                </c:pt>
              </c:numCache>
            </c:numRef>
          </c:val>
          <c:smooth val="0"/>
          <c:extLst>
            <c:ext xmlns:c16="http://schemas.microsoft.com/office/drawing/2014/chart" uri="{C3380CC4-5D6E-409C-BE32-E72D297353CC}">
              <c16:uniqueId val="{0000000A-88A3-4A90-A05F-F2AE815547DF}"/>
            </c:ext>
          </c:extLst>
        </c:ser>
        <c:ser>
          <c:idx val="6"/>
          <c:order val="6"/>
          <c:tx>
            <c:strRef>
              <c:f>Sheet1!$A$9</c:f>
              <c:strCache>
                <c:ptCount val="1"/>
                <c:pt idx="0">
                  <c:v>SKYRIZI</c:v>
                </c:pt>
              </c:strCache>
            </c:strRef>
          </c:tx>
          <c:spPr>
            <a:ln w="28575" cap="rnd">
              <a:solidFill>
                <a:srgbClr val="E1242A"/>
              </a:solidFill>
              <a:round/>
            </a:ln>
            <a:effectLst/>
          </c:spPr>
          <c:marker>
            <c:symbol val="none"/>
          </c:marker>
          <c:dLbls>
            <c:dLbl>
              <c:idx val="13"/>
              <c:layout>
                <c:manualLayout>
                  <c:x val="-2.1577471149264536E-3"/>
                  <c:y val="1.851603073786070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88A3-4A90-A05F-F2AE815547D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Sheet1!$B$9:$O$9</c:f>
              <c:numCache>
                <c:formatCode>0.0%</c:formatCode>
                <c:ptCount val="14"/>
                <c:pt idx="0">
                  <c:v>5.7555788425649153E-3</c:v>
                </c:pt>
                <c:pt idx="1">
                  <c:v>2.6823916137532332E-2</c:v>
                </c:pt>
                <c:pt idx="2">
                  <c:v>2.377665646102476E-2</c:v>
                </c:pt>
                <c:pt idx="3">
                  <c:v>3.8061724664685839E-2</c:v>
                </c:pt>
                <c:pt idx="4">
                  <c:v>3.832711692119533E-2</c:v>
                </c:pt>
                <c:pt idx="5">
                  <c:v>4.1355396133793479E-2</c:v>
                </c:pt>
                <c:pt idx="6">
                  <c:v>4.6423111287600516E-2</c:v>
                </c:pt>
                <c:pt idx="7">
                  <c:v>5.4998632398199736E-2</c:v>
                </c:pt>
                <c:pt idx="8">
                  <c:v>6.5382667906076886E-2</c:v>
                </c:pt>
                <c:pt idx="9">
                  <c:v>8.5726727794144197E-2</c:v>
                </c:pt>
                <c:pt idx="10">
                  <c:v>0.10257958035973531</c:v>
                </c:pt>
                <c:pt idx="11">
                  <c:v>0.11661368423216585</c:v>
                </c:pt>
                <c:pt idx="12">
                  <c:v>0.12799565873220264</c:v>
                </c:pt>
                <c:pt idx="13">
                  <c:v>0.13593721828060321</c:v>
                </c:pt>
              </c:numCache>
            </c:numRef>
          </c:val>
          <c:smooth val="0"/>
          <c:extLst>
            <c:ext xmlns:c16="http://schemas.microsoft.com/office/drawing/2014/chart" uri="{C3380CC4-5D6E-409C-BE32-E72D297353CC}">
              <c16:uniqueId val="{0000000C-88A3-4A90-A05F-F2AE815547DF}"/>
            </c:ext>
          </c:extLst>
        </c:ser>
        <c:ser>
          <c:idx val="7"/>
          <c:order val="7"/>
          <c:tx>
            <c:strRef>
              <c:f>Sheet1!$A$10</c:f>
              <c:strCache>
                <c:ptCount val="1"/>
                <c:pt idx="0">
                  <c:v>HUMIRA-BIOSIM</c:v>
                </c:pt>
              </c:strCache>
            </c:strRef>
          </c:tx>
          <c:spPr>
            <a:ln w="28575" cap="rnd">
              <a:solidFill>
                <a:srgbClr val="D921D0"/>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Sheet1!$B$10:$O$10</c:f>
              <c:numCache>
                <c:formatCode>General</c:formatCode>
                <c:ptCount val="14"/>
                <c:pt idx="2" formatCode="0.0%">
                  <c:v>4.4805257150172286E-5</c:v>
                </c:pt>
                <c:pt idx="3" formatCode="0.0%">
                  <c:v>2.1193198032599754E-4</c:v>
                </c:pt>
                <c:pt idx="4" formatCode="0.0%">
                  <c:v>8.8690179688733915E-4</c:v>
                </c:pt>
                <c:pt idx="5" formatCode="0.0%">
                  <c:v>2.1970826366638939E-3</c:v>
                </c:pt>
                <c:pt idx="6" formatCode="0.0%">
                  <c:v>4.0365333068599222E-3</c:v>
                </c:pt>
                <c:pt idx="7" formatCode="0.0%">
                  <c:v>3.3543542337317551E-2</c:v>
                </c:pt>
                <c:pt idx="8" formatCode="0.0%">
                  <c:v>3.1079722795323495E-2</c:v>
                </c:pt>
                <c:pt idx="9" formatCode="0.0%">
                  <c:v>2.989316028562549E-2</c:v>
                </c:pt>
                <c:pt idx="10" formatCode="0.0%">
                  <c:v>1.9337301526659228E-2</c:v>
                </c:pt>
                <c:pt idx="11" formatCode="0.0%">
                  <c:v>2.307866256263047E-2</c:v>
                </c:pt>
                <c:pt idx="12" formatCode="0.0%">
                  <c:v>2.9020271513189359E-2</c:v>
                </c:pt>
                <c:pt idx="13" formatCode="0.0%">
                  <c:v>3.0368537763642886E-2</c:v>
                </c:pt>
              </c:numCache>
            </c:numRef>
          </c:val>
          <c:smooth val="0"/>
          <c:extLst>
            <c:ext xmlns:c16="http://schemas.microsoft.com/office/drawing/2014/chart" uri="{C3380CC4-5D6E-409C-BE32-E72D297353CC}">
              <c16:uniqueId val="{0000000D-88A3-4A90-A05F-F2AE815547DF}"/>
            </c:ext>
          </c:extLst>
        </c:ser>
        <c:ser>
          <c:idx val="8"/>
          <c:order val="8"/>
          <c:tx>
            <c:strRef>
              <c:f>Sheet1!$A$11</c:f>
              <c:strCache>
                <c:ptCount val="1"/>
                <c:pt idx="0">
                  <c:v>HUMIRA</c:v>
                </c:pt>
              </c:strCache>
            </c:strRef>
          </c:tx>
          <c:spPr>
            <a:ln w="28575" cap="rnd">
              <a:solidFill>
                <a:srgbClr val="D921D0"/>
              </a:solidFill>
              <a:round/>
            </a:ln>
            <a:effectLst/>
          </c:spPr>
          <c:marker>
            <c:symbol val="none"/>
          </c:marker>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88A3-4A90-A05F-F2AE815547DF}"/>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Sheet1!$B$11:$O$11</c:f>
              <c:numCache>
                <c:formatCode>0.0%</c:formatCode>
                <c:ptCount val="14"/>
                <c:pt idx="0">
                  <c:v>0.1875768603908429</c:v>
                </c:pt>
                <c:pt idx="1">
                  <c:v>0.18689054079658768</c:v>
                </c:pt>
                <c:pt idx="2">
                  <c:v>0.18034116002944345</c:v>
                </c:pt>
                <c:pt idx="3">
                  <c:v>0.17710798878649006</c:v>
                </c:pt>
                <c:pt idx="4">
                  <c:v>0.16877457710173452</c:v>
                </c:pt>
                <c:pt idx="5">
                  <c:v>0.1714527513981435</c:v>
                </c:pt>
                <c:pt idx="6">
                  <c:v>0.16054402859128364</c:v>
                </c:pt>
                <c:pt idx="7">
                  <c:v>0.11576797057456491</c:v>
                </c:pt>
                <c:pt idx="8">
                  <c:v>0.11024327204298637</c:v>
                </c:pt>
                <c:pt idx="9">
                  <c:v>9.153117073325058E-2</c:v>
                </c:pt>
                <c:pt idx="10">
                  <c:v>7.9217415223803045E-2</c:v>
                </c:pt>
                <c:pt idx="11">
                  <c:v>6.7557743378130128E-2</c:v>
                </c:pt>
                <c:pt idx="12">
                  <c:v>5.2514624186012285E-2</c:v>
                </c:pt>
                <c:pt idx="13">
                  <c:v>5.2564076350719621E-2</c:v>
                </c:pt>
              </c:numCache>
            </c:numRef>
          </c:val>
          <c:smooth val="0"/>
          <c:extLst>
            <c:ext xmlns:c16="http://schemas.microsoft.com/office/drawing/2014/chart" uri="{C3380CC4-5D6E-409C-BE32-E72D297353CC}">
              <c16:uniqueId val="{0000000F-88A3-4A90-A05F-F2AE815547DF}"/>
            </c:ext>
          </c:extLst>
        </c:ser>
        <c:ser>
          <c:idx val="9"/>
          <c:order val="9"/>
          <c:tx>
            <c:strRef>
              <c:f>Sheet1!$A$12</c:f>
              <c:strCache>
                <c:ptCount val="1"/>
                <c:pt idx="0">
                  <c:v>OMVOH</c:v>
                </c:pt>
              </c:strCache>
            </c:strRef>
          </c:tx>
          <c:spPr>
            <a:ln w="28575" cap="rnd">
              <a:solidFill>
                <a:srgbClr val="CC32AF"/>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Sheet1!$B$12:$O$12</c:f>
              <c:numCache>
                <c:formatCode>General</c:formatCode>
                <c:ptCount val="14"/>
                <c:pt idx="5" formatCode="0.0%">
                  <c:v>8.2364859856190948E-6</c:v>
                </c:pt>
                <c:pt idx="6" formatCode="0.0%">
                  <c:v>7.6243423012012314E-4</c:v>
                </c:pt>
                <c:pt idx="7" formatCode="0.0%">
                  <c:v>1.333172664030925E-3</c:v>
                </c:pt>
                <c:pt idx="8" formatCode="0.0%">
                  <c:v>2.3201154767572797E-3</c:v>
                </c:pt>
                <c:pt idx="9" formatCode="0.0%">
                  <c:v>2.1159511451631814E-3</c:v>
                </c:pt>
                <c:pt idx="10" formatCode="0.0%">
                  <c:v>1.659993581612849E-3</c:v>
                </c:pt>
                <c:pt idx="11" formatCode="0.0%">
                  <c:v>2.5360551540602114E-3</c:v>
                </c:pt>
                <c:pt idx="12" formatCode="0.0%">
                  <c:v>4.0616607188845152E-3</c:v>
                </c:pt>
                <c:pt idx="13" formatCode="0.0%">
                  <c:v>4.8235007648826838E-3</c:v>
                </c:pt>
              </c:numCache>
            </c:numRef>
          </c:val>
          <c:smooth val="0"/>
          <c:extLst>
            <c:ext xmlns:c16="http://schemas.microsoft.com/office/drawing/2014/chart" uri="{C3380CC4-5D6E-409C-BE32-E72D297353CC}">
              <c16:uniqueId val="{00000010-88A3-4A90-A05F-F2AE815547DF}"/>
            </c:ext>
          </c:extLst>
        </c:ser>
        <c:ser>
          <c:idx val="10"/>
          <c:order val="10"/>
          <c:tx>
            <c:strRef>
              <c:f>Sheet1!$A$13</c:f>
              <c:strCache>
                <c:ptCount val="1"/>
                <c:pt idx="0">
                  <c:v>VELSIPITY</c:v>
                </c:pt>
              </c:strCache>
            </c:strRef>
          </c:tx>
          <c:spPr>
            <a:ln w="28575" cap="rnd">
              <a:solidFill>
                <a:srgbClr val="B1156E"/>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Sheet1!$B$13:$O$13</c:f>
              <c:numCache>
                <c:formatCode>General</c:formatCode>
                <c:ptCount val="14"/>
                <c:pt idx="5" formatCode="0.0%">
                  <c:v>1.2354728978428644E-5</c:v>
                </c:pt>
                <c:pt idx="6" formatCode="0.0%">
                  <c:v>1.0523180780303782E-4</c:v>
                </c:pt>
                <c:pt idx="7" formatCode="0.0%">
                  <c:v>2.2952757486902582E-4</c:v>
                </c:pt>
                <c:pt idx="8" formatCode="0.0%">
                  <c:v>4.402173502316337E-4</c:v>
                </c:pt>
                <c:pt idx="9" formatCode="0.0%">
                  <c:v>6.7368013592706384E-4</c:v>
                </c:pt>
                <c:pt idx="10" formatCode="0.0%">
                  <c:v>1.1862554823723582E-3</c:v>
                </c:pt>
                <c:pt idx="11" formatCode="0.0%">
                  <c:v>1.7118839507141883E-3</c:v>
                </c:pt>
                <c:pt idx="12" formatCode="0.0%">
                  <c:v>2.1136087708325669E-3</c:v>
                </c:pt>
                <c:pt idx="13" formatCode="0.0%">
                  <c:v>2.3531992170872746E-3</c:v>
                </c:pt>
              </c:numCache>
            </c:numRef>
          </c:val>
          <c:smooth val="0"/>
          <c:extLst>
            <c:ext xmlns:c16="http://schemas.microsoft.com/office/drawing/2014/chart" uri="{C3380CC4-5D6E-409C-BE32-E72D297353CC}">
              <c16:uniqueId val="{00000011-88A3-4A90-A05F-F2AE815547DF}"/>
            </c:ext>
          </c:extLst>
        </c:ser>
        <c:ser>
          <c:idx val="11"/>
          <c:order val="11"/>
          <c:tx>
            <c:strRef>
              <c:f>Sheet1!$A$14</c:f>
              <c:strCache>
                <c:ptCount val="1"/>
                <c:pt idx="0">
                  <c:v>ZYMFENTRA</c:v>
                </c:pt>
              </c:strCache>
            </c:strRef>
          </c:tx>
          <c:spPr>
            <a:ln w="28575" cap="rnd">
              <a:solidFill>
                <a:srgbClr val="34373F"/>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Sheet1!$B$14:$O$14</c:f>
              <c:numCache>
                <c:formatCode>General</c:formatCode>
                <c:ptCount val="14"/>
                <c:pt idx="7" formatCode="0.0%">
                  <c:v>1.6640749178004372E-4</c:v>
                </c:pt>
                <c:pt idx="8" formatCode="0.0%">
                  <c:v>6.8772152568375388E-4</c:v>
                </c:pt>
                <c:pt idx="9" formatCode="0.0%">
                  <c:v>1.0961259670194492E-3</c:v>
                </c:pt>
                <c:pt idx="10" formatCode="0.0%">
                  <c:v>1.5511102281583814E-3</c:v>
                </c:pt>
                <c:pt idx="11" formatCode="0.0%">
                  <c:v>2.2239540407749826E-3</c:v>
                </c:pt>
                <c:pt idx="12" formatCode="0.0%">
                  <c:v>2.6452301239836651E-3</c:v>
                </c:pt>
                <c:pt idx="13" formatCode="0.0%">
                  <c:v>3.3848149876113168E-3</c:v>
                </c:pt>
              </c:numCache>
            </c:numRef>
          </c:val>
          <c:smooth val="0"/>
          <c:extLst>
            <c:ext xmlns:c16="http://schemas.microsoft.com/office/drawing/2014/chart" uri="{C3380CC4-5D6E-409C-BE32-E72D297353CC}">
              <c16:uniqueId val="{00000012-88A3-4A90-A05F-F2AE815547DF}"/>
            </c:ext>
          </c:extLst>
        </c:ser>
        <c:ser>
          <c:idx val="12"/>
          <c:order val="12"/>
          <c:tx>
            <c:strRef>
              <c:f>Sheet1!$A$15</c:f>
              <c:strCache>
                <c:ptCount val="1"/>
                <c:pt idx="0">
                  <c:v>TREMFYA</c:v>
                </c:pt>
              </c:strCache>
            </c:strRef>
          </c:tx>
          <c:spPr>
            <a:ln w="28575" cap="rnd">
              <a:solidFill>
                <a:srgbClr val="00B05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Sheet1!$B$15:$O$15</c:f>
              <c:numCache>
                <c:formatCode>0.0%</c:formatCode>
                <c:ptCount val="14"/>
                <c:pt idx="0">
                  <c:v>1.3638812423139609E-4</c:v>
                </c:pt>
                <c:pt idx="1">
                  <c:v>1.1897260545599556E-4</c:v>
                </c:pt>
                <c:pt idx="2">
                  <c:v>9.6011265321797762E-5</c:v>
                </c:pt>
                <c:pt idx="3">
                  <c:v>1.1121183126017693E-4</c:v>
                </c:pt>
                <c:pt idx="4">
                  <c:v>1.1339383704495661E-4</c:v>
                </c:pt>
                <c:pt idx="5">
                  <c:v>1.4207938325192938E-4</c:v>
                </c:pt>
                <c:pt idx="6">
                  <c:v>1.5089844137794104E-4</c:v>
                </c:pt>
                <c:pt idx="7">
                  <c:v>1.3389108534026507E-4</c:v>
                </c:pt>
                <c:pt idx="8">
                  <c:v>1.3603282925612713E-4</c:v>
                </c:pt>
                <c:pt idx="9">
                  <c:v>1.5613746796762614E-3</c:v>
                </c:pt>
                <c:pt idx="10">
                  <c:v>4.4833198343444836E-3</c:v>
                </c:pt>
                <c:pt idx="11">
                  <c:v>1.2990508014644457E-2</c:v>
                </c:pt>
                <c:pt idx="12">
                  <c:v>2.6327213862624627E-2</c:v>
                </c:pt>
                <c:pt idx="13">
                  <c:v>3.289831986036941E-2</c:v>
                </c:pt>
              </c:numCache>
            </c:numRef>
          </c:val>
          <c:smooth val="0"/>
          <c:extLst>
            <c:ext xmlns:c16="http://schemas.microsoft.com/office/drawing/2014/chart" uri="{C3380CC4-5D6E-409C-BE32-E72D297353CC}">
              <c16:uniqueId val="{00000013-88A3-4A90-A05F-F2AE815547DF}"/>
            </c:ext>
          </c:extLst>
        </c:ser>
        <c:ser>
          <c:idx val="13"/>
          <c:order val="13"/>
          <c:tx>
            <c:strRef>
              <c:f>Sheet1!$A$6</c:f>
              <c:strCache>
                <c:ptCount val="1"/>
                <c:pt idx="0">
                  <c:v>STELARA-BIOSIM</c:v>
                </c:pt>
              </c:strCache>
            </c:strRef>
          </c:tx>
          <c:spPr>
            <a:ln w="28575" cap="rnd">
              <a:solidFill>
                <a:srgbClr val="FFC000"/>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Sheet1!$B$6:$O$6</c:f>
              <c:numCache>
                <c:formatCode>General</c:formatCode>
                <c:ptCount val="14"/>
                <c:pt idx="10" formatCode="0.0%">
                  <c:v>1.4708803887708788E-4</c:v>
                </c:pt>
                <c:pt idx="11" formatCode="0.0%">
                  <c:v>4.6291883689072539E-3</c:v>
                </c:pt>
                <c:pt idx="12" formatCode="0.0%">
                  <c:v>1.6279754240094185E-2</c:v>
                </c:pt>
                <c:pt idx="13" formatCode="0.0%">
                  <c:v>2.2097023927909576E-2</c:v>
                </c:pt>
              </c:numCache>
            </c:numRef>
          </c:val>
          <c:smooth val="0"/>
          <c:extLst>
            <c:ext xmlns:c16="http://schemas.microsoft.com/office/drawing/2014/chart" uri="{C3380CC4-5D6E-409C-BE32-E72D297353CC}">
              <c16:uniqueId val="{00000014-88A3-4A90-A05F-F2AE815547DF}"/>
            </c:ext>
          </c:extLst>
        </c:ser>
        <c:dLbls>
          <c:showLegendKey val="0"/>
          <c:showVal val="0"/>
          <c:showCatName val="0"/>
          <c:showSerName val="0"/>
          <c:showPercent val="0"/>
          <c:showBubbleSize val="0"/>
        </c:dLbls>
        <c:smooth val="0"/>
        <c:axId val="1250894864"/>
        <c:axId val="1250895944"/>
      </c:lineChart>
      <c:catAx>
        <c:axId val="1250894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5944"/>
        <c:crosses val="autoZero"/>
        <c:auto val="1"/>
        <c:lblAlgn val="ctr"/>
        <c:lblOffset val="100"/>
        <c:noMultiLvlLbl val="0"/>
      </c:catAx>
      <c:valAx>
        <c:axId val="1250895944"/>
        <c:scaling>
          <c:orientation val="minMax"/>
          <c:min val="0"/>
        </c:scaling>
        <c:delete val="0"/>
        <c:axPos val="l"/>
        <c:title>
          <c:tx>
            <c:rich>
              <a:bodyPr rot="-5400000" spcFirstLastPara="1" vertOverflow="ellipsis" vert="horz" wrap="square" anchor="ctr" anchorCtr="1"/>
              <a:lstStyle/>
              <a:p>
                <a:pPr>
                  <a:defRPr sz="1330" b="0" i="0" u="none" strike="noStrike" kern="1200" baseline="0">
                    <a:solidFill>
                      <a:schemeClr val="tx1"/>
                    </a:solidFill>
                    <a:latin typeface="+mn-lt"/>
                    <a:ea typeface="+mn-ea"/>
                    <a:cs typeface="+mn-cs"/>
                  </a:defRPr>
                </a:pPr>
                <a:r>
                  <a:rPr lang="en-US" sz="1200">
                    <a:solidFill>
                      <a:schemeClr val="tx1"/>
                    </a:solidFill>
                  </a:rPr>
                  <a:t>Patient</a:t>
                </a:r>
                <a:r>
                  <a:rPr lang="en-US" sz="1200" baseline="0">
                    <a:solidFill>
                      <a:schemeClr val="tx1"/>
                    </a:solidFill>
                  </a:rPr>
                  <a:t> Share</a:t>
                </a:r>
                <a:endParaRPr lang="en-US" sz="1200">
                  <a:solidFill>
                    <a:schemeClr val="tx1"/>
                  </a:solidFill>
                </a:endParaRP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4864"/>
        <c:crosses val="autoZero"/>
        <c:crossBetween val="between"/>
      </c:valAx>
      <c:spPr>
        <a:solidFill>
          <a:srgbClr val="EDF2F4"/>
        </a:solidFill>
        <a:ln>
          <a:noFill/>
        </a:ln>
        <a:effectLst/>
      </c:spPr>
    </c:plotArea>
    <c:legend>
      <c:legendPos val="b"/>
      <c:layout>
        <c:manualLayout>
          <c:xMode val="edge"/>
          <c:yMode val="edge"/>
          <c:x val="0.86324025174619479"/>
          <c:y val="3.3681888760102856E-2"/>
          <c:w val="0.12812257000099414"/>
          <c:h val="0.9068564507747469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7653405319557705E-2"/>
          <c:y val="3.563440983091383E-2"/>
          <c:w val="0.79607929461371074"/>
          <c:h val="0.87961152159149514"/>
        </c:manualLayout>
      </c:layout>
      <c:lineChart>
        <c:grouping val="standard"/>
        <c:varyColors val="0"/>
        <c:ser>
          <c:idx val="0"/>
          <c:order val="0"/>
          <c:tx>
            <c:strRef>
              <c:f>Sheet1!$A$2</c:f>
              <c:strCache>
                <c:ptCount val="1"/>
                <c:pt idx="0">
                  <c:v>*OTHERS</c:v>
                </c:pt>
              </c:strCache>
            </c:strRef>
          </c:tx>
          <c:spPr>
            <a:ln w="28575" cap="rnd">
              <a:solidFill>
                <a:schemeClr val="bg1">
                  <a:lumMod val="75000"/>
                </a:schemeClr>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Sheet1!$B$2:$O$2</c:f>
              <c:numCache>
                <c:formatCode>0.0%</c:formatCode>
                <c:ptCount val="14"/>
                <c:pt idx="0">
                  <c:v>3.6155603596521396E-2</c:v>
                </c:pt>
                <c:pt idx="1">
                  <c:v>3.6676151703969762E-2</c:v>
                </c:pt>
                <c:pt idx="2">
                  <c:v>3.5552611875827908E-2</c:v>
                </c:pt>
                <c:pt idx="3">
                  <c:v>3.6237817429179031E-2</c:v>
                </c:pt>
                <c:pt idx="4">
                  <c:v>3.5212477056342111E-2</c:v>
                </c:pt>
                <c:pt idx="5">
                  <c:v>3.5803334256799699E-2</c:v>
                </c:pt>
                <c:pt idx="6">
                  <c:v>3.3967665097629912E-2</c:v>
                </c:pt>
                <c:pt idx="7">
                  <c:v>3.0530704853267521E-2</c:v>
                </c:pt>
                <c:pt idx="8">
                  <c:v>3.0347459231676709E-2</c:v>
                </c:pt>
                <c:pt idx="9">
                  <c:v>2.99198987399165E-2</c:v>
                </c:pt>
                <c:pt idx="10">
                  <c:v>2.9528505842057958E-2</c:v>
                </c:pt>
                <c:pt idx="11">
                  <c:v>2.7589966776479798E-2</c:v>
                </c:pt>
                <c:pt idx="12">
                  <c:v>2.5628245443917824E-2</c:v>
                </c:pt>
                <c:pt idx="13">
                  <c:v>2.4665929639942567E-2</c:v>
                </c:pt>
              </c:numCache>
            </c:numRef>
          </c:val>
          <c:smooth val="0"/>
          <c:extLst>
            <c:ext xmlns:c16="http://schemas.microsoft.com/office/drawing/2014/chart" uri="{C3380CC4-5D6E-409C-BE32-E72D297353CC}">
              <c16:uniqueId val="{00000000-144D-46ED-8C41-35E3A35C4230}"/>
            </c:ext>
          </c:extLst>
        </c:ser>
        <c:ser>
          <c:idx val="1"/>
          <c:order val="1"/>
          <c:tx>
            <c:strRef>
              <c:f>Sheet1!$A$3</c:f>
              <c:strCache>
                <c:ptCount val="1"/>
                <c:pt idx="0">
                  <c:v>REMI-BIOSIM</c:v>
                </c:pt>
              </c:strCache>
            </c:strRef>
          </c:tx>
          <c:spPr>
            <a:ln w="28575" cap="rnd">
              <a:solidFill>
                <a:srgbClr val="0070C0"/>
              </a:solidFill>
              <a:prstDash val="dash"/>
              <a:round/>
            </a:ln>
            <a:effectLst/>
          </c:spPr>
          <c:marker>
            <c:symbol val="none"/>
          </c:marker>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44D-46ED-8C41-35E3A35C4230}"/>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Sheet1!$B$3:$O$3</c:f>
              <c:numCache>
                <c:formatCode>0.0%</c:formatCode>
                <c:ptCount val="14"/>
                <c:pt idx="0">
                  <c:v>0.16221810052572103</c:v>
                </c:pt>
                <c:pt idx="1">
                  <c:v>0.16264917698594233</c:v>
                </c:pt>
                <c:pt idx="2">
                  <c:v>0.16932557737718137</c:v>
                </c:pt>
                <c:pt idx="3">
                  <c:v>0.14888608372283443</c:v>
                </c:pt>
                <c:pt idx="4">
                  <c:v>0.15448192952137652</c:v>
                </c:pt>
                <c:pt idx="5">
                  <c:v>0.15076946476975811</c:v>
                </c:pt>
                <c:pt idx="6">
                  <c:v>0.14339893663743883</c:v>
                </c:pt>
                <c:pt idx="7">
                  <c:v>0.14592641980714308</c:v>
                </c:pt>
                <c:pt idx="8">
                  <c:v>0.13343949199197985</c:v>
                </c:pt>
                <c:pt idx="9">
                  <c:v>0.13489694519486897</c:v>
                </c:pt>
                <c:pt idx="10">
                  <c:v>0.14007335972988072</c:v>
                </c:pt>
                <c:pt idx="11">
                  <c:v>0.14835489988676978</c:v>
                </c:pt>
                <c:pt idx="12">
                  <c:v>0.15312151667014057</c:v>
                </c:pt>
                <c:pt idx="13">
                  <c:v>0.14834880019083183</c:v>
                </c:pt>
              </c:numCache>
            </c:numRef>
          </c:val>
          <c:smooth val="0"/>
          <c:extLst>
            <c:ext xmlns:c16="http://schemas.microsoft.com/office/drawing/2014/chart" uri="{C3380CC4-5D6E-409C-BE32-E72D297353CC}">
              <c16:uniqueId val="{00000002-144D-46ED-8C41-35E3A35C4230}"/>
            </c:ext>
          </c:extLst>
        </c:ser>
        <c:ser>
          <c:idx val="2"/>
          <c:order val="2"/>
          <c:tx>
            <c:strRef>
              <c:f>Sheet1!$A$4</c:f>
              <c:strCache>
                <c:ptCount val="1"/>
                <c:pt idx="0">
                  <c:v>REMICADE</c:v>
                </c:pt>
              </c:strCache>
            </c:strRef>
          </c:tx>
          <c:spPr>
            <a:ln w="28575" cap="rnd">
              <a:solidFill>
                <a:srgbClr val="0070C0"/>
              </a:solidFill>
              <a:round/>
            </a:ln>
            <a:effectLst/>
          </c:spPr>
          <c:marker>
            <c:symbol val="none"/>
          </c:marker>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44D-46ED-8C41-35E3A35C4230}"/>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Sheet1!$B$4:$O$4</c:f>
              <c:numCache>
                <c:formatCode>0.0%</c:formatCode>
                <c:ptCount val="14"/>
                <c:pt idx="0">
                  <c:v>0.18492359848670958</c:v>
                </c:pt>
                <c:pt idx="1">
                  <c:v>0.17850880652344059</c:v>
                </c:pt>
                <c:pt idx="2">
                  <c:v>0.16683176870356506</c:v>
                </c:pt>
                <c:pt idx="3">
                  <c:v>0.16418750639691584</c:v>
                </c:pt>
                <c:pt idx="4">
                  <c:v>0.16039629466633751</c:v>
                </c:pt>
                <c:pt idx="5">
                  <c:v>0.15415912955146696</c:v>
                </c:pt>
                <c:pt idx="6">
                  <c:v>0.15688989702227482</c:v>
                </c:pt>
                <c:pt idx="7">
                  <c:v>0.15661913244235687</c:v>
                </c:pt>
                <c:pt idx="8">
                  <c:v>0.15686883741704333</c:v>
                </c:pt>
                <c:pt idx="9">
                  <c:v>0.15232463680501768</c:v>
                </c:pt>
                <c:pt idx="10">
                  <c:v>0.14524254864333083</c:v>
                </c:pt>
                <c:pt idx="11">
                  <c:v>0.13276826944135092</c:v>
                </c:pt>
                <c:pt idx="12">
                  <c:v>0.12380037518011364</c:v>
                </c:pt>
                <c:pt idx="13">
                  <c:v>0.11917813874757446</c:v>
                </c:pt>
              </c:numCache>
            </c:numRef>
          </c:val>
          <c:smooth val="0"/>
          <c:extLst>
            <c:ext xmlns:c16="http://schemas.microsoft.com/office/drawing/2014/chart" uri="{C3380CC4-5D6E-409C-BE32-E72D297353CC}">
              <c16:uniqueId val="{00000004-144D-46ED-8C41-35E3A35C4230}"/>
            </c:ext>
          </c:extLst>
        </c:ser>
        <c:ser>
          <c:idx val="3"/>
          <c:order val="3"/>
          <c:tx>
            <c:strRef>
              <c:f>Sheet1!$A$5</c:f>
              <c:strCache>
                <c:ptCount val="1"/>
                <c:pt idx="0">
                  <c:v>ENTYVIO</c:v>
                </c:pt>
              </c:strCache>
            </c:strRef>
          </c:tx>
          <c:spPr>
            <a:ln w="28575" cap="rnd">
              <a:solidFill>
                <a:srgbClr val="9F1897"/>
              </a:solidFill>
              <a:round/>
            </a:ln>
            <a:effectLst/>
          </c:spPr>
          <c:marker>
            <c:symbol val="none"/>
          </c:marker>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44D-46ED-8C41-35E3A35C4230}"/>
                </c:ext>
              </c:extLst>
            </c:dLbl>
            <c:spPr>
              <a:noFill/>
              <a:ln>
                <a:solidFill>
                  <a:schemeClr val="accent2"/>
                </a:solidFill>
                <a:prstDash val="sysDash"/>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Sheet1!$B$5:$O$5</c:f>
              <c:numCache>
                <c:formatCode>0.0%</c:formatCode>
                <c:ptCount val="14"/>
                <c:pt idx="0">
                  <c:v>0.37062718026826513</c:v>
                </c:pt>
                <c:pt idx="1">
                  <c:v>0.35855867880913234</c:v>
                </c:pt>
                <c:pt idx="2">
                  <c:v>0.3620630075447791</c:v>
                </c:pt>
                <c:pt idx="3">
                  <c:v>0.36716022426165373</c:v>
                </c:pt>
                <c:pt idx="4">
                  <c:v>0.37130620525315844</c:v>
                </c:pt>
                <c:pt idx="5">
                  <c:v>0.36372624111163621</c:v>
                </c:pt>
                <c:pt idx="6">
                  <c:v>0.3717635387548634</c:v>
                </c:pt>
                <c:pt idx="7">
                  <c:v>0.37054304451233466</c:v>
                </c:pt>
                <c:pt idx="8">
                  <c:v>0.37206829756142556</c:v>
                </c:pt>
                <c:pt idx="9">
                  <c:v>0.35888292747435435</c:v>
                </c:pt>
                <c:pt idx="10">
                  <c:v>0.35180119999028348</c:v>
                </c:pt>
                <c:pt idx="11">
                  <c:v>0.34747701612715337</c:v>
                </c:pt>
                <c:pt idx="12">
                  <c:v>0.3446310275766446</c:v>
                </c:pt>
                <c:pt idx="13">
                  <c:v>0.3411806801135816</c:v>
                </c:pt>
              </c:numCache>
            </c:numRef>
          </c:val>
          <c:smooth val="0"/>
          <c:extLst>
            <c:ext xmlns:c16="http://schemas.microsoft.com/office/drawing/2014/chart" uri="{C3380CC4-5D6E-409C-BE32-E72D297353CC}">
              <c16:uniqueId val="{00000006-144D-46ED-8C41-35E3A35C4230}"/>
            </c:ext>
          </c:extLst>
        </c:ser>
        <c:ser>
          <c:idx val="4"/>
          <c:order val="4"/>
          <c:tx>
            <c:strRef>
              <c:f>Sheet1!$A$6</c:f>
              <c:strCache>
                <c:ptCount val="1"/>
                <c:pt idx="0">
                  <c:v>STELARA</c:v>
                </c:pt>
              </c:strCache>
            </c:strRef>
          </c:tx>
          <c:spPr>
            <a:ln w="28575" cap="rnd">
              <a:solidFill>
                <a:srgbClr val="FFC00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Sheet1!$B$6:$O$6</c:f>
              <c:numCache>
                <c:formatCode>0.0%</c:formatCode>
                <c:ptCount val="14"/>
                <c:pt idx="0">
                  <c:v>9.6146759691445982E-2</c:v>
                </c:pt>
                <c:pt idx="1">
                  <c:v>0.10455585149950553</c:v>
                </c:pt>
                <c:pt idx="2">
                  <c:v>0.10334043656050222</c:v>
                </c:pt>
                <c:pt idx="3">
                  <c:v>0.11177259959287185</c:v>
                </c:pt>
                <c:pt idx="4">
                  <c:v>0.10656591135965995</c:v>
                </c:pt>
                <c:pt idx="5">
                  <c:v>0.10945249308758263</c:v>
                </c:pt>
                <c:pt idx="6">
                  <c:v>0.10942610456915215</c:v>
                </c:pt>
                <c:pt idx="7">
                  <c:v>0.11498771009762263</c:v>
                </c:pt>
                <c:pt idx="8">
                  <c:v>0.11404935406663722</c:v>
                </c:pt>
                <c:pt idx="9">
                  <c:v>0.11315719872291387</c:v>
                </c:pt>
                <c:pt idx="10">
                  <c:v>0.11242985886753953</c:v>
                </c:pt>
                <c:pt idx="11">
                  <c:v>9.5173969162236083E-2</c:v>
                </c:pt>
                <c:pt idx="12">
                  <c:v>7.3631362882543253E-2</c:v>
                </c:pt>
                <c:pt idx="13">
                  <c:v>6.5740643048171274E-2</c:v>
                </c:pt>
              </c:numCache>
            </c:numRef>
          </c:val>
          <c:smooth val="0"/>
          <c:extLst>
            <c:ext xmlns:c16="http://schemas.microsoft.com/office/drawing/2014/chart" uri="{C3380CC4-5D6E-409C-BE32-E72D297353CC}">
              <c16:uniqueId val="{00000007-144D-46ED-8C41-35E3A35C4230}"/>
            </c:ext>
          </c:extLst>
        </c:ser>
        <c:ser>
          <c:idx val="5"/>
          <c:order val="5"/>
          <c:tx>
            <c:strRef>
              <c:f>Sheet1!$A$7</c:f>
              <c:strCache>
                <c:ptCount val="1"/>
                <c:pt idx="0">
                  <c:v>RINVOQ</c:v>
                </c:pt>
              </c:strCache>
            </c:strRef>
          </c:tx>
          <c:spPr>
            <a:ln w="28575" cap="rnd">
              <a:solidFill>
                <a:srgbClr val="00B0F0"/>
              </a:solidFill>
              <a:round/>
            </a:ln>
            <a:effectLst/>
          </c:spPr>
          <c:marker>
            <c:symbol val="none"/>
          </c:marker>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44D-46ED-8C41-35E3A35C4230}"/>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Sheet1!$B$7:$O$7</c:f>
              <c:numCache>
                <c:formatCode>0.0%</c:formatCode>
                <c:ptCount val="14"/>
                <c:pt idx="0">
                  <c:v>7.4743281088782984E-3</c:v>
                </c:pt>
                <c:pt idx="1">
                  <c:v>1.3827121543978013E-2</c:v>
                </c:pt>
                <c:pt idx="2">
                  <c:v>2.4598283706732709E-2</c:v>
                </c:pt>
                <c:pt idx="3">
                  <c:v>3.4259038131304514E-2</c:v>
                </c:pt>
                <c:pt idx="4">
                  <c:v>4.1287850326846495E-2</c:v>
                </c:pt>
                <c:pt idx="5">
                  <c:v>5.0785218019544894E-2</c:v>
                </c:pt>
                <c:pt idx="6">
                  <c:v>5.4651048636694795E-2</c:v>
                </c:pt>
                <c:pt idx="7">
                  <c:v>6.0036421896924042E-2</c:v>
                </c:pt>
                <c:pt idx="8">
                  <c:v>6.6040071657094593E-2</c:v>
                </c:pt>
                <c:pt idx="9">
                  <c:v>7.2865698146713773E-2</c:v>
                </c:pt>
                <c:pt idx="10">
                  <c:v>7.9796924721257323E-2</c:v>
                </c:pt>
                <c:pt idx="11">
                  <c:v>8.1078436397694395E-2</c:v>
                </c:pt>
                <c:pt idx="12">
                  <c:v>8.2829619291870188E-2</c:v>
                </c:pt>
                <c:pt idx="13">
                  <c:v>8.838357194955801E-2</c:v>
                </c:pt>
              </c:numCache>
            </c:numRef>
          </c:val>
          <c:smooth val="0"/>
          <c:extLst>
            <c:ext xmlns:c16="http://schemas.microsoft.com/office/drawing/2014/chart" uri="{C3380CC4-5D6E-409C-BE32-E72D297353CC}">
              <c16:uniqueId val="{00000009-144D-46ED-8C41-35E3A35C4230}"/>
            </c:ext>
          </c:extLst>
        </c:ser>
        <c:ser>
          <c:idx val="6"/>
          <c:order val="6"/>
          <c:tx>
            <c:strRef>
              <c:f>Sheet1!$A$8</c:f>
              <c:strCache>
                <c:ptCount val="1"/>
                <c:pt idx="0">
                  <c:v>SKYRIZI</c:v>
                </c:pt>
              </c:strCache>
            </c:strRef>
          </c:tx>
          <c:spPr>
            <a:ln w="28575" cap="rnd">
              <a:solidFill>
                <a:schemeClr val="accent1"/>
              </a:solidFill>
              <a:round/>
            </a:ln>
            <a:effectLst/>
          </c:spPr>
          <c:marker>
            <c:symbol val="none"/>
          </c:marker>
          <c:dLbls>
            <c:dLbl>
              <c:idx val="13"/>
              <c:layout>
                <c:manualLayout>
                  <c:x val="-1.6559674899400209E-16"/>
                  <c:y val="2.674834232823375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144D-46ED-8C41-35E3A35C4230}"/>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Sheet1!$B$8:$O$8</c:f>
              <c:numCache>
                <c:formatCode>0.0%</c:formatCode>
                <c:ptCount val="14"/>
                <c:pt idx="1">
                  <c:v>9.4041414625563487E-4</c:v>
                </c:pt>
                <c:pt idx="2">
                  <c:v>3.6859989633127916E-4</c:v>
                </c:pt>
                <c:pt idx="3">
                  <c:v>1.6717273378595067E-3</c:v>
                </c:pt>
                <c:pt idx="4">
                  <c:v>1.4973755675536425E-3</c:v>
                </c:pt>
                <c:pt idx="5">
                  <c:v>2.1728620395569534E-3</c:v>
                </c:pt>
                <c:pt idx="6">
                  <c:v>2.0977900866500981E-3</c:v>
                </c:pt>
                <c:pt idx="7">
                  <c:v>2.4778831513897043E-3</c:v>
                </c:pt>
                <c:pt idx="8">
                  <c:v>1.2739039037581137E-2</c:v>
                </c:pt>
                <c:pt idx="9">
                  <c:v>3.6465909734947954E-2</c:v>
                </c:pt>
                <c:pt idx="10">
                  <c:v>4.7829572230184372E-2</c:v>
                </c:pt>
                <c:pt idx="11">
                  <c:v>6.2598144515323362E-2</c:v>
                </c:pt>
                <c:pt idx="12">
                  <c:v>7.7727532239209043E-2</c:v>
                </c:pt>
                <c:pt idx="13">
                  <c:v>8.3580665434211193E-2</c:v>
                </c:pt>
              </c:numCache>
            </c:numRef>
          </c:val>
          <c:smooth val="0"/>
          <c:extLst>
            <c:ext xmlns:c16="http://schemas.microsoft.com/office/drawing/2014/chart" uri="{C3380CC4-5D6E-409C-BE32-E72D297353CC}">
              <c16:uniqueId val="{0000000B-144D-46ED-8C41-35E3A35C4230}"/>
            </c:ext>
          </c:extLst>
        </c:ser>
        <c:ser>
          <c:idx val="7"/>
          <c:order val="7"/>
          <c:tx>
            <c:strRef>
              <c:f>Sheet1!$A$9</c:f>
              <c:strCache>
                <c:ptCount val="1"/>
                <c:pt idx="0">
                  <c:v>HUMIRA-BIOSIM</c:v>
                </c:pt>
              </c:strCache>
            </c:strRef>
          </c:tx>
          <c:spPr>
            <a:ln w="28575" cap="rnd">
              <a:solidFill>
                <a:srgbClr val="D921D0"/>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Sheet1!$B$9:$O$9</c:f>
              <c:numCache>
                <c:formatCode>General</c:formatCode>
                <c:ptCount val="14"/>
                <c:pt idx="2" formatCode="0.0%">
                  <c:v>5.183436042158613E-5</c:v>
                </c:pt>
                <c:pt idx="3" formatCode="0.0%">
                  <c:v>1.5352598000750571E-4</c:v>
                </c:pt>
                <c:pt idx="4" formatCode="0.0%">
                  <c:v>7.1916962742719752E-4</c:v>
                </c:pt>
                <c:pt idx="5" formatCode="0.0%">
                  <c:v>1.613350064371038E-3</c:v>
                </c:pt>
                <c:pt idx="6" formatCode="0.0%">
                  <c:v>2.8780026558229174E-3</c:v>
                </c:pt>
                <c:pt idx="7" formatCode="0.0%">
                  <c:v>2.5500303515807701E-2</c:v>
                </c:pt>
                <c:pt idx="8" formatCode="0.0%">
                  <c:v>2.3045814905258252E-2</c:v>
                </c:pt>
                <c:pt idx="9" formatCode="0.0%">
                  <c:v>2.0851831560652144E-2</c:v>
                </c:pt>
                <c:pt idx="10" formatCode="0.0%">
                  <c:v>1.4467899045351859E-2</c:v>
                </c:pt>
                <c:pt idx="11" formatCode="0.0%">
                  <c:v>1.7124324928823383E-2</c:v>
                </c:pt>
                <c:pt idx="12" formatCode="0.0%">
                  <c:v>2.1323642690784524E-2</c:v>
                </c:pt>
                <c:pt idx="13" formatCode="0.0%">
                  <c:v>2.2083277903418918E-2</c:v>
                </c:pt>
              </c:numCache>
            </c:numRef>
          </c:val>
          <c:smooth val="0"/>
          <c:extLst>
            <c:ext xmlns:c16="http://schemas.microsoft.com/office/drawing/2014/chart" uri="{C3380CC4-5D6E-409C-BE32-E72D297353CC}">
              <c16:uniqueId val="{0000000C-144D-46ED-8C41-35E3A35C4230}"/>
            </c:ext>
          </c:extLst>
        </c:ser>
        <c:ser>
          <c:idx val="8"/>
          <c:order val="8"/>
          <c:tx>
            <c:strRef>
              <c:f>Sheet1!$A$10</c:f>
              <c:strCache>
                <c:ptCount val="1"/>
                <c:pt idx="0">
                  <c:v>HUMIRA</c:v>
                </c:pt>
              </c:strCache>
            </c:strRef>
          </c:tx>
          <c:spPr>
            <a:ln w="28575" cap="rnd">
              <a:solidFill>
                <a:srgbClr val="D921D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Sheet1!$B$10:$O$10</c:f>
              <c:numCache>
                <c:formatCode>0.0%</c:formatCode>
                <c:ptCount val="14"/>
                <c:pt idx="0">
                  <c:v>0.14230088930378815</c:v>
                </c:pt>
                <c:pt idx="1">
                  <c:v>0.14415638783892828</c:v>
                </c:pt>
                <c:pt idx="2">
                  <c:v>0.13775269250705524</c:v>
                </c:pt>
                <c:pt idx="3">
                  <c:v>0.13554069575699682</c:v>
                </c:pt>
                <c:pt idx="4">
                  <c:v>0.12840934705838156</c:v>
                </c:pt>
                <c:pt idx="5">
                  <c:v>0.13130062089532779</c:v>
                </c:pt>
                <c:pt idx="6">
                  <c:v>0.12252954215473011</c:v>
                </c:pt>
                <c:pt idx="7">
                  <c:v>8.897988834598812E-2</c:v>
                </c:pt>
                <c:pt idx="8">
                  <c:v>8.3561105150475046E-2</c:v>
                </c:pt>
                <c:pt idx="9">
                  <c:v>6.9049553208773359E-2</c:v>
                </c:pt>
                <c:pt idx="10">
                  <c:v>5.9149318628998956E-2</c:v>
                </c:pt>
                <c:pt idx="11">
                  <c:v>4.9807322221549155E-2</c:v>
                </c:pt>
                <c:pt idx="12">
                  <c:v>3.8179560839895967E-2</c:v>
                </c:pt>
                <c:pt idx="13">
                  <c:v>3.8042505952025983E-2</c:v>
                </c:pt>
              </c:numCache>
            </c:numRef>
          </c:val>
          <c:smooth val="0"/>
          <c:extLst>
            <c:ext xmlns:c16="http://schemas.microsoft.com/office/drawing/2014/chart" uri="{C3380CC4-5D6E-409C-BE32-E72D297353CC}">
              <c16:uniqueId val="{0000000D-144D-46ED-8C41-35E3A35C4230}"/>
            </c:ext>
          </c:extLst>
        </c:ser>
        <c:ser>
          <c:idx val="9"/>
          <c:order val="9"/>
          <c:tx>
            <c:strRef>
              <c:f>Sheet1!$A$11</c:f>
              <c:strCache>
                <c:ptCount val="1"/>
                <c:pt idx="0">
                  <c:v>OMVOH</c:v>
                </c:pt>
              </c:strCache>
            </c:strRef>
          </c:tx>
          <c:spPr>
            <a:ln w="28575" cap="rnd">
              <a:solidFill>
                <a:srgbClr val="CC32AF"/>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Sheet1!$B$11:$O$11</c:f>
              <c:numCache>
                <c:formatCode>General</c:formatCode>
                <c:ptCount val="14"/>
                <c:pt idx="5" formatCode="0.0%">
                  <c:v>2.1728620395569535E-5</c:v>
                </c:pt>
                <c:pt idx="6" formatCode="0.0%">
                  <c:v>1.968615820230757E-3</c:v>
                </c:pt>
                <c:pt idx="7" formatCode="0.0%">
                  <c:v>3.4630656091711532E-3</c:v>
                </c:pt>
                <c:pt idx="8" formatCode="0.0%">
                  <c:v>5.9617149154533667E-3</c:v>
                </c:pt>
                <c:pt idx="9" formatCode="0.0%">
                  <c:v>5.365273081064742E-3</c:v>
                </c:pt>
                <c:pt idx="10" formatCode="0.0%">
                  <c:v>4.1781038210216923E-3</c:v>
                </c:pt>
                <c:pt idx="11" formatCode="0.0%">
                  <c:v>4.7621932183013601E-3</c:v>
                </c:pt>
                <c:pt idx="12" formatCode="0.0%">
                  <c:v>6.3889367178083679E-3</c:v>
                </c:pt>
                <c:pt idx="13" formatCode="0.0%">
                  <c:v>7.0231612941699965E-3</c:v>
                </c:pt>
              </c:numCache>
            </c:numRef>
          </c:val>
          <c:smooth val="0"/>
          <c:extLst>
            <c:ext xmlns:c16="http://schemas.microsoft.com/office/drawing/2014/chart" uri="{C3380CC4-5D6E-409C-BE32-E72D297353CC}">
              <c16:uniqueId val="{0000000E-144D-46ED-8C41-35E3A35C4230}"/>
            </c:ext>
          </c:extLst>
        </c:ser>
        <c:ser>
          <c:idx val="10"/>
          <c:order val="10"/>
          <c:tx>
            <c:strRef>
              <c:f>Sheet1!$A$12</c:f>
              <c:strCache>
                <c:ptCount val="1"/>
                <c:pt idx="0">
                  <c:v>VELSIPITY</c:v>
                </c:pt>
              </c:strCache>
            </c:strRef>
          </c:tx>
          <c:spPr>
            <a:ln w="28575" cap="rnd">
              <a:solidFill>
                <a:srgbClr val="B1156E"/>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Sheet1!$B$12:$O$12</c:f>
              <c:numCache>
                <c:formatCode>General</c:formatCode>
                <c:ptCount val="14"/>
                <c:pt idx="5" formatCode="0.0%">
                  <c:v>3.2592930593354304E-5</c:v>
                </c:pt>
                <c:pt idx="6" formatCode="0.0%">
                  <c:v>2.7384944480900294E-4</c:v>
                </c:pt>
                <c:pt idx="7" formatCode="0.0%">
                  <c:v>5.9708027744330221E-4</c:v>
                </c:pt>
                <c:pt idx="8" formatCode="0.0%">
                  <c:v>1.1311722925900932E-3</c:v>
                </c:pt>
                <c:pt idx="9" formatCode="0.0%">
                  <c:v>1.7097084994237999E-3</c:v>
                </c:pt>
                <c:pt idx="10" formatCode="0.0%">
                  <c:v>3.016979619598222E-3</c:v>
                </c:pt>
                <c:pt idx="11" formatCode="0.0%">
                  <c:v>4.2682671115108085E-3</c:v>
                </c:pt>
                <c:pt idx="12" formatCode="0.0%">
                  <c:v>5.2063037508949042E-3</c:v>
                </c:pt>
                <c:pt idx="13" formatCode="0.0%">
                  <c:v>5.8075259297316884E-3</c:v>
                </c:pt>
              </c:numCache>
            </c:numRef>
          </c:val>
          <c:smooth val="0"/>
          <c:extLst>
            <c:ext xmlns:c16="http://schemas.microsoft.com/office/drawing/2014/chart" uri="{C3380CC4-5D6E-409C-BE32-E72D297353CC}">
              <c16:uniqueId val="{0000000F-144D-46ED-8C41-35E3A35C4230}"/>
            </c:ext>
          </c:extLst>
        </c:ser>
        <c:ser>
          <c:idx val="11"/>
          <c:order val="11"/>
          <c:tx>
            <c:strRef>
              <c:f>Sheet1!$A$13</c:f>
              <c:strCache>
                <c:ptCount val="1"/>
                <c:pt idx="0">
                  <c:v>ZYMFENTRA</c:v>
                </c:pt>
              </c:strCache>
            </c:strRef>
          </c:tx>
          <c:spPr>
            <a:ln w="28575" cap="rnd">
              <a:solidFill>
                <a:srgbClr val="34373F"/>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Sheet1!$B$13:$O$13</c:f>
              <c:numCache>
                <c:formatCode>General</c:formatCode>
                <c:ptCount val="14"/>
                <c:pt idx="7" formatCode="0.0%">
                  <c:v>1.7912408323299066E-4</c:v>
                </c:pt>
                <c:pt idx="8" formatCode="0.0%">
                  <c:v>6.0199727159301105E-4</c:v>
                </c:pt>
                <c:pt idx="9" formatCode="0.0%">
                  <c:v>8.8319195964710101E-4</c:v>
                </c:pt>
                <c:pt idx="10" formatCode="0.0%">
                  <c:v>1.3214467899045352E-3</c:v>
                </c:pt>
                <c:pt idx="11" formatCode="0.0%">
                  <c:v>1.8825108221073869E-3</c:v>
                </c:pt>
                <c:pt idx="12" formatCode="0.0%">
                  <c:v>2.1794883413232802E-3</c:v>
                </c:pt>
                <c:pt idx="13" formatCode="0.0%">
                  <c:v>2.6560485887161516E-3</c:v>
                </c:pt>
              </c:numCache>
            </c:numRef>
          </c:val>
          <c:smooth val="0"/>
          <c:extLst>
            <c:ext xmlns:c16="http://schemas.microsoft.com/office/drawing/2014/chart" uri="{C3380CC4-5D6E-409C-BE32-E72D297353CC}">
              <c16:uniqueId val="{00000010-144D-46ED-8C41-35E3A35C4230}"/>
            </c:ext>
          </c:extLst>
        </c:ser>
        <c:ser>
          <c:idx val="12"/>
          <c:order val="12"/>
          <c:tx>
            <c:strRef>
              <c:f>Sheet1!$A$14</c:f>
              <c:strCache>
                <c:ptCount val="1"/>
                <c:pt idx="0">
                  <c:v>TREMFYA</c:v>
                </c:pt>
              </c:strCache>
            </c:strRef>
          </c:tx>
          <c:spPr>
            <a:ln w="28575" cap="rnd">
              <a:solidFill>
                <a:srgbClr val="00B05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Sheet1!$B$14:$O$14</c:f>
              <c:numCache>
                <c:formatCode>0.0%</c:formatCode>
                <c:ptCount val="14"/>
                <c:pt idx="0">
                  <c:v>1.5354001867046627E-4</c:v>
                </c:pt>
                <c:pt idx="1">
                  <c:v>1.2741094884753762E-4</c:v>
                </c:pt>
                <c:pt idx="2">
                  <c:v>1.1518746760352474E-4</c:v>
                </c:pt>
                <c:pt idx="3">
                  <c:v>1.3078139037676412E-4</c:v>
                </c:pt>
                <c:pt idx="4">
                  <c:v>1.2343956291660852E-4</c:v>
                </c:pt>
                <c:pt idx="5">
                  <c:v>1.6296465296677151E-4</c:v>
                </c:pt>
                <c:pt idx="6">
                  <c:v>1.5500911970320921E-4</c:v>
                </c:pt>
                <c:pt idx="7">
                  <c:v>1.5922140731821393E-4</c:v>
                </c:pt>
                <c:pt idx="8">
                  <c:v>1.456445011918575E-4</c:v>
                </c:pt>
                <c:pt idx="9">
                  <c:v>3.6272268717057413E-3</c:v>
                </c:pt>
                <c:pt idx="10">
                  <c:v>1.1042825564165472E-2</c:v>
                </c:pt>
                <c:pt idx="11">
                  <c:v>2.385290321378147E-2</c:v>
                </c:pt>
                <c:pt idx="12">
                  <c:v>3.4151358895121754E-2</c:v>
                </c:pt>
                <c:pt idx="13">
                  <c:v>3.8235172689031302E-2</c:v>
                </c:pt>
              </c:numCache>
            </c:numRef>
          </c:val>
          <c:smooth val="0"/>
          <c:extLst>
            <c:ext xmlns:c16="http://schemas.microsoft.com/office/drawing/2014/chart" uri="{C3380CC4-5D6E-409C-BE32-E72D297353CC}">
              <c16:uniqueId val="{00000011-144D-46ED-8C41-35E3A35C4230}"/>
            </c:ext>
          </c:extLst>
        </c:ser>
        <c:ser>
          <c:idx val="13"/>
          <c:order val="13"/>
          <c:tx>
            <c:strRef>
              <c:f>Sheet1!$A$15</c:f>
              <c:strCache>
                <c:ptCount val="1"/>
                <c:pt idx="0">
                  <c:v>STELARA-BIOSIM</c:v>
                </c:pt>
              </c:strCache>
            </c:strRef>
          </c:tx>
          <c:spPr>
            <a:ln w="28575" cap="rnd">
              <a:solidFill>
                <a:srgbClr val="FFC000"/>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Sheet1!$B$15:$O$15</c:f>
              <c:numCache>
                <c:formatCode>General</c:formatCode>
                <c:ptCount val="14"/>
                <c:pt idx="10" formatCode="0.0%">
                  <c:v>1.2145650642504919E-4</c:v>
                </c:pt>
                <c:pt idx="11" formatCode="0.0%">
                  <c:v>3.2617761769187397E-3</c:v>
                </c:pt>
                <c:pt idx="12" formatCode="0.0%">
                  <c:v>1.1201029479732118E-2</c:v>
                </c:pt>
                <c:pt idx="13" formatCode="0.0%">
                  <c:v>1.5073878519035015E-2</c:v>
                </c:pt>
              </c:numCache>
            </c:numRef>
          </c:val>
          <c:smooth val="0"/>
          <c:extLst>
            <c:ext xmlns:c16="http://schemas.microsoft.com/office/drawing/2014/chart" uri="{C3380CC4-5D6E-409C-BE32-E72D297353CC}">
              <c16:uniqueId val="{00000012-144D-46ED-8C41-35E3A35C4230}"/>
            </c:ext>
          </c:extLst>
        </c:ser>
        <c:dLbls>
          <c:showLegendKey val="0"/>
          <c:showVal val="0"/>
          <c:showCatName val="0"/>
          <c:showSerName val="0"/>
          <c:showPercent val="0"/>
          <c:showBubbleSize val="0"/>
        </c:dLbls>
        <c:smooth val="0"/>
        <c:axId val="1250894864"/>
        <c:axId val="1250895944"/>
      </c:lineChart>
      <c:catAx>
        <c:axId val="1250894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5944"/>
        <c:crosses val="autoZero"/>
        <c:auto val="1"/>
        <c:lblAlgn val="ctr"/>
        <c:lblOffset val="100"/>
        <c:noMultiLvlLbl val="0"/>
      </c:catAx>
      <c:valAx>
        <c:axId val="1250895944"/>
        <c:scaling>
          <c:orientation val="minMax"/>
        </c:scaling>
        <c:delete val="0"/>
        <c:axPos val="l"/>
        <c:title>
          <c:tx>
            <c:rich>
              <a:bodyPr rot="-5400000" spcFirstLastPara="1" vertOverflow="ellipsis" vert="horz" wrap="square" anchor="ctr" anchorCtr="1"/>
              <a:lstStyle/>
              <a:p>
                <a:pPr>
                  <a:defRPr sz="900" b="0" i="0" u="none" strike="noStrike" kern="1200" baseline="0">
                    <a:solidFill>
                      <a:schemeClr val="tx1"/>
                    </a:solidFill>
                    <a:latin typeface="+mn-lt"/>
                    <a:ea typeface="+mn-ea"/>
                    <a:cs typeface="+mn-cs"/>
                  </a:defRPr>
                </a:pPr>
                <a:r>
                  <a:rPr lang="en-US"/>
                  <a:t>Patient Share</a:t>
                </a:r>
              </a:p>
            </c:rich>
          </c:tx>
          <c:layout>
            <c:manualLayout>
              <c:xMode val="edge"/>
              <c:yMode val="edge"/>
              <c:x val="4.5253953608785438E-3"/>
              <c:y val="0.35431398424829652"/>
            </c:manualLayout>
          </c:layout>
          <c:overlay val="0"/>
          <c:spPr>
            <a:noFill/>
            <a:ln>
              <a:noFill/>
            </a:ln>
            <a:effectLst/>
          </c:spPr>
          <c:txPr>
            <a:bodyPr rot="-54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4864"/>
        <c:crosses val="autoZero"/>
        <c:crossBetween val="between"/>
      </c:valAx>
      <c:spPr>
        <a:solidFill>
          <a:schemeClr val="accent5"/>
        </a:solidFill>
        <a:ln>
          <a:noFill/>
        </a:ln>
        <a:effectLst/>
      </c:spPr>
    </c:plotArea>
    <c:legend>
      <c:legendPos val="r"/>
      <c:layout>
        <c:manualLayout>
          <c:xMode val="edge"/>
          <c:yMode val="edge"/>
          <c:x val="0.86346538493065217"/>
          <c:y val="3.2604406076266967E-2"/>
          <c:w val="0.12863104256567212"/>
          <c:h val="0.9370550368176501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prstDash val="dash"/>
    </a:ln>
    <a:effectLst/>
  </c:spPr>
  <c:txPr>
    <a:bodyPr/>
    <a:lstStyle/>
    <a:p>
      <a:pPr>
        <a:defRPr sz="900">
          <a:solidFill>
            <a:schemeClr val="tx1"/>
          </a:solidFill>
        </a:defRPr>
      </a:pPr>
      <a:endParaRPr lang="en-US"/>
    </a:p>
  </c:txPr>
  <c:userShapes r:id="rId3"/>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7653405319557705E-2"/>
          <c:y val="3.563440983091383E-2"/>
          <c:w val="0.79607929461371074"/>
          <c:h val="0.87961152159149514"/>
        </c:manualLayout>
      </c:layout>
      <c:lineChart>
        <c:grouping val="standard"/>
        <c:varyColors val="0"/>
        <c:ser>
          <c:idx val="0"/>
          <c:order val="0"/>
          <c:tx>
            <c:strRef>
              <c:f>Sheet1!$A$2</c:f>
              <c:strCache>
                <c:ptCount val="1"/>
                <c:pt idx="0">
                  <c:v>*OTHERS</c:v>
                </c:pt>
              </c:strCache>
            </c:strRef>
          </c:tx>
          <c:spPr>
            <a:ln w="28575" cap="rnd">
              <a:solidFill>
                <a:schemeClr val="bg1">
                  <a:lumMod val="75000"/>
                </a:schemeClr>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Sheet1!$B$2:$O$2</c:f>
              <c:numCache>
                <c:formatCode>0.0%</c:formatCode>
                <c:ptCount val="14"/>
                <c:pt idx="0">
                  <c:v>1.2999999999999999E-2</c:v>
                </c:pt>
                <c:pt idx="1">
                  <c:v>1.0999999999999999E-2</c:v>
                </c:pt>
                <c:pt idx="2">
                  <c:v>0.01</c:v>
                </c:pt>
                <c:pt idx="3">
                  <c:v>0.01</c:v>
                </c:pt>
                <c:pt idx="4">
                  <c:v>0.01</c:v>
                </c:pt>
                <c:pt idx="5">
                  <c:v>8.9999999999999993E-3</c:v>
                </c:pt>
                <c:pt idx="6">
                  <c:v>8.0000000000000002E-3</c:v>
                </c:pt>
                <c:pt idx="7">
                  <c:v>8.0000000000000002E-3</c:v>
                </c:pt>
                <c:pt idx="8">
                  <c:v>7.0000000000000001E-3</c:v>
                </c:pt>
                <c:pt idx="9">
                  <c:v>7.0000000000000001E-3</c:v>
                </c:pt>
                <c:pt idx="10">
                  <c:v>7.0000000000000001E-3</c:v>
                </c:pt>
                <c:pt idx="11">
                  <c:v>6.0000000000000001E-3</c:v>
                </c:pt>
                <c:pt idx="12">
                  <c:v>6.0000000000000001E-3</c:v>
                </c:pt>
                <c:pt idx="13">
                  <c:v>6.0000000000000001E-3</c:v>
                </c:pt>
              </c:numCache>
            </c:numRef>
          </c:val>
          <c:smooth val="0"/>
          <c:extLst>
            <c:ext xmlns:c16="http://schemas.microsoft.com/office/drawing/2014/chart" uri="{C3380CC4-5D6E-409C-BE32-E72D297353CC}">
              <c16:uniqueId val="{00000000-23DC-4077-8AC1-700DF2B2B880}"/>
            </c:ext>
          </c:extLst>
        </c:ser>
        <c:ser>
          <c:idx val="1"/>
          <c:order val="1"/>
          <c:tx>
            <c:strRef>
              <c:f>Sheet1!$A$3</c:f>
              <c:strCache>
                <c:ptCount val="1"/>
                <c:pt idx="0">
                  <c:v>REMI-BIOSIM</c:v>
                </c:pt>
              </c:strCache>
            </c:strRef>
          </c:tx>
          <c:spPr>
            <a:ln w="28575" cap="rnd">
              <a:solidFill>
                <a:srgbClr val="0070C0"/>
              </a:solidFill>
              <a:prstDash val="dash"/>
              <a:round/>
            </a:ln>
            <a:effectLst/>
          </c:spPr>
          <c:marker>
            <c:symbol val="none"/>
          </c:marker>
          <c:dLbls>
            <c:dLbl>
              <c:idx val="13"/>
              <c:layout>
                <c:manualLayout>
                  <c:x val="0"/>
                  <c:y val="-4.35085425768773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3DC-4077-8AC1-700DF2B2B880}"/>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Sheet1!$B$3:$O$3</c:f>
              <c:numCache>
                <c:formatCode>0.0%</c:formatCode>
                <c:ptCount val="14"/>
                <c:pt idx="0">
                  <c:v>0.18099999999999999</c:v>
                </c:pt>
                <c:pt idx="1">
                  <c:v>0.18099999999999999</c:v>
                </c:pt>
                <c:pt idx="2">
                  <c:v>0.188</c:v>
                </c:pt>
                <c:pt idx="3">
                  <c:v>0.17100000000000001</c:v>
                </c:pt>
                <c:pt idx="4">
                  <c:v>0.17699999999999999</c:v>
                </c:pt>
                <c:pt idx="5">
                  <c:v>0.16900000000000001</c:v>
                </c:pt>
                <c:pt idx="6">
                  <c:v>0.16800000000000001</c:v>
                </c:pt>
                <c:pt idx="7">
                  <c:v>0.17399999999999999</c:v>
                </c:pt>
                <c:pt idx="8">
                  <c:v>0.16700000000000001</c:v>
                </c:pt>
                <c:pt idx="9">
                  <c:v>0.16200000000000001</c:v>
                </c:pt>
                <c:pt idx="10">
                  <c:v>0.182</c:v>
                </c:pt>
                <c:pt idx="11">
                  <c:v>0.185</c:v>
                </c:pt>
                <c:pt idx="12">
                  <c:v>0.191</c:v>
                </c:pt>
                <c:pt idx="13">
                  <c:v>0.186</c:v>
                </c:pt>
              </c:numCache>
            </c:numRef>
          </c:val>
          <c:smooth val="0"/>
          <c:extLst>
            <c:ext xmlns:c16="http://schemas.microsoft.com/office/drawing/2014/chart" uri="{C3380CC4-5D6E-409C-BE32-E72D297353CC}">
              <c16:uniqueId val="{00000002-23DC-4077-8AC1-700DF2B2B880}"/>
            </c:ext>
          </c:extLst>
        </c:ser>
        <c:ser>
          <c:idx val="2"/>
          <c:order val="2"/>
          <c:tx>
            <c:strRef>
              <c:f>Sheet1!$A$4</c:f>
              <c:strCache>
                <c:ptCount val="1"/>
                <c:pt idx="0">
                  <c:v>REMICADE</c:v>
                </c:pt>
              </c:strCache>
            </c:strRef>
          </c:tx>
          <c:spPr>
            <a:ln w="28575" cap="rnd">
              <a:solidFill>
                <a:srgbClr val="0070C0"/>
              </a:solidFill>
              <a:round/>
            </a:ln>
            <a:effectLst/>
          </c:spPr>
          <c:marker>
            <c:symbol val="none"/>
          </c:marker>
          <c:dLbls>
            <c:dLbl>
              <c:idx val="13"/>
              <c:layout>
                <c:manualLayout>
                  <c:x val="0"/>
                  <c:y val="7.396452238069144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3DC-4077-8AC1-700DF2B2B880}"/>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Sheet1!$B$4:$O$4</c:f>
              <c:numCache>
                <c:formatCode>0.0%</c:formatCode>
                <c:ptCount val="14"/>
                <c:pt idx="0">
                  <c:v>0.20899999999999999</c:v>
                </c:pt>
                <c:pt idx="1">
                  <c:v>0.19600000000000001</c:v>
                </c:pt>
                <c:pt idx="2">
                  <c:v>0.186</c:v>
                </c:pt>
                <c:pt idx="3">
                  <c:v>0.18099999999999999</c:v>
                </c:pt>
                <c:pt idx="4">
                  <c:v>0.182</c:v>
                </c:pt>
                <c:pt idx="5">
                  <c:v>0.18</c:v>
                </c:pt>
                <c:pt idx="6">
                  <c:v>0.18099999999999999</c:v>
                </c:pt>
                <c:pt idx="7">
                  <c:v>0.189</c:v>
                </c:pt>
                <c:pt idx="8">
                  <c:v>0.186</c:v>
                </c:pt>
                <c:pt idx="9">
                  <c:v>0.18099999999999999</c:v>
                </c:pt>
                <c:pt idx="10">
                  <c:v>0.17299999999999999</c:v>
                </c:pt>
                <c:pt idx="11">
                  <c:v>0.16400000000000001</c:v>
                </c:pt>
                <c:pt idx="12">
                  <c:v>0.16</c:v>
                </c:pt>
                <c:pt idx="13">
                  <c:v>0.152</c:v>
                </c:pt>
              </c:numCache>
            </c:numRef>
          </c:val>
          <c:smooth val="0"/>
          <c:extLst>
            <c:ext xmlns:c16="http://schemas.microsoft.com/office/drawing/2014/chart" uri="{C3380CC4-5D6E-409C-BE32-E72D297353CC}">
              <c16:uniqueId val="{00000004-23DC-4077-8AC1-700DF2B2B880}"/>
            </c:ext>
          </c:extLst>
        </c:ser>
        <c:ser>
          <c:idx val="3"/>
          <c:order val="3"/>
          <c:tx>
            <c:strRef>
              <c:f>Sheet1!$A$5</c:f>
              <c:strCache>
                <c:ptCount val="1"/>
                <c:pt idx="0">
                  <c:v>ENTYVIO</c:v>
                </c:pt>
              </c:strCache>
            </c:strRef>
          </c:tx>
          <c:spPr>
            <a:ln w="28575" cap="rnd">
              <a:solidFill>
                <a:srgbClr val="9F1897"/>
              </a:solidFill>
              <a:round/>
            </a:ln>
            <a:effectLst/>
          </c:spPr>
          <c:marker>
            <c:symbol val="none"/>
          </c:marker>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3DC-4077-8AC1-700DF2B2B880}"/>
                </c:ext>
              </c:extLst>
            </c:dLbl>
            <c:spPr>
              <a:noFill/>
              <a:ln>
                <a:solidFill>
                  <a:schemeClr val="accent2"/>
                </a:solidFill>
                <a:prstDash val="sysDash"/>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Sheet1!$B$5:$O$5</c:f>
              <c:numCache>
                <c:formatCode>0.0%</c:formatCode>
                <c:ptCount val="14"/>
                <c:pt idx="0">
                  <c:v>0.17899999999999999</c:v>
                </c:pt>
                <c:pt idx="1">
                  <c:v>0.16500000000000001</c:v>
                </c:pt>
                <c:pt idx="2">
                  <c:v>0.17100000000000001</c:v>
                </c:pt>
                <c:pt idx="3">
                  <c:v>0.17199999999999999</c:v>
                </c:pt>
                <c:pt idx="4">
                  <c:v>0.17499999999999999</c:v>
                </c:pt>
                <c:pt idx="5">
                  <c:v>0.16900000000000001</c:v>
                </c:pt>
                <c:pt idx="6">
                  <c:v>0.17199999999999999</c:v>
                </c:pt>
                <c:pt idx="7">
                  <c:v>0.16900000000000001</c:v>
                </c:pt>
                <c:pt idx="8">
                  <c:v>0.16700000000000001</c:v>
                </c:pt>
                <c:pt idx="9">
                  <c:v>0.16600000000000001</c:v>
                </c:pt>
                <c:pt idx="10">
                  <c:v>0.16300000000000001</c:v>
                </c:pt>
                <c:pt idx="11">
                  <c:v>0.16300000000000001</c:v>
                </c:pt>
                <c:pt idx="12">
                  <c:v>0.161</c:v>
                </c:pt>
                <c:pt idx="13">
                  <c:v>0.159</c:v>
                </c:pt>
              </c:numCache>
            </c:numRef>
          </c:val>
          <c:smooth val="0"/>
          <c:extLst>
            <c:ext xmlns:c16="http://schemas.microsoft.com/office/drawing/2014/chart" uri="{C3380CC4-5D6E-409C-BE32-E72D297353CC}">
              <c16:uniqueId val="{00000006-23DC-4077-8AC1-700DF2B2B880}"/>
            </c:ext>
          </c:extLst>
        </c:ser>
        <c:ser>
          <c:idx val="4"/>
          <c:order val="4"/>
          <c:tx>
            <c:strRef>
              <c:f>Sheet1!$A$6</c:f>
              <c:strCache>
                <c:ptCount val="1"/>
                <c:pt idx="0">
                  <c:v>STELARA</c:v>
                </c:pt>
              </c:strCache>
            </c:strRef>
          </c:tx>
          <c:spPr>
            <a:ln w="28575" cap="rnd">
              <a:solidFill>
                <a:srgbClr val="FFC00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Sheet1!$B$6:$O$6</c:f>
              <c:numCache>
                <c:formatCode>0.0%</c:formatCode>
                <c:ptCount val="14"/>
                <c:pt idx="0">
                  <c:v>0.19400000000000001</c:v>
                </c:pt>
                <c:pt idx="1">
                  <c:v>0.193</c:v>
                </c:pt>
                <c:pt idx="2">
                  <c:v>0.19900000000000001</c:v>
                </c:pt>
                <c:pt idx="3">
                  <c:v>0.20100000000000001</c:v>
                </c:pt>
                <c:pt idx="4">
                  <c:v>0.191</c:v>
                </c:pt>
                <c:pt idx="5">
                  <c:v>0.192</c:v>
                </c:pt>
                <c:pt idx="6">
                  <c:v>0.185</c:v>
                </c:pt>
                <c:pt idx="7">
                  <c:v>0.17399999999999999</c:v>
                </c:pt>
                <c:pt idx="8">
                  <c:v>0.17799999999999999</c:v>
                </c:pt>
                <c:pt idx="9">
                  <c:v>0.185</c:v>
                </c:pt>
                <c:pt idx="10">
                  <c:v>0.17899999999999999</c:v>
                </c:pt>
                <c:pt idx="11">
                  <c:v>0.16200000000000001</c:v>
                </c:pt>
                <c:pt idx="12">
                  <c:v>0.128</c:v>
                </c:pt>
                <c:pt idx="13">
                  <c:v>0.111</c:v>
                </c:pt>
              </c:numCache>
            </c:numRef>
          </c:val>
          <c:smooth val="0"/>
          <c:extLst>
            <c:ext xmlns:c16="http://schemas.microsoft.com/office/drawing/2014/chart" uri="{C3380CC4-5D6E-409C-BE32-E72D297353CC}">
              <c16:uniqueId val="{00000007-23DC-4077-8AC1-700DF2B2B880}"/>
            </c:ext>
          </c:extLst>
        </c:ser>
        <c:ser>
          <c:idx val="5"/>
          <c:order val="5"/>
          <c:tx>
            <c:strRef>
              <c:f>Sheet1!$A$7</c:f>
              <c:strCache>
                <c:ptCount val="1"/>
                <c:pt idx="0">
                  <c:v>RINVOQ</c:v>
                </c:pt>
              </c:strCache>
            </c:strRef>
          </c:tx>
          <c:spPr>
            <a:ln w="28575" cap="rnd">
              <a:solidFill>
                <a:srgbClr val="00B0F0"/>
              </a:solidFill>
              <a:round/>
            </a:ln>
            <a:effectLst/>
          </c:spPr>
          <c:marker>
            <c:symbol val="none"/>
          </c:marker>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3DC-4077-8AC1-700DF2B2B880}"/>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Sheet1!$B$7:$O$7</c:f>
              <c:numCache>
                <c:formatCode>0.0%</c:formatCode>
                <c:ptCount val="14"/>
                <c:pt idx="0">
                  <c:v>1E-3</c:v>
                </c:pt>
                <c:pt idx="1">
                  <c:v>1E-3</c:v>
                </c:pt>
                <c:pt idx="2">
                  <c:v>2E-3</c:v>
                </c:pt>
                <c:pt idx="3">
                  <c:v>3.0000000000000001E-3</c:v>
                </c:pt>
                <c:pt idx="4">
                  <c:v>0.01</c:v>
                </c:pt>
                <c:pt idx="5">
                  <c:v>1.7000000000000001E-2</c:v>
                </c:pt>
                <c:pt idx="6">
                  <c:v>2.1999999999999999E-2</c:v>
                </c:pt>
                <c:pt idx="7">
                  <c:v>2.7E-2</c:v>
                </c:pt>
                <c:pt idx="8">
                  <c:v>3.2000000000000001E-2</c:v>
                </c:pt>
                <c:pt idx="9">
                  <c:v>3.6999999999999998E-2</c:v>
                </c:pt>
                <c:pt idx="10">
                  <c:v>4.2000000000000003E-2</c:v>
                </c:pt>
                <c:pt idx="11">
                  <c:v>4.5999999999999999E-2</c:v>
                </c:pt>
                <c:pt idx="12">
                  <c:v>4.8000000000000001E-2</c:v>
                </c:pt>
                <c:pt idx="13">
                  <c:v>5.1999999999999998E-2</c:v>
                </c:pt>
              </c:numCache>
            </c:numRef>
          </c:val>
          <c:smooth val="0"/>
          <c:extLst>
            <c:ext xmlns:c16="http://schemas.microsoft.com/office/drawing/2014/chart" uri="{C3380CC4-5D6E-409C-BE32-E72D297353CC}">
              <c16:uniqueId val="{00000009-23DC-4077-8AC1-700DF2B2B880}"/>
            </c:ext>
          </c:extLst>
        </c:ser>
        <c:ser>
          <c:idx val="6"/>
          <c:order val="6"/>
          <c:tx>
            <c:strRef>
              <c:f>Sheet1!$A$8</c:f>
              <c:strCache>
                <c:ptCount val="1"/>
                <c:pt idx="0">
                  <c:v>SKYRIZI</c:v>
                </c:pt>
              </c:strCache>
            </c:strRef>
          </c:tx>
          <c:spPr>
            <a:ln w="28575" cap="rnd">
              <a:solidFill>
                <a:srgbClr val="FF0000"/>
              </a:solidFill>
              <a:round/>
            </a:ln>
            <a:effectLst/>
          </c:spPr>
          <c:marker>
            <c:symbol val="none"/>
          </c:marker>
          <c:dLbls>
            <c:dLbl>
              <c:idx val="13"/>
              <c:layout>
                <c:manualLayout>
                  <c:x val="0"/>
                  <c:y val="-2.111089299741997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23DC-4077-8AC1-700DF2B2B880}"/>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Sheet1!$B$8:$O$8</c:f>
              <c:numCache>
                <c:formatCode>0.0%</c:formatCode>
                <c:ptCount val="14"/>
                <c:pt idx="0">
                  <c:v>8.9999999999999993E-3</c:v>
                </c:pt>
                <c:pt idx="1">
                  <c:v>4.2000000000000003E-2</c:v>
                </c:pt>
                <c:pt idx="2">
                  <c:v>3.7999999999999999E-2</c:v>
                </c:pt>
                <c:pt idx="3">
                  <c:v>5.8999999999999997E-2</c:v>
                </c:pt>
                <c:pt idx="4">
                  <c:v>6.0999999999999999E-2</c:v>
                </c:pt>
                <c:pt idx="5">
                  <c:v>6.5000000000000002E-2</c:v>
                </c:pt>
                <c:pt idx="6">
                  <c:v>7.3999999999999996E-2</c:v>
                </c:pt>
                <c:pt idx="7">
                  <c:v>8.7999999999999995E-2</c:v>
                </c:pt>
                <c:pt idx="8">
                  <c:v>9.9000000000000005E-2</c:v>
                </c:pt>
                <c:pt idx="9">
                  <c:v>0.11799999999999999</c:v>
                </c:pt>
                <c:pt idx="10">
                  <c:v>0.13800000000000001</c:v>
                </c:pt>
                <c:pt idx="11">
                  <c:v>0.153</c:v>
                </c:pt>
                <c:pt idx="12">
                  <c:v>0.16200000000000001</c:v>
                </c:pt>
                <c:pt idx="13">
                  <c:v>0.17199999999999999</c:v>
                </c:pt>
              </c:numCache>
            </c:numRef>
          </c:val>
          <c:smooth val="0"/>
          <c:extLst>
            <c:ext xmlns:c16="http://schemas.microsoft.com/office/drawing/2014/chart" uri="{C3380CC4-5D6E-409C-BE32-E72D297353CC}">
              <c16:uniqueId val="{0000000B-23DC-4077-8AC1-700DF2B2B880}"/>
            </c:ext>
          </c:extLst>
        </c:ser>
        <c:ser>
          <c:idx val="7"/>
          <c:order val="7"/>
          <c:tx>
            <c:strRef>
              <c:f>Sheet1!$A$9</c:f>
              <c:strCache>
                <c:ptCount val="1"/>
                <c:pt idx="0">
                  <c:v>HUMIRA-BIOSIM</c:v>
                </c:pt>
              </c:strCache>
            </c:strRef>
          </c:tx>
          <c:spPr>
            <a:ln w="28575" cap="rnd">
              <a:solidFill>
                <a:srgbClr val="D921D0"/>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Sheet1!$B$9:$O$9</c:f>
              <c:numCache>
                <c:formatCode>General</c:formatCode>
                <c:ptCount val="14"/>
                <c:pt idx="2" formatCode="0.0%">
                  <c:v>0</c:v>
                </c:pt>
                <c:pt idx="3" formatCode="0.0%">
                  <c:v>0</c:v>
                </c:pt>
                <c:pt idx="4" formatCode="0.0%">
                  <c:v>1E-3</c:v>
                </c:pt>
                <c:pt idx="5" formatCode="0.0%">
                  <c:v>3.0000000000000001E-3</c:v>
                </c:pt>
                <c:pt idx="6" formatCode="0.0%">
                  <c:v>5.0000000000000001E-3</c:v>
                </c:pt>
                <c:pt idx="7" formatCode="0.0%">
                  <c:v>3.9E-2</c:v>
                </c:pt>
                <c:pt idx="8" formatCode="0.0%">
                  <c:v>3.5999999999999997E-2</c:v>
                </c:pt>
                <c:pt idx="9" formatCode="0.0%">
                  <c:v>3.5999999999999997E-2</c:v>
                </c:pt>
                <c:pt idx="10" formatCode="0.0%">
                  <c:v>2.1999999999999999E-2</c:v>
                </c:pt>
                <c:pt idx="11" formatCode="0.0%">
                  <c:v>2.7E-2</c:v>
                </c:pt>
                <c:pt idx="12" formatCode="0.0%">
                  <c:v>3.4000000000000002E-2</c:v>
                </c:pt>
                <c:pt idx="13" formatCode="0.0%">
                  <c:v>3.5999999999999997E-2</c:v>
                </c:pt>
              </c:numCache>
            </c:numRef>
          </c:val>
          <c:smooth val="0"/>
          <c:extLst>
            <c:ext xmlns:c16="http://schemas.microsoft.com/office/drawing/2014/chart" uri="{C3380CC4-5D6E-409C-BE32-E72D297353CC}">
              <c16:uniqueId val="{0000000C-23DC-4077-8AC1-700DF2B2B880}"/>
            </c:ext>
          </c:extLst>
        </c:ser>
        <c:ser>
          <c:idx val="8"/>
          <c:order val="8"/>
          <c:tx>
            <c:strRef>
              <c:f>Sheet1!$A$10</c:f>
              <c:strCache>
                <c:ptCount val="1"/>
                <c:pt idx="0">
                  <c:v>HUMIRA</c:v>
                </c:pt>
              </c:strCache>
            </c:strRef>
          </c:tx>
          <c:spPr>
            <a:ln w="28575" cap="rnd">
              <a:solidFill>
                <a:srgbClr val="D921D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Sheet1!$B$10:$O$10</c:f>
              <c:numCache>
                <c:formatCode>0.0%</c:formatCode>
                <c:ptCount val="14"/>
                <c:pt idx="0">
                  <c:v>0.214</c:v>
                </c:pt>
                <c:pt idx="1">
                  <c:v>0.21099999999999999</c:v>
                </c:pt>
                <c:pt idx="2">
                  <c:v>0.20499999999999999</c:v>
                </c:pt>
                <c:pt idx="3">
                  <c:v>0.20100000000000001</c:v>
                </c:pt>
                <c:pt idx="4">
                  <c:v>0.193</c:v>
                </c:pt>
                <c:pt idx="5">
                  <c:v>0.19600000000000001</c:v>
                </c:pt>
                <c:pt idx="6">
                  <c:v>0.184</c:v>
                </c:pt>
                <c:pt idx="7">
                  <c:v>0.13200000000000001</c:v>
                </c:pt>
                <c:pt idx="8">
                  <c:v>0.127</c:v>
                </c:pt>
                <c:pt idx="9">
                  <c:v>0.106</c:v>
                </c:pt>
                <c:pt idx="10">
                  <c:v>9.1999999999999998E-2</c:v>
                </c:pt>
                <c:pt idx="11">
                  <c:v>7.9000000000000001E-2</c:v>
                </c:pt>
                <c:pt idx="12">
                  <c:v>6.2E-2</c:v>
                </c:pt>
                <c:pt idx="13">
                  <c:v>6.2E-2</c:v>
                </c:pt>
              </c:numCache>
            </c:numRef>
          </c:val>
          <c:smooth val="0"/>
          <c:extLst>
            <c:ext xmlns:c16="http://schemas.microsoft.com/office/drawing/2014/chart" uri="{C3380CC4-5D6E-409C-BE32-E72D297353CC}">
              <c16:uniqueId val="{0000000D-23DC-4077-8AC1-700DF2B2B880}"/>
            </c:ext>
          </c:extLst>
        </c:ser>
        <c:ser>
          <c:idx val="9"/>
          <c:order val="9"/>
          <c:tx>
            <c:strRef>
              <c:f>Sheet1!$A$11</c:f>
              <c:strCache>
                <c:ptCount val="1"/>
                <c:pt idx="0">
                  <c:v>OMVOH</c:v>
                </c:pt>
              </c:strCache>
            </c:strRef>
          </c:tx>
          <c:spPr>
            <a:ln w="28575" cap="rnd">
              <a:solidFill>
                <a:srgbClr val="CC32AF"/>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Sheet1!$B$11:$O$11</c:f>
              <c:numCache>
                <c:formatCode>General</c:formatCode>
                <c:ptCount val="14"/>
                <c:pt idx="6" formatCode="0.0%">
                  <c:v>0</c:v>
                </c:pt>
                <c:pt idx="7" formatCode="0.0%">
                  <c:v>0</c:v>
                </c:pt>
                <c:pt idx="9" formatCode="0.0%">
                  <c:v>0</c:v>
                </c:pt>
                <c:pt idx="10" formatCode="0.0%">
                  <c:v>0</c:v>
                </c:pt>
                <c:pt idx="11" formatCode="0.0%">
                  <c:v>1E-3</c:v>
                </c:pt>
                <c:pt idx="12" formatCode="0.0%">
                  <c:v>2E-3</c:v>
                </c:pt>
                <c:pt idx="13" formatCode="0.0%">
                  <c:v>3.0000000000000001E-3</c:v>
                </c:pt>
              </c:numCache>
            </c:numRef>
          </c:val>
          <c:smooth val="0"/>
          <c:extLst>
            <c:ext xmlns:c16="http://schemas.microsoft.com/office/drawing/2014/chart" uri="{C3380CC4-5D6E-409C-BE32-E72D297353CC}">
              <c16:uniqueId val="{0000000E-23DC-4077-8AC1-700DF2B2B880}"/>
            </c:ext>
          </c:extLst>
        </c:ser>
        <c:ser>
          <c:idx val="10"/>
          <c:order val="10"/>
          <c:tx>
            <c:strRef>
              <c:f>Sheet1!$A$12</c:f>
              <c:strCache>
                <c:ptCount val="1"/>
                <c:pt idx="0">
                  <c:v>ZYMFENTRA</c:v>
                </c:pt>
              </c:strCache>
            </c:strRef>
          </c:tx>
          <c:spPr>
            <a:ln w="28575" cap="rnd">
              <a:solidFill>
                <a:schemeClr val="tx2"/>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Sheet1!$B$12:$O$12</c:f>
              <c:numCache>
                <c:formatCode>General</c:formatCode>
                <c:ptCount val="14"/>
                <c:pt idx="7" formatCode="0.0%">
                  <c:v>0</c:v>
                </c:pt>
                <c:pt idx="8" formatCode="0.0%">
                  <c:v>1E-3</c:v>
                </c:pt>
                <c:pt idx="9" formatCode="0.0%">
                  <c:v>1E-3</c:v>
                </c:pt>
                <c:pt idx="10" formatCode="0.0%">
                  <c:v>2E-3</c:v>
                </c:pt>
                <c:pt idx="11" formatCode="0.0%">
                  <c:v>2E-3</c:v>
                </c:pt>
                <c:pt idx="12" formatCode="0.0%">
                  <c:v>3.0000000000000001E-3</c:v>
                </c:pt>
                <c:pt idx="13" formatCode="0.0%">
                  <c:v>4.0000000000000001E-3</c:v>
                </c:pt>
              </c:numCache>
            </c:numRef>
          </c:val>
          <c:smooth val="0"/>
          <c:extLst>
            <c:ext xmlns:c16="http://schemas.microsoft.com/office/drawing/2014/chart" uri="{C3380CC4-5D6E-409C-BE32-E72D297353CC}">
              <c16:uniqueId val="{0000000F-23DC-4077-8AC1-700DF2B2B880}"/>
            </c:ext>
          </c:extLst>
        </c:ser>
        <c:ser>
          <c:idx val="11"/>
          <c:order val="11"/>
          <c:tx>
            <c:strRef>
              <c:f>Sheet1!$A$13</c:f>
              <c:strCache>
                <c:ptCount val="1"/>
                <c:pt idx="0">
                  <c:v>TREMFYA</c:v>
                </c:pt>
              </c:strCache>
            </c:strRef>
          </c:tx>
          <c:spPr>
            <a:ln w="28575" cap="rnd">
              <a:solidFill>
                <a:srgbClr val="00B05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Sheet1!$B$13:$O$13</c:f>
              <c:numCache>
                <c:formatCode>0.0%</c:formatCode>
                <c:ptCount val="14"/>
                <c:pt idx="0">
                  <c:v>0</c:v>
                </c:pt>
                <c:pt idx="1">
                  <c:v>0</c:v>
                </c:pt>
                <c:pt idx="2">
                  <c:v>0</c:v>
                </c:pt>
                <c:pt idx="3">
                  <c:v>0</c:v>
                </c:pt>
                <c:pt idx="4">
                  <c:v>0</c:v>
                </c:pt>
                <c:pt idx="5">
                  <c:v>0</c:v>
                </c:pt>
                <c:pt idx="6">
                  <c:v>0</c:v>
                </c:pt>
                <c:pt idx="7">
                  <c:v>0</c:v>
                </c:pt>
                <c:pt idx="8">
                  <c:v>0</c:v>
                </c:pt>
                <c:pt idx="9">
                  <c:v>0</c:v>
                </c:pt>
                <c:pt idx="10">
                  <c:v>0</c:v>
                </c:pt>
                <c:pt idx="11">
                  <c:v>6.0000000000000001E-3</c:v>
                </c:pt>
                <c:pt idx="12">
                  <c:v>2.1000000000000001E-2</c:v>
                </c:pt>
                <c:pt idx="13">
                  <c:v>2.9000000000000001E-2</c:v>
                </c:pt>
              </c:numCache>
            </c:numRef>
          </c:val>
          <c:smooth val="0"/>
          <c:extLst>
            <c:ext xmlns:c16="http://schemas.microsoft.com/office/drawing/2014/chart" uri="{C3380CC4-5D6E-409C-BE32-E72D297353CC}">
              <c16:uniqueId val="{00000010-23DC-4077-8AC1-700DF2B2B880}"/>
            </c:ext>
          </c:extLst>
        </c:ser>
        <c:ser>
          <c:idx val="12"/>
          <c:order val="12"/>
          <c:tx>
            <c:strRef>
              <c:f>Sheet1!$A$14</c:f>
              <c:strCache>
                <c:ptCount val="1"/>
                <c:pt idx="0">
                  <c:v>STELARA-BIOSIM</c:v>
                </c:pt>
              </c:strCache>
            </c:strRef>
          </c:tx>
          <c:spPr>
            <a:ln w="28575" cap="rnd">
              <a:solidFill>
                <a:srgbClr val="FFC000"/>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Sheet1!$B$14:$O$14</c:f>
              <c:numCache>
                <c:formatCode>General</c:formatCode>
                <c:ptCount val="14"/>
                <c:pt idx="10" formatCode="0.0%">
                  <c:v>0</c:v>
                </c:pt>
                <c:pt idx="11" formatCode="0.0%">
                  <c:v>6.0000000000000001E-3</c:v>
                </c:pt>
                <c:pt idx="12" formatCode="0.0%">
                  <c:v>0.02</c:v>
                </c:pt>
                <c:pt idx="13" formatCode="0.0%">
                  <c:v>2.7E-2</c:v>
                </c:pt>
              </c:numCache>
            </c:numRef>
          </c:val>
          <c:smooth val="0"/>
          <c:extLst>
            <c:ext xmlns:c16="http://schemas.microsoft.com/office/drawing/2014/chart" uri="{C3380CC4-5D6E-409C-BE32-E72D297353CC}">
              <c16:uniqueId val="{00000011-23DC-4077-8AC1-700DF2B2B880}"/>
            </c:ext>
          </c:extLst>
        </c:ser>
        <c:dLbls>
          <c:showLegendKey val="0"/>
          <c:showVal val="0"/>
          <c:showCatName val="0"/>
          <c:showSerName val="0"/>
          <c:showPercent val="0"/>
          <c:showBubbleSize val="0"/>
        </c:dLbls>
        <c:smooth val="0"/>
        <c:axId val="1250894864"/>
        <c:axId val="1250895944"/>
      </c:lineChart>
      <c:catAx>
        <c:axId val="1250894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5944"/>
        <c:crosses val="autoZero"/>
        <c:auto val="1"/>
        <c:lblAlgn val="ctr"/>
        <c:lblOffset val="100"/>
        <c:noMultiLvlLbl val="0"/>
      </c:catAx>
      <c:valAx>
        <c:axId val="1250895944"/>
        <c:scaling>
          <c:orientation val="minMax"/>
        </c:scaling>
        <c:delete val="0"/>
        <c:axPos val="l"/>
        <c:title>
          <c:tx>
            <c:rich>
              <a:bodyPr rot="-5400000" spcFirstLastPara="1" vertOverflow="ellipsis" vert="horz" wrap="square" anchor="ctr" anchorCtr="1"/>
              <a:lstStyle/>
              <a:p>
                <a:pPr>
                  <a:defRPr sz="900" b="0" i="0" u="none" strike="noStrike" kern="1200" baseline="0">
                    <a:solidFill>
                      <a:schemeClr val="tx1"/>
                    </a:solidFill>
                    <a:latin typeface="+mn-lt"/>
                    <a:ea typeface="+mn-ea"/>
                    <a:cs typeface="+mn-cs"/>
                  </a:defRPr>
                </a:pPr>
                <a:r>
                  <a:rPr lang="en-US"/>
                  <a:t>Patient Share</a:t>
                </a:r>
              </a:p>
            </c:rich>
          </c:tx>
          <c:layout>
            <c:manualLayout>
              <c:xMode val="edge"/>
              <c:yMode val="edge"/>
              <c:x val="4.5253953608785438E-3"/>
              <c:y val="0.35431398424829652"/>
            </c:manualLayout>
          </c:layout>
          <c:overlay val="0"/>
          <c:spPr>
            <a:noFill/>
            <a:ln>
              <a:noFill/>
            </a:ln>
            <a:effectLst/>
          </c:spPr>
          <c:txPr>
            <a:bodyPr rot="-54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4864"/>
        <c:crosses val="autoZero"/>
        <c:crossBetween val="between"/>
      </c:valAx>
      <c:spPr>
        <a:solidFill>
          <a:schemeClr val="accent5"/>
        </a:solidFill>
        <a:ln>
          <a:noFill/>
        </a:ln>
        <a:effectLst/>
      </c:spPr>
    </c:plotArea>
    <c:legend>
      <c:legendPos val="r"/>
      <c:layout>
        <c:manualLayout>
          <c:xMode val="edge"/>
          <c:yMode val="edge"/>
          <c:x val="0.86346538493065217"/>
          <c:y val="3.2604406076266967E-2"/>
          <c:w val="0.12863104256567212"/>
          <c:h val="0.9370550368176501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prstDash val="dash"/>
    </a:ln>
    <a:effectLst/>
  </c:spPr>
  <c:txPr>
    <a:bodyPr/>
    <a:lstStyle/>
    <a:p>
      <a:pPr>
        <a:defRPr sz="900">
          <a:solidFill>
            <a:schemeClr val="tx1"/>
          </a:solidFill>
        </a:defRPr>
      </a:pPr>
      <a:endParaRPr lang="en-US"/>
    </a:p>
  </c:txPr>
  <c:userShapes r:id="rId3"/>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8124569462524583E-2"/>
          <c:y val="3.563440983091383E-2"/>
          <c:w val="0.87027639200256779"/>
          <c:h val="0.49645884999727641"/>
        </c:manualLayout>
      </c:layout>
      <c:lineChart>
        <c:grouping val="standard"/>
        <c:varyColors val="0"/>
        <c:ser>
          <c:idx val="0"/>
          <c:order val="0"/>
          <c:tx>
            <c:strRef>
              <c:f>Sheet1!$B$1</c:f>
              <c:strCache>
                <c:ptCount val="1"/>
                <c:pt idx="0">
                  <c:v>*OTHERS</c:v>
                </c:pt>
              </c:strCache>
            </c:strRef>
          </c:tx>
          <c:spPr>
            <a:ln w="28575" cap="rnd">
              <a:solidFill>
                <a:schemeClr val="bg1">
                  <a:lumMod val="75000"/>
                </a:schemeClr>
              </a:solidFill>
              <a:round/>
            </a:ln>
            <a:effectLst/>
          </c:spPr>
          <c:marker>
            <c:symbol val="none"/>
          </c:marker>
          <c:cat>
            <c:strRef>
              <c:f>Sheet1!$A$2:$A$15</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Sheet1!$B$2:$B$15</c:f>
              <c:numCache>
                <c:formatCode>General</c:formatCode>
                <c:ptCount val="14"/>
                <c:pt idx="0">
                  <c:v>1.0999999999999999E-2</c:v>
                </c:pt>
                <c:pt idx="1">
                  <c:v>1.6E-2</c:v>
                </c:pt>
                <c:pt idx="2">
                  <c:v>1.7999999999999999E-2</c:v>
                </c:pt>
                <c:pt idx="3">
                  <c:v>0.02</c:v>
                </c:pt>
                <c:pt idx="4">
                  <c:v>1.9E-2</c:v>
                </c:pt>
                <c:pt idx="5">
                  <c:v>1.7999999999999999E-2</c:v>
                </c:pt>
                <c:pt idx="6">
                  <c:v>1.9E-2</c:v>
                </c:pt>
                <c:pt idx="7">
                  <c:v>1.4E-2</c:v>
                </c:pt>
                <c:pt idx="8">
                  <c:v>1.4E-2</c:v>
                </c:pt>
                <c:pt idx="9">
                  <c:v>1.2E-2</c:v>
                </c:pt>
                <c:pt idx="10">
                  <c:v>1.2E-2</c:v>
                </c:pt>
                <c:pt idx="11">
                  <c:v>7.0000000000000001E-3</c:v>
                </c:pt>
                <c:pt idx="12">
                  <c:v>6.0000000000000001E-3</c:v>
                </c:pt>
                <c:pt idx="13">
                  <c:v>4.0000000000000001E-3</c:v>
                </c:pt>
              </c:numCache>
            </c:numRef>
          </c:val>
          <c:smooth val="0"/>
          <c:extLst>
            <c:ext xmlns:c16="http://schemas.microsoft.com/office/drawing/2014/chart" uri="{C3380CC4-5D6E-409C-BE32-E72D297353CC}">
              <c16:uniqueId val="{00000000-7328-4182-A2AA-700C19B565C5}"/>
            </c:ext>
          </c:extLst>
        </c:ser>
        <c:ser>
          <c:idx val="1"/>
          <c:order val="1"/>
          <c:tx>
            <c:strRef>
              <c:f>Sheet1!$C$1</c:f>
              <c:strCache>
                <c:ptCount val="1"/>
                <c:pt idx="0">
                  <c:v>REMI-BIOSIM</c:v>
                </c:pt>
              </c:strCache>
            </c:strRef>
          </c:tx>
          <c:spPr>
            <a:ln w="28575" cap="rnd">
              <a:solidFill>
                <a:srgbClr val="0070C0"/>
              </a:solidFill>
              <a:prstDash val="dash"/>
              <a:round/>
            </a:ln>
            <a:effectLst/>
          </c:spPr>
          <c:marker>
            <c:symbol val="none"/>
          </c:marker>
          <c:dLbls>
            <c:dLbl>
              <c:idx val="13"/>
              <c:layout>
                <c:manualLayout>
                  <c:x val="0"/>
                  <c:y val="-5.5668662591834527E-2"/>
                </c:manualLayout>
              </c:layout>
              <c:tx>
                <c:rich>
                  <a:bodyPr/>
                  <a:lstStyle/>
                  <a:p>
                    <a:r>
                      <a:rPr lang="en-US"/>
                      <a:t>12.0%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7328-4182-A2AA-700C19B565C5}"/>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Sheet1!$C$2:$C$15</c:f>
              <c:numCache>
                <c:formatCode>General</c:formatCode>
                <c:ptCount val="14"/>
                <c:pt idx="0">
                  <c:v>0.18099999999999999</c:v>
                </c:pt>
                <c:pt idx="1">
                  <c:v>0.17799999999999999</c:v>
                </c:pt>
                <c:pt idx="2">
                  <c:v>0.14299999999999999</c:v>
                </c:pt>
                <c:pt idx="3">
                  <c:v>0.13</c:v>
                </c:pt>
                <c:pt idx="4">
                  <c:v>0.121</c:v>
                </c:pt>
                <c:pt idx="5">
                  <c:v>0.128</c:v>
                </c:pt>
                <c:pt idx="6">
                  <c:v>0.13100000000000001</c:v>
                </c:pt>
                <c:pt idx="7">
                  <c:v>0.11700000000000001</c:v>
                </c:pt>
                <c:pt idx="8">
                  <c:v>0.126</c:v>
                </c:pt>
                <c:pt idx="9">
                  <c:v>0.108</c:v>
                </c:pt>
                <c:pt idx="10">
                  <c:v>0.11</c:v>
                </c:pt>
                <c:pt idx="11">
                  <c:v>0.13</c:v>
                </c:pt>
                <c:pt idx="12">
                  <c:v>0.12</c:v>
                </c:pt>
                <c:pt idx="13">
                  <c:v>0.12</c:v>
                </c:pt>
              </c:numCache>
            </c:numRef>
          </c:val>
          <c:smooth val="0"/>
          <c:extLst>
            <c:ext xmlns:c16="http://schemas.microsoft.com/office/drawing/2014/chart" uri="{C3380CC4-5D6E-409C-BE32-E72D297353CC}">
              <c16:uniqueId val="{00000002-7328-4182-A2AA-700C19B565C5}"/>
            </c:ext>
          </c:extLst>
        </c:ser>
        <c:ser>
          <c:idx val="2"/>
          <c:order val="2"/>
          <c:tx>
            <c:strRef>
              <c:f>Sheet1!$D$1</c:f>
              <c:strCache>
                <c:ptCount val="1"/>
                <c:pt idx="0">
                  <c:v>REMICADE</c:v>
                </c:pt>
              </c:strCache>
            </c:strRef>
          </c:tx>
          <c:spPr>
            <a:ln w="28575" cap="rnd">
              <a:solidFill>
                <a:srgbClr val="0070C0"/>
              </a:solidFill>
              <a:round/>
            </a:ln>
            <a:effectLst/>
          </c:spPr>
          <c:marker>
            <c:symbol val="none"/>
          </c:marker>
          <c:cat>
            <c:strRef>
              <c:f>Sheet1!$A$2:$A$15</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Sheet1!$D$2:$D$15</c:f>
              <c:numCache>
                <c:formatCode>General</c:formatCode>
                <c:ptCount val="14"/>
                <c:pt idx="0">
                  <c:v>0.14299999999999999</c:v>
                </c:pt>
                <c:pt idx="1">
                  <c:v>0.111</c:v>
                </c:pt>
                <c:pt idx="2">
                  <c:v>0.13500000000000001</c:v>
                </c:pt>
                <c:pt idx="3">
                  <c:v>0.111</c:v>
                </c:pt>
                <c:pt idx="4">
                  <c:v>0.125</c:v>
                </c:pt>
                <c:pt idx="5">
                  <c:v>0.13700000000000001</c:v>
                </c:pt>
                <c:pt idx="6">
                  <c:v>9.8000000000000004E-2</c:v>
                </c:pt>
                <c:pt idx="7">
                  <c:v>0.10100000000000001</c:v>
                </c:pt>
                <c:pt idx="8">
                  <c:v>0.105</c:v>
                </c:pt>
                <c:pt idx="9">
                  <c:v>0.09</c:v>
                </c:pt>
                <c:pt idx="10">
                  <c:v>8.6999999999999994E-2</c:v>
                </c:pt>
                <c:pt idx="11">
                  <c:v>8.1000000000000003E-2</c:v>
                </c:pt>
                <c:pt idx="12">
                  <c:v>7.0999999999999994E-2</c:v>
                </c:pt>
                <c:pt idx="13">
                  <c:v>7.2999999999999995E-2</c:v>
                </c:pt>
              </c:numCache>
            </c:numRef>
          </c:val>
          <c:smooth val="0"/>
          <c:extLst>
            <c:ext xmlns:c16="http://schemas.microsoft.com/office/drawing/2014/chart" uri="{C3380CC4-5D6E-409C-BE32-E72D297353CC}">
              <c16:uniqueId val="{00000003-7328-4182-A2AA-700C19B565C5}"/>
            </c:ext>
          </c:extLst>
        </c:ser>
        <c:ser>
          <c:idx val="3"/>
          <c:order val="3"/>
          <c:tx>
            <c:strRef>
              <c:f>Sheet1!$E$1</c:f>
              <c:strCache>
                <c:ptCount val="1"/>
                <c:pt idx="0">
                  <c:v>ENTYVIO</c:v>
                </c:pt>
              </c:strCache>
            </c:strRef>
          </c:tx>
          <c:spPr>
            <a:ln w="28575" cap="rnd">
              <a:solidFill>
                <a:srgbClr val="9F1897"/>
              </a:solidFill>
              <a:round/>
            </a:ln>
            <a:effectLst/>
          </c:spPr>
          <c:marker>
            <c:symbol val="none"/>
          </c:marker>
          <c:dLbls>
            <c:dLbl>
              <c:idx val="13"/>
              <c:tx>
                <c:rich>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r>
                      <a:rPr lang="en-US"/>
                      <a:t>19.8%</a:t>
                    </a:r>
                  </a:p>
                </c:rich>
              </c:tx>
              <c:spPr>
                <a:noFill/>
                <a:ln>
                  <a:noFill/>
                  <a:prstDash val="sysDash"/>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7328-4182-A2AA-700C19B565C5}"/>
                </c:ext>
              </c:extLst>
            </c:dLbl>
            <c:spPr>
              <a:noFill/>
              <a:ln>
                <a:solidFill>
                  <a:schemeClr val="accent2"/>
                </a:solidFill>
                <a:prstDash val="sysDash"/>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Sheet1!$E$2:$E$15</c:f>
              <c:numCache>
                <c:formatCode>General</c:formatCode>
                <c:ptCount val="14"/>
                <c:pt idx="0">
                  <c:v>0.24299999999999999</c:v>
                </c:pt>
                <c:pt idx="1">
                  <c:v>0.19500000000000001</c:v>
                </c:pt>
                <c:pt idx="2">
                  <c:v>0.192</c:v>
                </c:pt>
                <c:pt idx="3">
                  <c:v>0.20399999999999999</c:v>
                </c:pt>
                <c:pt idx="4">
                  <c:v>0.21099999999999999</c:v>
                </c:pt>
                <c:pt idx="5">
                  <c:v>0.19</c:v>
                </c:pt>
                <c:pt idx="6">
                  <c:v>0.22500000000000001</c:v>
                </c:pt>
                <c:pt idx="7">
                  <c:v>0.25</c:v>
                </c:pt>
                <c:pt idx="8">
                  <c:v>0.23699999999999999</c:v>
                </c:pt>
                <c:pt idx="9">
                  <c:v>0.23100000000000001</c:v>
                </c:pt>
                <c:pt idx="10">
                  <c:v>0.20100000000000001</c:v>
                </c:pt>
                <c:pt idx="11">
                  <c:v>0.21</c:v>
                </c:pt>
                <c:pt idx="12">
                  <c:v>0.192</c:v>
                </c:pt>
                <c:pt idx="13">
                  <c:v>0.19800000000000001</c:v>
                </c:pt>
              </c:numCache>
            </c:numRef>
          </c:val>
          <c:smooth val="0"/>
          <c:extLst>
            <c:ext xmlns:c16="http://schemas.microsoft.com/office/drawing/2014/chart" uri="{C3380CC4-5D6E-409C-BE32-E72D297353CC}">
              <c16:uniqueId val="{00000005-7328-4182-A2AA-700C19B565C5}"/>
            </c:ext>
          </c:extLst>
        </c:ser>
        <c:ser>
          <c:idx val="4"/>
          <c:order val="4"/>
          <c:tx>
            <c:strRef>
              <c:f>Sheet1!$F$1</c:f>
              <c:strCache>
                <c:ptCount val="1"/>
                <c:pt idx="0">
                  <c:v>STELARA</c:v>
                </c:pt>
              </c:strCache>
            </c:strRef>
          </c:tx>
          <c:spPr>
            <a:ln w="28575" cap="rnd">
              <a:solidFill>
                <a:srgbClr val="FFC000"/>
              </a:solidFill>
              <a:round/>
            </a:ln>
            <a:effectLst/>
          </c:spPr>
          <c:marker>
            <c:symbol val="none"/>
          </c:marker>
          <c:cat>
            <c:strRef>
              <c:f>Sheet1!$A$2:$A$15</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Sheet1!$F$2:$F$15</c:f>
              <c:numCache>
                <c:formatCode>General</c:formatCode>
                <c:ptCount val="14"/>
                <c:pt idx="0">
                  <c:v>0.215</c:v>
                </c:pt>
                <c:pt idx="1">
                  <c:v>0.193</c:v>
                </c:pt>
                <c:pt idx="2">
                  <c:v>0.221</c:v>
                </c:pt>
                <c:pt idx="3">
                  <c:v>0.21299999999999999</c:v>
                </c:pt>
                <c:pt idx="4">
                  <c:v>0.20499999999999999</c:v>
                </c:pt>
                <c:pt idx="5">
                  <c:v>0.192</c:v>
                </c:pt>
                <c:pt idx="6">
                  <c:v>0.17899999999999999</c:v>
                </c:pt>
                <c:pt idx="7">
                  <c:v>0.17799999999999999</c:v>
                </c:pt>
                <c:pt idx="8">
                  <c:v>0.14599999999999999</c:v>
                </c:pt>
                <c:pt idx="9">
                  <c:v>0.125</c:v>
                </c:pt>
                <c:pt idx="10">
                  <c:v>0.11600000000000001</c:v>
                </c:pt>
                <c:pt idx="11">
                  <c:v>8.1000000000000003E-2</c:v>
                </c:pt>
                <c:pt idx="12">
                  <c:v>5.2999999999999999E-2</c:v>
                </c:pt>
                <c:pt idx="13">
                  <c:v>4.2000000000000003E-2</c:v>
                </c:pt>
              </c:numCache>
            </c:numRef>
          </c:val>
          <c:smooth val="0"/>
          <c:extLst>
            <c:ext xmlns:c16="http://schemas.microsoft.com/office/drawing/2014/chart" uri="{C3380CC4-5D6E-409C-BE32-E72D297353CC}">
              <c16:uniqueId val="{00000006-7328-4182-A2AA-700C19B565C5}"/>
            </c:ext>
          </c:extLst>
        </c:ser>
        <c:ser>
          <c:idx val="5"/>
          <c:order val="5"/>
          <c:tx>
            <c:strRef>
              <c:f>Sheet1!$G$1</c:f>
              <c:strCache>
                <c:ptCount val="1"/>
                <c:pt idx="0">
                  <c:v>RINVOQ</c:v>
                </c:pt>
              </c:strCache>
            </c:strRef>
          </c:tx>
          <c:spPr>
            <a:ln w="28575" cap="rnd">
              <a:solidFill>
                <a:srgbClr val="00B0F0"/>
              </a:solidFill>
              <a:round/>
            </a:ln>
            <a:effectLst/>
          </c:spPr>
          <c:marker>
            <c:symbol val="none"/>
          </c:marker>
          <c:cat>
            <c:strRef>
              <c:f>Sheet1!$A$2:$A$15</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Sheet1!$G$2:$G$15</c:f>
              <c:numCache>
                <c:formatCode>General</c:formatCode>
                <c:ptCount val="14"/>
                <c:pt idx="0">
                  <c:v>8.0000000000000002E-3</c:v>
                </c:pt>
                <c:pt idx="1">
                  <c:v>0.01</c:v>
                </c:pt>
                <c:pt idx="2">
                  <c:v>2.1999999999999999E-2</c:v>
                </c:pt>
                <c:pt idx="3">
                  <c:v>2.3E-2</c:v>
                </c:pt>
                <c:pt idx="4">
                  <c:v>3.3000000000000002E-2</c:v>
                </c:pt>
                <c:pt idx="5">
                  <c:v>3.9E-2</c:v>
                </c:pt>
                <c:pt idx="6">
                  <c:v>4.3999999999999997E-2</c:v>
                </c:pt>
                <c:pt idx="7">
                  <c:v>4.2000000000000003E-2</c:v>
                </c:pt>
                <c:pt idx="8">
                  <c:v>4.2000000000000003E-2</c:v>
                </c:pt>
                <c:pt idx="9">
                  <c:v>4.8000000000000001E-2</c:v>
                </c:pt>
                <c:pt idx="10">
                  <c:v>5.5E-2</c:v>
                </c:pt>
                <c:pt idx="11">
                  <c:v>4.8000000000000001E-2</c:v>
                </c:pt>
                <c:pt idx="12">
                  <c:v>4.8000000000000001E-2</c:v>
                </c:pt>
                <c:pt idx="13">
                  <c:v>0.05</c:v>
                </c:pt>
              </c:numCache>
            </c:numRef>
          </c:val>
          <c:smooth val="0"/>
          <c:extLst>
            <c:ext xmlns:c16="http://schemas.microsoft.com/office/drawing/2014/chart" uri="{C3380CC4-5D6E-409C-BE32-E72D297353CC}">
              <c16:uniqueId val="{00000007-7328-4182-A2AA-700C19B565C5}"/>
            </c:ext>
          </c:extLst>
        </c:ser>
        <c:ser>
          <c:idx val="6"/>
          <c:order val="6"/>
          <c:tx>
            <c:strRef>
              <c:f>Sheet1!$H$1</c:f>
              <c:strCache>
                <c:ptCount val="1"/>
                <c:pt idx="0">
                  <c:v>SKYRIZI</c:v>
                </c:pt>
              </c:strCache>
            </c:strRef>
          </c:tx>
          <c:spPr>
            <a:ln w="28575" cap="rnd">
              <a:solidFill>
                <a:srgbClr val="FF0000"/>
              </a:solidFill>
              <a:round/>
            </a:ln>
            <a:effectLst/>
          </c:spPr>
          <c:marker>
            <c:symbol val="none"/>
          </c:marker>
          <c:dLbls>
            <c:dLbl>
              <c:idx val="13"/>
              <c:layout>
                <c:manualLayout>
                  <c:x val="0"/>
                  <c:y val="-2.1110892997419979E-2"/>
                </c:manualLayout>
              </c:layout>
              <c:tx>
                <c:rich>
                  <a:bodyPr/>
                  <a:lstStyle/>
                  <a:p>
                    <a:r>
                      <a:rPr lang="en-US"/>
                      <a:t>28.3%</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7328-4182-A2AA-700C19B565C5}"/>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Sheet1!$H$2:$H$15</c:f>
              <c:numCache>
                <c:formatCode>General</c:formatCode>
                <c:ptCount val="14"/>
                <c:pt idx="0">
                  <c:v>6.0000000000000001E-3</c:v>
                </c:pt>
                <c:pt idx="1">
                  <c:v>0.113</c:v>
                </c:pt>
                <c:pt idx="2">
                  <c:v>6.8000000000000005E-2</c:v>
                </c:pt>
                <c:pt idx="3">
                  <c:v>0.108</c:v>
                </c:pt>
                <c:pt idx="4">
                  <c:v>0.10199999999999999</c:v>
                </c:pt>
                <c:pt idx="5">
                  <c:v>0.11</c:v>
                </c:pt>
                <c:pt idx="6">
                  <c:v>0.113</c:v>
                </c:pt>
                <c:pt idx="7">
                  <c:v>0.13700000000000001</c:v>
                </c:pt>
                <c:pt idx="8">
                  <c:v>0.17100000000000001</c:v>
                </c:pt>
                <c:pt idx="9">
                  <c:v>0.224</c:v>
                </c:pt>
                <c:pt idx="10">
                  <c:v>0.26600000000000001</c:v>
                </c:pt>
                <c:pt idx="11">
                  <c:v>0.27500000000000002</c:v>
                </c:pt>
                <c:pt idx="12">
                  <c:v>0.29299999999999998</c:v>
                </c:pt>
                <c:pt idx="13">
                  <c:v>0.28299999999999997</c:v>
                </c:pt>
              </c:numCache>
            </c:numRef>
          </c:val>
          <c:smooth val="0"/>
          <c:extLst>
            <c:ext xmlns:c16="http://schemas.microsoft.com/office/drawing/2014/chart" uri="{C3380CC4-5D6E-409C-BE32-E72D297353CC}">
              <c16:uniqueId val="{00000009-7328-4182-A2AA-700C19B565C5}"/>
            </c:ext>
          </c:extLst>
        </c:ser>
        <c:ser>
          <c:idx val="7"/>
          <c:order val="7"/>
          <c:tx>
            <c:strRef>
              <c:f>Sheet1!$I$1</c:f>
              <c:strCache>
                <c:ptCount val="1"/>
                <c:pt idx="0">
                  <c:v>HUMIRA-BIOSIM</c:v>
                </c:pt>
              </c:strCache>
            </c:strRef>
          </c:tx>
          <c:spPr>
            <a:ln w="28575" cap="rnd">
              <a:solidFill>
                <a:srgbClr val="D921D0"/>
              </a:solidFill>
              <a:prstDash val="dash"/>
              <a:round/>
            </a:ln>
            <a:effectLst/>
          </c:spPr>
          <c:marker>
            <c:symbol val="none"/>
          </c:marker>
          <c:cat>
            <c:strRef>
              <c:f>Sheet1!$A$2:$A$15</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Sheet1!$I$2:$I$15</c:f>
              <c:numCache>
                <c:formatCode>General</c:formatCode>
                <c:ptCount val="14"/>
                <c:pt idx="2">
                  <c:v>0</c:v>
                </c:pt>
                <c:pt idx="3">
                  <c:v>1E-3</c:v>
                </c:pt>
                <c:pt idx="4">
                  <c:v>3.0000000000000001E-3</c:v>
                </c:pt>
                <c:pt idx="5">
                  <c:v>6.0000000000000001E-3</c:v>
                </c:pt>
                <c:pt idx="6">
                  <c:v>8.0000000000000002E-3</c:v>
                </c:pt>
                <c:pt idx="7">
                  <c:v>3.6999999999999998E-2</c:v>
                </c:pt>
                <c:pt idx="8">
                  <c:v>3.1E-2</c:v>
                </c:pt>
                <c:pt idx="9">
                  <c:v>3.5000000000000003E-2</c:v>
                </c:pt>
                <c:pt idx="10">
                  <c:v>3.1E-2</c:v>
                </c:pt>
                <c:pt idx="11">
                  <c:v>2.9000000000000001E-2</c:v>
                </c:pt>
                <c:pt idx="12">
                  <c:v>3.2000000000000001E-2</c:v>
                </c:pt>
                <c:pt idx="13">
                  <c:v>3.1E-2</c:v>
                </c:pt>
              </c:numCache>
            </c:numRef>
          </c:val>
          <c:smooth val="0"/>
          <c:extLst>
            <c:ext xmlns:c16="http://schemas.microsoft.com/office/drawing/2014/chart" uri="{C3380CC4-5D6E-409C-BE32-E72D297353CC}">
              <c16:uniqueId val="{0000000A-7328-4182-A2AA-700C19B565C5}"/>
            </c:ext>
          </c:extLst>
        </c:ser>
        <c:ser>
          <c:idx val="8"/>
          <c:order val="8"/>
          <c:tx>
            <c:strRef>
              <c:f>Sheet1!$J$1</c:f>
              <c:strCache>
                <c:ptCount val="1"/>
                <c:pt idx="0">
                  <c:v>HUMIRA</c:v>
                </c:pt>
              </c:strCache>
            </c:strRef>
          </c:tx>
          <c:spPr>
            <a:ln w="28575" cap="rnd">
              <a:solidFill>
                <a:srgbClr val="D921D0"/>
              </a:solidFill>
              <a:round/>
            </a:ln>
            <a:effectLst/>
          </c:spPr>
          <c:marker>
            <c:symbol val="none"/>
          </c:marker>
          <c:cat>
            <c:strRef>
              <c:f>Sheet1!$A$2:$A$15</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Sheet1!$J$2:$J$15</c:f>
              <c:numCache>
                <c:formatCode>General</c:formatCode>
                <c:ptCount val="14"/>
                <c:pt idx="0">
                  <c:v>0.19400000000000001</c:v>
                </c:pt>
                <c:pt idx="1">
                  <c:v>0.183</c:v>
                </c:pt>
                <c:pt idx="2">
                  <c:v>0.19900000000000001</c:v>
                </c:pt>
                <c:pt idx="3">
                  <c:v>0.188</c:v>
                </c:pt>
                <c:pt idx="4">
                  <c:v>0.18</c:v>
                </c:pt>
                <c:pt idx="5">
                  <c:v>0.18</c:v>
                </c:pt>
                <c:pt idx="6">
                  <c:v>0.17899999999999999</c:v>
                </c:pt>
                <c:pt idx="7">
                  <c:v>0.11600000000000001</c:v>
                </c:pt>
                <c:pt idx="8">
                  <c:v>0.112</c:v>
                </c:pt>
                <c:pt idx="9">
                  <c:v>0.1</c:v>
                </c:pt>
                <c:pt idx="10">
                  <c:v>8.4000000000000005E-2</c:v>
                </c:pt>
                <c:pt idx="11">
                  <c:v>5.3999999999999999E-2</c:v>
                </c:pt>
                <c:pt idx="12">
                  <c:v>4.2000000000000003E-2</c:v>
                </c:pt>
                <c:pt idx="13">
                  <c:v>3.7999999999999999E-2</c:v>
                </c:pt>
              </c:numCache>
            </c:numRef>
          </c:val>
          <c:smooth val="0"/>
          <c:extLst>
            <c:ext xmlns:c16="http://schemas.microsoft.com/office/drawing/2014/chart" uri="{C3380CC4-5D6E-409C-BE32-E72D297353CC}">
              <c16:uniqueId val="{0000000B-7328-4182-A2AA-700C19B565C5}"/>
            </c:ext>
          </c:extLst>
        </c:ser>
        <c:ser>
          <c:idx val="9"/>
          <c:order val="9"/>
          <c:tx>
            <c:strRef>
              <c:f>Sheet1!$K$1</c:f>
              <c:strCache>
                <c:ptCount val="1"/>
                <c:pt idx="0">
                  <c:v>OMVOH</c:v>
                </c:pt>
              </c:strCache>
            </c:strRef>
          </c:tx>
          <c:spPr>
            <a:ln w="28575" cap="rnd">
              <a:solidFill>
                <a:srgbClr val="CC32AF"/>
              </a:solidFill>
              <a:round/>
            </a:ln>
            <a:effectLst/>
          </c:spPr>
          <c:marker>
            <c:symbol val="none"/>
          </c:marker>
          <c:cat>
            <c:strRef>
              <c:f>Sheet1!$A$2:$A$15</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Sheet1!$K$2:$K$15</c:f>
              <c:numCache>
                <c:formatCode>General</c:formatCode>
                <c:ptCount val="14"/>
                <c:pt idx="5">
                  <c:v>0</c:v>
                </c:pt>
                <c:pt idx="6">
                  <c:v>3.0000000000000001E-3</c:v>
                </c:pt>
                <c:pt idx="7">
                  <c:v>4.0000000000000001E-3</c:v>
                </c:pt>
                <c:pt idx="8">
                  <c:v>7.0000000000000001E-3</c:v>
                </c:pt>
                <c:pt idx="9">
                  <c:v>2E-3</c:v>
                </c:pt>
                <c:pt idx="10">
                  <c:v>1E-3</c:v>
                </c:pt>
                <c:pt idx="11">
                  <c:v>8.0000000000000002E-3</c:v>
                </c:pt>
                <c:pt idx="12">
                  <c:v>1.4E-2</c:v>
                </c:pt>
                <c:pt idx="13">
                  <c:v>2.1999999999999999E-2</c:v>
                </c:pt>
              </c:numCache>
            </c:numRef>
          </c:val>
          <c:smooth val="0"/>
          <c:extLst>
            <c:ext xmlns:c16="http://schemas.microsoft.com/office/drawing/2014/chart" uri="{C3380CC4-5D6E-409C-BE32-E72D297353CC}">
              <c16:uniqueId val="{0000000C-7328-4182-A2AA-700C19B565C5}"/>
            </c:ext>
          </c:extLst>
        </c:ser>
        <c:ser>
          <c:idx val="10"/>
          <c:order val="10"/>
          <c:tx>
            <c:strRef>
              <c:f>Sheet1!$L$1</c:f>
              <c:strCache>
                <c:ptCount val="1"/>
                <c:pt idx="0">
                  <c:v>VELSIPITY</c:v>
                </c:pt>
              </c:strCache>
            </c:strRef>
          </c:tx>
          <c:spPr>
            <a:ln w="28575" cap="rnd">
              <a:solidFill>
                <a:srgbClr val="B1156E"/>
              </a:solidFill>
              <a:round/>
            </a:ln>
            <a:effectLst/>
          </c:spPr>
          <c:marker>
            <c:symbol val="none"/>
          </c:marker>
          <c:cat>
            <c:strRef>
              <c:f>Sheet1!$A$2:$A$15</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Sheet1!$L$2:$L$15</c:f>
              <c:numCache>
                <c:formatCode>General</c:formatCode>
                <c:ptCount val="14"/>
                <c:pt idx="5">
                  <c:v>0</c:v>
                </c:pt>
                <c:pt idx="6">
                  <c:v>1E-3</c:v>
                </c:pt>
                <c:pt idx="7">
                  <c:v>2E-3</c:v>
                </c:pt>
                <c:pt idx="8">
                  <c:v>5.0000000000000001E-3</c:v>
                </c:pt>
                <c:pt idx="9">
                  <c:v>6.0000000000000001E-3</c:v>
                </c:pt>
                <c:pt idx="10">
                  <c:v>0.01</c:v>
                </c:pt>
                <c:pt idx="11">
                  <c:v>1.2E-2</c:v>
                </c:pt>
                <c:pt idx="12">
                  <c:v>1.0999999999999999E-2</c:v>
                </c:pt>
                <c:pt idx="13">
                  <c:v>1.0999999999999999E-2</c:v>
                </c:pt>
              </c:numCache>
            </c:numRef>
          </c:val>
          <c:smooth val="0"/>
          <c:extLst>
            <c:ext xmlns:c16="http://schemas.microsoft.com/office/drawing/2014/chart" uri="{C3380CC4-5D6E-409C-BE32-E72D297353CC}">
              <c16:uniqueId val="{0000000D-7328-4182-A2AA-700C19B565C5}"/>
            </c:ext>
          </c:extLst>
        </c:ser>
        <c:ser>
          <c:idx val="11"/>
          <c:order val="11"/>
          <c:tx>
            <c:strRef>
              <c:f>Sheet1!$M$1</c:f>
              <c:strCache>
                <c:ptCount val="1"/>
                <c:pt idx="0">
                  <c:v>ZYMFENTRA</c:v>
                </c:pt>
              </c:strCache>
            </c:strRef>
          </c:tx>
          <c:spPr>
            <a:ln w="28575" cap="rnd">
              <a:solidFill>
                <a:srgbClr val="34373F"/>
              </a:solidFill>
              <a:round/>
            </a:ln>
            <a:effectLst/>
          </c:spPr>
          <c:marker>
            <c:symbol val="none"/>
          </c:marker>
          <c:cat>
            <c:strRef>
              <c:f>Sheet1!$A$2:$A$15</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Sheet1!$M$2:$M$15</c:f>
              <c:numCache>
                <c:formatCode>General</c:formatCode>
                <c:ptCount val="14"/>
                <c:pt idx="7">
                  <c:v>1E-3</c:v>
                </c:pt>
                <c:pt idx="8">
                  <c:v>4.0000000000000001E-3</c:v>
                </c:pt>
                <c:pt idx="9">
                  <c:v>3.0000000000000001E-3</c:v>
                </c:pt>
                <c:pt idx="10">
                  <c:v>3.0000000000000001E-3</c:v>
                </c:pt>
                <c:pt idx="11">
                  <c:v>6.0000000000000001E-3</c:v>
                </c:pt>
                <c:pt idx="12">
                  <c:v>5.0000000000000001E-3</c:v>
                </c:pt>
                <c:pt idx="13">
                  <c:v>6.0000000000000001E-3</c:v>
                </c:pt>
              </c:numCache>
            </c:numRef>
          </c:val>
          <c:smooth val="0"/>
          <c:extLst>
            <c:ext xmlns:c16="http://schemas.microsoft.com/office/drawing/2014/chart" uri="{C3380CC4-5D6E-409C-BE32-E72D297353CC}">
              <c16:uniqueId val="{0000000E-7328-4182-A2AA-700C19B565C5}"/>
            </c:ext>
          </c:extLst>
        </c:ser>
        <c:ser>
          <c:idx val="12"/>
          <c:order val="12"/>
          <c:tx>
            <c:strRef>
              <c:f>Sheet1!$N$1</c:f>
              <c:strCache>
                <c:ptCount val="1"/>
                <c:pt idx="0">
                  <c:v>TREMFYA</c:v>
                </c:pt>
              </c:strCache>
            </c:strRef>
          </c:tx>
          <c:spPr>
            <a:ln w="28575" cap="rnd">
              <a:solidFill>
                <a:srgbClr val="00B050"/>
              </a:solid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0F-7328-4182-A2AA-700C19B565C5}"/>
                </c:ext>
              </c:extLst>
            </c:dLbl>
            <c:dLbl>
              <c:idx val="1"/>
              <c:delete val="1"/>
              <c:extLst>
                <c:ext xmlns:c15="http://schemas.microsoft.com/office/drawing/2012/chart" uri="{CE6537A1-D6FC-4f65-9D91-7224C49458BB}"/>
                <c:ext xmlns:c16="http://schemas.microsoft.com/office/drawing/2014/chart" uri="{C3380CC4-5D6E-409C-BE32-E72D297353CC}">
                  <c16:uniqueId val="{00000010-7328-4182-A2AA-700C19B565C5}"/>
                </c:ext>
              </c:extLst>
            </c:dLbl>
            <c:dLbl>
              <c:idx val="2"/>
              <c:delete val="1"/>
              <c:extLst>
                <c:ext xmlns:c15="http://schemas.microsoft.com/office/drawing/2012/chart" uri="{CE6537A1-D6FC-4f65-9D91-7224C49458BB}"/>
                <c:ext xmlns:c16="http://schemas.microsoft.com/office/drawing/2014/chart" uri="{C3380CC4-5D6E-409C-BE32-E72D297353CC}">
                  <c16:uniqueId val="{00000011-7328-4182-A2AA-700C19B565C5}"/>
                </c:ext>
              </c:extLst>
            </c:dLbl>
            <c:dLbl>
              <c:idx val="3"/>
              <c:delete val="1"/>
              <c:extLst>
                <c:ext xmlns:c15="http://schemas.microsoft.com/office/drawing/2012/chart" uri="{CE6537A1-D6FC-4f65-9D91-7224C49458BB}"/>
                <c:ext xmlns:c16="http://schemas.microsoft.com/office/drawing/2014/chart" uri="{C3380CC4-5D6E-409C-BE32-E72D297353CC}">
                  <c16:uniqueId val="{00000012-7328-4182-A2AA-700C19B565C5}"/>
                </c:ext>
              </c:extLst>
            </c:dLbl>
            <c:dLbl>
              <c:idx val="4"/>
              <c:delete val="1"/>
              <c:extLst>
                <c:ext xmlns:c15="http://schemas.microsoft.com/office/drawing/2012/chart" uri="{CE6537A1-D6FC-4f65-9D91-7224C49458BB}"/>
                <c:ext xmlns:c16="http://schemas.microsoft.com/office/drawing/2014/chart" uri="{C3380CC4-5D6E-409C-BE32-E72D297353CC}">
                  <c16:uniqueId val="{00000013-7328-4182-A2AA-700C19B565C5}"/>
                </c:ext>
              </c:extLst>
            </c:dLbl>
            <c:dLbl>
              <c:idx val="5"/>
              <c:delete val="1"/>
              <c:extLst>
                <c:ext xmlns:c15="http://schemas.microsoft.com/office/drawing/2012/chart" uri="{CE6537A1-D6FC-4f65-9D91-7224C49458BB}"/>
                <c:ext xmlns:c16="http://schemas.microsoft.com/office/drawing/2014/chart" uri="{C3380CC4-5D6E-409C-BE32-E72D297353CC}">
                  <c16:uniqueId val="{00000014-7328-4182-A2AA-700C19B565C5}"/>
                </c:ext>
              </c:extLst>
            </c:dLbl>
            <c:dLbl>
              <c:idx val="6"/>
              <c:delete val="1"/>
              <c:extLst>
                <c:ext xmlns:c15="http://schemas.microsoft.com/office/drawing/2012/chart" uri="{CE6537A1-D6FC-4f65-9D91-7224C49458BB}"/>
                <c:ext xmlns:c16="http://schemas.microsoft.com/office/drawing/2014/chart" uri="{C3380CC4-5D6E-409C-BE32-E72D297353CC}">
                  <c16:uniqueId val="{00000015-7328-4182-A2AA-700C19B565C5}"/>
                </c:ext>
              </c:extLst>
            </c:dLbl>
            <c:dLbl>
              <c:idx val="7"/>
              <c:delete val="1"/>
              <c:extLst>
                <c:ext xmlns:c15="http://schemas.microsoft.com/office/drawing/2012/chart" uri="{CE6537A1-D6FC-4f65-9D91-7224C49458BB}"/>
                <c:ext xmlns:c16="http://schemas.microsoft.com/office/drawing/2014/chart" uri="{C3380CC4-5D6E-409C-BE32-E72D297353CC}">
                  <c16:uniqueId val="{00000016-7328-4182-A2AA-700C19B565C5}"/>
                </c:ext>
              </c:extLst>
            </c:dLbl>
            <c:dLbl>
              <c:idx val="8"/>
              <c:delete val="1"/>
              <c:extLst>
                <c:ext xmlns:c15="http://schemas.microsoft.com/office/drawing/2012/chart" uri="{CE6537A1-D6FC-4f65-9D91-7224C49458BB}"/>
                <c:ext xmlns:c16="http://schemas.microsoft.com/office/drawing/2014/chart" uri="{C3380CC4-5D6E-409C-BE32-E72D297353CC}">
                  <c16:uniqueId val="{00000017-7328-4182-A2AA-700C19B565C5}"/>
                </c:ext>
              </c:extLst>
            </c:dLbl>
            <c:dLbl>
              <c:idx val="9"/>
              <c:delete val="1"/>
              <c:extLst>
                <c:ext xmlns:c15="http://schemas.microsoft.com/office/drawing/2012/chart" uri="{CE6537A1-D6FC-4f65-9D91-7224C49458BB}"/>
                <c:ext xmlns:c16="http://schemas.microsoft.com/office/drawing/2014/chart" uri="{C3380CC4-5D6E-409C-BE32-E72D297353CC}">
                  <c16:uniqueId val="{00000018-7328-4182-A2AA-700C19B565C5}"/>
                </c:ext>
              </c:extLst>
            </c:dLbl>
            <c:dLbl>
              <c:idx val="10"/>
              <c:delete val="1"/>
              <c:extLst>
                <c:ext xmlns:c15="http://schemas.microsoft.com/office/drawing/2012/chart" uri="{CE6537A1-D6FC-4f65-9D91-7224C49458BB}"/>
                <c:ext xmlns:c16="http://schemas.microsoft.com/office/drawing/2014/chart" uri="{C3380CC4-5D6E-409C-BE32-E72D297353CC}">
                  <c16:uniqueId val="{00000019-7328-4182-A2AA-700C19B565C5}"/>
                </c:ext>
              </c:extLst>
            </c:dLbl>
            <c:dLbl>
              <c:idx val="11"/>
              <c:delete val="1"/>
              <c:extLst>
                <c:ext xmlns:c15="http://schemas.microsoft.com/office/drawing/2012/chart" uri="{CE6537A1-D6FC-4f65-9D91-7224C49458BB}"/>
                <c:ext xmlns:c16="http://schemas.microsoft.com/office/drawing/2014/chart" uri="{C3380CC4-5D6E-409C-BE32-E72D297353CC}">
                  <c16:uniqueId val="{0000001A-7328-4182-A2AA-700C19B565C5}"/>
                </c:ext>
              </c:extLst>
            </c:dLbl>
            <c:dLbl>
              <c:idx val="12"/>
              <c:delete val="1"/>
              <c:extLst>
                <c:ext xmlns:c15="http://schemas.microsoft.com/office/drawing/2012/chart" uri="{CE6537A1-D6FC-4f65-9D91-7224C49458BB}"/>
                <c:ext xmlns:c16="http://schemas.microsoft.com/office/drawing/2014/chart" uri="{C3380CC4-5D6E-409C-BE32-E72D297353CC}">
                  <c16:uniqueId val="{0000001B-7328-4182-A2AA-700C19B565C5}"/>
                </c:ext>
              </c:extLst>
            </c:dLbl>
            <c:dLbl>
              <c:idx val="13"/>
              <c:layout>
                <c:manualLayout>
                  <c:x val="-3.7891723819382371E-3"/>
                  <c:y val="1.8270359186739943E-2"/>
                </c:manualLayout>
              </c:layout>
              <c:tx>
                <c:rich>
                  <a:bodyPr/>
                  <a:lstStyle/>
                  <a:p>
                    <a:r>
                      <a:rPr lang="en-US"/>
                      <a:t>11.3%</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C-7328-4182-A2AA-700C19B565C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Sheet1!$A$2:$A$15</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Sheet1!$N$2:$N$15</c:f>
              <c:numCache>
                <c:formatCode>General</c:formatCode>
                <c:ptCount val="14"/>
                <c:pt idx="0">
                  <c:v>0</c:v>
                </c:pt>
                <c:pt idx="1">
                  <c:v>0</c:v>
                </c:pt>
                <c:pt idx="2">
                  <c:v>0</c:v>
                </c:pt>
                <c:pt idx="3">
                  <c:v>0</c:v>
                </c:pt>
                <c:pt idx="4">
                  <c:v>0</c:v>
                </c:pt>
                <c:pt idx="5">
                  <c:v>0</c:v>
                </c:pt>
                <c:pt idx="6">
                  <c:v>0</c:v>
                </c:pt>
                <c:pt idx="7">
                  <c:v>0</c:v>
                </c:pt>
                <c:pt idx="8">
                  <c:v>0</c:v>
                </c:pt>
                <c:pt idx="9">
                  <c:v>1.6E-2</c:v>
                </c:pt>
                <c:pt idx="10">
                  <c:v>2.1999999999999999E-2</c:v>
                </c:pt>
                <c:pt idx="11">
                  <c:v>5.6000000000000001E-2</c:v>
                </c:pt>
                <c:pt idx="12">
                  <c:v>0.106</c:v>
                </c:pt>
                <c:pt idx="13">
                  <c:v>0.113</c:v>
                </c:pt>
              </c:numCache>
            </c:numRef>
          </c:val>
          <c:smooth val="0"/>
          <c:extLst>
            <c:ext xmlns:c16="http://schemas.microsoft.com/office/drawing/2014/chart" uri="{C3380CC4-5D6E-409C-BE32-E72D297353CC}">
              <c16:uniqueId val="{0000001D-7328-4182-A2AA-700C19B565C5}"/>
            </c:ext>
          </c:extLst>
        </c:ser>
        <c:ser>
          <c:idx val="13"/>
          <c:order val="13"/>
          <c:tx>
            <c:strRef>
              <c:f>Sheet1!$O$1</c:f>
              <c:strCache>
                <c:ptCount val="1"/>
                <c:pt idx="0">
                  <c:v>STELARA-BIOSIM</c:v>
                </c:pt>
              </c:strCache>
            </c:strRef>
          </c:tx>
          <c:spPr>
            <a:ln w="28575" cap="rnd">
              <a:solidFill>
                <a:srgbClr val="FFC000"/>
              </a:solidFill>
              <a:prstDash val="dash"/>
              <a:round/>
            </a:ln>
            <a:effectLst/>
          </c:spPr>
          <c:marker>
            <c:symbol val="none"/>
          </c:marker>
          <c:cat>
            <c:strRef>
              <c:f>Sheet1!$A$2:$A$15</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Sheet1!$O$2:$O$15</c:f>
              <c:numCache>
                <c:formatCode>General</c:formatCode>
                <c:ptCount val="14"/>
                <c:pt idx="10">
                  <c:v>0</c:v>
                </c:pt>
                <c:pt idx="11">
                  <c:v>3.0000000000000001E-3</c:v>
                </c:pt>
                <c:pt idx="12">
                  <c:v>8.0000000000000002E-3</c:v>
                </c:pt>
                <c:pt idx="13">
                  <c:v>0.01</c:v>
                </c:pt>
              </c:numCache>
            </c:numRef>
          </c:val>
          <c:smooth val="0"/>
          <c:extLst>
            <c:ext xmlns:c16="http://schemas.microsoft.com/office/drawing/2014/chart" uri="{C3380CC4-5D6E-409C-BE32-E72D297353CC}">
              <c16:uniqueId val="{0000001E-7328-4182-A2AA-700C19B565C5}"/>
            </c:ext>
          </c:extLst>
        </c:ser>
        <c:dLbls>
          <c:showLegendKey val="0"/>
          <c:showVal val="0"/>
          <c:showCatName val="0"/>
          <c:showSerName val="0"/>
          <c:showPercent val="0"/>
          <c:showBubbleSize val="0"/>
        </c:dLbls>
        <c:smooth val="0"/>
        <c:axId val="1250894864"/>
        <c:axId val="1250895944"/>
      </c:lineChart>
      <c:catAx>
        <c:axId val="1250894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5944"/>
        <c:crosses val="autoZero"/>
        <c:auto val="1"/>
        <c:lblAlgn val="ctr"/>
        <c:lblOffset val="100"/>
        <c:noMultiLvlLbl val="0"/>
      </c:catAx>
      <c:valAx>
        <c:axId val="1250895944"/>
        <c:scaling>
          <c:orientation val="minMax"/>
        </c:scaling>
        <c:delete val="0"/>
        <c:axPos val="l"/>
        <c:title>
          <c:tx>
            <c:rich>
              <a:bodyPr rot="-5400000" spcFirstLastPara="1" vertOverflow="ellipsis" vert="horz" wrap="square" anchor="ctr" anchorCtr="1"/>
              <a:lstStyle/>
              <a:p>
                <a:pPr>
                  <a:defRPr sz="900" b="0" i="0" u="none" strike="noStrike" kern="1200" baseline="0">
                    <a:solidFill>
                      <a:schemeClr val="tx1"/>
                    </a:solidFill>
                    <a:latin typeface="+mn-lt"/>
                    <a:ea typeface="+mn-ea"/>
                    <a:cs typeface="+mn-cs"/>
                  </a:defRPr>
                </a:pPr>
                <a:r>
                  <a:rPr lang="en-US"/>
                  <a:t>Patient</a:t>
                </a:r>
                <a:r>
                  <a:rPr lang="en-US" baseline="0"/>
                  <a:t> Share</a:t>
                </a:r>
                <a:endParaRPr lang="en-US"/>
              </a:p>
            </c:rich>
          </c:tx>
          <c:layout>
            <c:manualLayout>
              <c:xMode val="edge"/>
              <c:yMode val="edge"/>
              <c:x val="4.5254788780593946E-3"/>
              <c:y val="0.20203414427090133"/>
            </c:manualLayout>
          </c:layout>
          <c:overlay val="0"/>
          <c:spPr>
            <a:noFill/>
            <a:ln>
              <a:noFill/>
            </a:ln>
            <a:effectLst/>
          </c:spPr>
          <c:txPr>
            <a:bodyPr rot="-54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4864"/>
        <c:crosses val="autoZero"/>
        <c:crossBetween val="between"/>
      </c:valAx>
      <c:spPr>
        <a:solidFill>
          <a:schemeClr val="accent5"/>
        </a:solidFill>
        <a:ln>
          <a:noFill/>
        </a:ln>
        <a:effectLst/>
      </c:spPr>
    </c:plotArea>
    <c:legend>
      <c:legendPos val="b"/>
      <c:layout>
        <c:manualLayout>
          <c:xMode val="edge"/>
          <c:yMode val="edge"/>
          <c:x val="7.6663333016433041E-3"/>
          <c:y val="0.76070096030547796"/>
          <c:w val="0.97792195859298359"/>
          <c:h val="0.2131939141483956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prstDash val="dash"/>
    </a:ln>
    <a:effectLst/>
  </c:spPr>
  <c:txPr>
    <a:bodyPr/>
    <a:lstStyle/>
    <a:p>
      <a:pPr>
        <a:defRPr sz="900">
          <a:solidFill>
            <a:schemeClr val="tx1"/>
          </a:solidFill>
        </a:defRPr>
      </a:pPr>
      <a:endParaRPr lang="en-US"/>
    </a:p>
  </c:txPr>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87468797232315E-2"/>
          <c:y val="8.2511942973191449E-2"/>
          <c:w val="0.86767225569071404"/>
          <c:h val="0.4220834959032384"/>
        </c:manualLayout>
      </c:layout>
      <c:lineChart>
        <c:grouping val="standard"/>
        <c:varyColors val="0"/>
        <c:ser>
          <c:idx val="0"/>
          <c:order val="0"/>
          <c:tx>
            <c:strRef>
              <c:f>Sheet1!$A$2</c:f>
              <c:strCache>
                <c:ptCount val="1"/>
                <c:pt idx="0">
                  <c:v>*OTHER</c:v>
                </c:pt>
              </c:strCache>
            </c:strRef>
          </c:tx>
          <c:spPr>
            <a:ln w="28575" cap="rnd">
              <a:solidFill>
                <a:schemeClr val="accent6">
                  <a:lumMod val="85000"/>
                </a:schemeClr>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Sheet1!$B$2:$O$2</c:f>
              <c:numCache>
                <c:formatCode>0.0%</c:formatCode>
                <c:ptCount val="14"/>
                <c:pt idx="0">
                  <c:v>2.1018062397372743E-2</c:v>
                </c:pt>
                <c:pt idx="1">
                  <c:v>3.5109934384712792E-2</c:v>
                </c:pt>
                <c:pt idx="2">
                  <c:v>3.755201461483812E-2</c:v>
                </c:pt>
                <c:pt idx="3">
                  <c:v>4.4687936405628959E-2</c:v>
                </c:pt>
                <c:pt idx="4">
                  <c:v>4.1645760160561963E-2</c:v>
                </c:pt>
                <c:pt idx="5">
                  <c:v>3.8425686172967377E-2</c:v>
                </c:pt>
                <c:pt idx="6">
                  <c:v>4.2122278216221352E-2</c:v>
                </c:pt>
                <c:pt idx="7">
                  <c:v>2.9623854999025531E-2</c:v>
                </c:pt>
                <c:pt idx="8">
                  <c:v>3.0857980038458018E-2</c:v>
                </c:pt>
                <c:pt idx="9">
                  <c:v>2.4645892351274786E-2</c:v>
                </c:pt>
                <c:pt idx="10">
                  <c:v>2.4989690721649485E-2</c:v>
                </c:pt>
                <c:pt idx="11">
                  <c:v>1.3638801624396598E-2</c:v>
                </c:pt>
                <c:pt idx="12">
                  <c:v>9.7450689950884847E-3</c:v>
                </c:pt>
                <c:pt idx="13">
                  <c:v>6.9724462365591397E-3</c:v>
                </c:pt>
              </c:numCache>
            </c:numRef>
          </c:val>
          <c:smooth val="0"/>
          <c:extLst>
            <c:ext xmlns:c16="http://schemas.microsoft.com/office/drawing/2014/chart" uri="{C3380CC4-5D6E-409C-BE32-E72D297353CC}">
              <c16:uniqueId val="{00000000-DC2A-4E17-9930-7D5EB8C5B0CF}"/>
            </c:ext>
          </c:extLst>
        </c:ser>
        <c:ser>
          <c:idx val="1"/>
          <c:order val="1"/>
          <c:tx>
            <c:strRef>
              <c:f>Sheet1!$A$3</c:f>
              <c:strCache>
                <c:ptCount val="1"/>
                <c:pt idx="0">
                  <c:v>INFL-BIOSIM</c:v>
                </c:pt>
              </c:strCache>
            </c:strRef>
          </c:tx>
          <c:spPr>
            <a:ln w="28575" cap="rnd">
              <a:solidFill>
                <a:srgbClr val="D921D0"/>
              </a:solidFill>
              <a:prstDash val="dash"/>
              <a:round/>
            </a:ln>
            <a:effectLst/>
          </c:spPr>
          <c:marker>
            <c:symbol val="none"/>
          </c:marker>
          <c:dLbls>
            <c:dLbl>
              <c:idx val="13"/>
              <c:layout>
                <c:manualLayout>
                  <c:x val="0"/>
                  <c:y val="5.415916825163959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C2A-4E17-9930-7D5EB8C5B0CF}"/>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Sheet1!$B$3:$O$3</c:f>
              <c:numCache>
                <c:formatCode>0.0%</c:formatCode>
                <c:ptCount val="14"/>
                <c:pt idx="0">
                  <c:v>0.15544608648056923</c:v>
                </c:pt>
                <c:pt idx="1">
                  <c:v>0.16898814320248648</c:v>
                </c:pt>
                <c:pt idx="2">
                  <c:v>0.12077539835583072</c:v>
                </c:pt>
                <c:pt idx="3">
                  <c:v>0.12450316897625953</c:v>
                </c:pt>
                <c:pt idx="4">
                  <c:v>0.12754641244355244</c:v>
                </c:pt>
                <c:pt idx="5">
                  <c:v>0.13858104609010874</c:v>
                </c:pt>
                <c:pt idx="6">
                  <c:v>0.10906151944470857</c:v>
                </c:pt>
                <c:pt idx="7">
                  <c:v>7.337750925745469E-2</c:v>
                </c:pt>
                <c:pt idx="8">
                  <c:v>0.10704147971797455</c:v>
                </c:pt>
                <c:pt idx="9">
                  <c:v>0.10151085930122758</c:v>
                </c:pt>
                <c:pt idx="10">
                  <c:v>0.10515463917525773</c:v>
                </c:pt>
                <c:pt idx="11">
                  <c:v>0.1193778254539882</c:v>
                </c:pt>
                <c:pt idx="12">
                  <c:v>0.13245497778124268</c:v>
                </c:pt>
                <c:pt idx="13">
                  <c:v>0.10114247311827956</c:v>
                </c:pt>
              </c:numCache>
            </c:numRef>
          </c:val>
          <c:smooth val="0"/>
          <c:extLst>
            <c:ext xmlns:c16="http://schemas.microsoft.com/office/drawing/2014/chart" uri="{C3380CC4-5D6E-409C-BE32-E72D297353CC}">
              <c16:uniqueId val="{00000002-DC2A-4E17-9930-7D5EB8C5B0CF}"/>
            </c:ext>
          </c:extLst>
        </c:ser>
        <c:ser>
          <c:idx val="2"/>
          <c:order val="2"/>
          <c:tx>
            <c:strRef>
              <c:f>Sheet1!$A$4</c:f>
              <c:strCache>
                <c:ptCount val="1"/>
                <c:pt idx="0">
                  <c:v>REMICADE</c:v>
                </c:pt>
              </c:strCache>
            </c:strRef>
          </c:tx>
          <c:spPr>
            <a:ln w="28575" cap="rnd">
              <a:solidFill>
                <a:srgbClr val="0070C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Sheet1!$B$4:$O$4</c:f>
              <c:numCache>
                <c:formatCode>0.0%</c:formatCode>
                <c:ptCount val="14"/>
                <c:pt idx="0">
                  <c:v>0.13191023535851121</c:v>
                </c:pt>
                <c:pt idx="1">
                  <c:v>0.12340278577184298</c:v>
                </c:pt>
                <c:pt idx="2">
                  <c:v>0.14046483304577287</c:v>
                </c:pt>
                <c:pt idx="3">
                  <c:v>9.7969706735417342E-2</c:v>
                </c:pt>
                <c:pt idx="4">
                  <c:v>0.1198193677872554</c:v>
                </c:pt>
                <c:pt idx="5">
                  <c:v>0.13547384774728119</c:v>
                </c:pt>
                <c:pt idx="6">
                  <c:v>8.4149472282970428E-2</c:v>
                </c:pt>
                <c:pt idx="7">
                  <c:v>9.2477099980510624E-2</c:v>
                </c:pt>
                <c:pt idx="8">
                  <c:v>9.6786008607270393E-2</c:v>
                </c:pt>
                <c:pt idx="9">
                  <c:v>8.2058545797922572E-2</c:v>
                </c:pt>
                <c:pt idx="10">
                  <c:v>8.2144329896907217E-2</c:v>
                </c:pt>
                <c:pt idx="11">
                  <c:v>5.1950042142364566E-2</c:v>
                </c:pt>
                <c:pt idx="12">
                  <c:v>5.0362516566617291E-2</c:v>
                </c:pt>
                <c:pt idx="13">
                  <c:v>5.5527553763440859E-2</c:v>
                </c:pt>
              </c:numCache>
            </c:numRef>
          </c:val>
          <c:smooth val="0"/>
          <c:extLst>
            <c:ext xmlns:c16="http://schemas.microsoft.com/office/drawing/2014/chart" uri="{C3380CC4-5D6E-409C-BE32-E72D297353CC}">
              <c16:uniqueId val="{00000003-DC2A-4E17-9930-7D5EB8C5B0CF}"/>
            </c:ext>
          </c:extLst>
        </c:ser>
        <c:ser>
          <c:idx val="3"/>
          <c:order val="3"/>
          <c:tx>
            <c:strRef>
              <c:f>Sheet1!$A$5</c:f>
              <c:strCache>
                <c:ptCount val="1"/>
                <c:pt idx="0">
                  <c:v>ENTYVIO</c:v>
                </c:pt>
              </c:strCache>
            </c:strRef>
          </c:tx>
          <c:spPr>
            <a:ln w="28575" cap="rnd">
              <a:solidFill>
                <a:srgbClr val="9F1897"/>
              </a:solidFill>
              <a:round/>
            </a:ln>
            <a:effectLst/>
          </c:spPr>
          <c:marker>
            <c:symbol val="none"/>
          </c:marker>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C2A-4E17-9930-7D5EB8C5B0CF}"/>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Sheet1!$B$5:$O$5</c:f>
              <c:numCache>
                <c:formatCode>0.0%</c:formatCode>
                <c:ptCount val="14"/>
                <c:pt idx="0">
                  <c:v>0.34603174603174602</c:v>
                </c:pt>
                <c:pt idx="1">
                  <c:v>0.31668009669621272</c:v>
                </c:pt>
                <c:pt idx="2">
                  <c:v>0.30569369735106061</c:v>
                </c:pt>
                <c:pt idx="3">
                  <c:v>0.31861639273821035</c:v>
                </c:pt>
                <c:pt idx="4">
                  <c:v>0.32052182639237331</c:v>
                </c:pt>
                <c:pt idx="5">
                  <c:v>0.2975660279647851</c:v>
                </c:pt>
                <c:pt idx="6">
                  <c:v>0.36236569363887039</c:v>
                </c:pt>
                <c:pt idx="7">
                  <c:v>0.39134671603975835</c:v>
                </c:pt>
                <c:pt idx="8">
                  <c:v>0.34932698470836004</c:v>
                </c:pt>
                <c:pt idx="9">
                  <c:v>0.33172804532577904</c:v>
                </c:pt>
                <c:pt idx="10">
                  <c:v>0.29088659793814431</c:v>
                </c:pt>
                <c:pt idx="11">
                  <c:v>0.31821316374224196</c:v>
                </c:pt>
                <c:pt idx="12">
                  <c:v>0.28104778981835193</c:v>
                </c:pt>
                <c:pt idx="13">
                  <c:v>0.30141129032258063</c:v>
                </c:pt>
              </c:numCache>
            </c:numRef>
          </c:val>
          <c:smooth val="0"/>
          <c:extLst>
            <c:ext xmlns:c16="http://schemas.microsoft.com/office/drawing/2014/chart" uri="{C3380CC4-5D6E-409C-BE32-E72D297353CC}">
              <c16:uniqueId val="{00000005-DC2A-4E17-9930-7D5EB8C5B0CF}"/>
            </c:ext>
          </c:extLst>
        </c:ser>
        <c:ser>
          <c:idx val="4"/>
          <c:order val="4"/>
          <c:tx>
            <c:strRef>
              <c:f>Sheet1!$A$6</c:f>
              <c:strCache>
                <c:ptCount val="1"/>
                <c:pt idx="0">
                  <c:v>STELARA</c:v>
                </c:pt>
              </c:strCache>
            </c:strRef>
          </c:tx>
          <c:spPr>
            <a:ln w="28575" cap="rnd">
              <a:solidFill>
                <a:srgbClr val="FFC00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Sheet1!$B$6:$O$6</c:f>
              <c:numCache>
                <c:formatCode>0.0%</c:formatCode>
                <c:ptCount val="14"/>
                <c:pt idx="0">
                  <c:v>0.15347564313081555</c:v>
                </c:pt>
                <c:pt idx="1">
                  <c:v>0.14239668470127778</c:v>
                </c:pt>
                <c:pt idx="2">
                  <c:v>0.1644169288541561</c:v>
                </c:pt>
                <c:pt idx="3">
                  <c:v>0.1882049629390912</c:v>
                </c:pt>
                <c:pt idx="4">
                  <c:v>0.16588058203712996</c:v>
                </c:pt>
                <c:pt idx="5">
                  <c:v>0.16240290005178665</c:v>
                </c:pt>
                <c:pt idx="6">
                  <c:v>0.16173813825235334</c:v>
                </c:pt>
                <c:pt idx="7">
                  <c:v>0.19274995127655428</c:v>
                </c:pt>
                <c:pt idx="8">
                  <c:v>0.15190916582730518</c:v>
                </c:pt>
                <c:pt idx="9">
                  <c:v>0.1084985835694051</c:v>
                </c:pt>
                <c:pt idx="10">
                  <c:v>9.847422680412371E-2</c:v>
                </c:pt>
                <c:pt idx="11">
                  <c:v>6.3596659259826827E-2</c:v>
                </c:pt>
                <c:pt idx="12">
                  <c:v>4.7400015592110392E-2</c:v>
                </c:pt>
                <c:pt idx="13">
                  <c:v>3.082997311827957E-2</c:v>
                </c:pt>
              </c:numCache>
            </c:numRef>
          </c:val>
          <c:smooth val="0"/>
          <c:extLst>
            <c:ext xmlns:c16="http://schemas.microsoft.com/office/drawing/2014/chart" uri="{C3380CC4-5D6E-409C-BE32-E72D297353CC}">
              <c16:uniqueId val="{00000006-DC2A-4E17-9930-7D5EB8C5B0CF}"/>
            </c:ext>
          </c:extLst>
        </c:ser>
        <c:ser>
          <c:idx val="5"/>
          <c:order val="5"/>
          <c:tx>
            <c:strRef>
              <c:f>Sheet1!$A$7</c:f>
              <c:strCache>
                <c:ptCount val="1"/>
                <c:pt idx="0">
                  <c:v>RINVOQ</c:v>
                </c:pt>
              </c:strCache>
            </c:strRef>
          </c:tx>
          <c:spPr>
            <a:ln w="28575" cap="rnd">
              <a:solidFill>
                <a:srgbClr val="00B0F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Sheet1!$B$7:$O$7</c:f>
              <c:numCache>
                <c:formatCode>0.0%</c:formatCode>
                <c:ptCount val="14"/>
                <c:pt idx="0">
                  <c:v>1.6748768472906402E-2</c:v>
                </c:pt>
                <c:pt idx="1">
                  <c:v>2.4174053182917002E-2</c:v>
                </c:pt>
                <c:pt idx="2">
                  <c:v>5.0745965695727188E-2</c:v>
                </c:pt>
                <c:pt idx="3">
                  <c:v>4.8018047051240735E-2</c:v>
                </c:pt>
                <c:pt idx="4">
                  <c:v>4.8670346211741093E-2</c:v>
                </c:pt>
                <c:pt idx="5">
                  <c:v>5.5929570170895906E-2</c:v>
                </c:pt>
                <c:pt idx="6">
                  <c:v>6.2280117904345345E-2</c:v>
                </c:pt>
                <c:pt idx="7">
                  <c:v>5.6908984603391152E-2</c:v>
                </c:pt>
                <c:pt idx="8">
                  <c:v>5.4207490156579066E-2</c:v>
                </c:pt>
                <c:pt idx="9">
                  <c:v>6.3267233238904624E-2</c:v>
                </c:pt>
                <c:pt idx="10">
                  <c:v>7.142268041237114E-2</c:v>
                </c:pt>
                <c:pt idx="11">
                  <c:v>5.424871657344265E-2</c:v>
                </c:pt>
                <c:pt idx="12">
                  <c:v>5.129804319014579E-2</c:v>
                </c:pt>
                <c:pt idx="13">
                  <c:v>5.9643817204301078E-2</c:v>
                </c:pt>
              </c:numCache>
            </c:numRef>
          </c:val>
          <c:smooth val="0"/>
          <c:extLst>
            <c:ext xmlns:c16="http://schemas.microsoft.com/office/drawing/2014/chart" uri="{C3380CC4-5D6E-409C-BE32-E72D297353CC}">
              <c16:uniqueId val="{00000007-DC2A-4E17-9930-7D5EB8C5B0CF}"/>
            </c:ext>
          </c:extLst>
        </c:ser>
        <c:ser>
          <c:idx val="6"/>
          <c:order val="6"/>
          <c:tx>
            <c:strRef>
              <c:f>Sheet1!$A$8</c:f>
              <c:strCache>
                <c:ptCount val="1"/>
                <c:pt idx="0">
                  <c:v>SKYRIZI</c:v>
                </c:pt>
              </c:strCache>
            </c:strRef>
          </c:tx>
          <c:spPr>
            <a:ln w="28575" cap="rnd">
              <a:solidFill>
                <a:srgbClr val="FF0000"/>
              </a:solidFill>
              <a:round/>
            </a:ln>
            <a:effectLst/>
          </c:spPr>
          <c:marker>
            <c:symbol val="none"/>
          </c:marker>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C2A-4E17-9930-7D5EB8C5B0CF}"/>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Sheet1!$B$8:$O$8</c:f>
              <c:numCache>
                <c:formatCode>0.0%</c:formatCode>
                <c:ptCount val="14"/>
                <c:pt idx="1">
                  <c:v>3.5685507079544145E-3</c:v>
                </c:pt>
                <c:pt idx="2">
                  <c:v>3.0447579417436311E-4</c:v>
                </c:pt>
                <c:pt idx="3">
                  <c:v>1.074229240519927E-3</c:v>
                </c:pt>
                <c:pt idx="4">
                  <c:v>2.0070245860511792E-4</c:v>
                </c:pt>
                <c:pt idx="5">
                  <c:v>1.0357327809425167E-3</c:v>
                </c:pt>
                <c:pt idx="6">
                  <c:v>1.3311780926119616E-3</c:v>
                </c:pt>
                <c:pt idx="7">
                  <c:v>1.6565971545507699E-3</c:v>
                </c:pt>
                <c:pt idx="8">
                  <c:v>4.8805054482190274E-2</c:v>
                </c:pt>
                <c:pt idx="9">
                  <c:v>0.11180358829084042</c:v>
                </c:pt>
                <c:pt idx="10">
                  <c:v>0.15125773195876288</c:v>
                </c:pt>
                <c:pt idx="11">
                  <c:v>0.18121216764998851</c:v>
                </c:pt>
                <c:pt idx="12">
                  <c:v>0.21275434630077181</c:v>
                </c:pt>
                <c:pt idx="13">
                  <c:v>0.21513776881720431</c:v>
                </c:pt>
              </c:numCache>
            </c:numRef>
          </c:val>
          <c:smooth val="0"/>
          <c:extLst>
            <c:ext xmlns:c16="http://schemas.microsoft.com/office/drawing/2014/chart" uri="{C3380CC4-5D6E-409C-BE32-E72D297353CC}">
              <c16:uniqueId val="{00000009-DC2A-4E17-9930-7D5EB8C5B0CF}"/>
            </c:ext>
          </c:extLst>
        </c:ser>
        <c:ser>
          <c:idx val="7"/>
          <c:order val="7"/>
          <c:tx>
            <c:strRef>
              <c:f>Sheet1!$A$9</c:f>
              <c:strCache>
                <c:ptCount val="1"/>
                <c:pt idx="0">
                  <c:v>HUMIRA-BIOSIM</c:v>
                </c:pt>
              </c:strCache>
            </c:strRef>
          </c:tx>
          <c:spPr>
            <a:ln w="28575" cap="rnd">
              <a:solidFill>
                <a:srgbClr val="FFD129"/>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Sheet1!$B$9:$O$9</c:f>
              <c:numCache>
                <c:formatCode>General</c:formatCode>
                <c:ptCount val="14"/>
                <c:pt idx="2" formatCode="0.0%">
                  <c:v>2.0298386278290876E-4</c:v>
                </c:pt>
                <c:pt idx="3" formatCode="0.0%">
                  <c:v>7.5196046836394884E-4</c:v>
                </c:pt>
                <c:pt idx="4" formatCode="0.0%">
                  <c:v>3.6126442548921225E-3</c:v>
                </c:pt>
                <c:pt idx="5" formatCode="0.0%">
                  <c:v>4.2465044018643186E-3</c:v>
                </c:pt>
                <c:pt idx="6" formatCode="0.0%">
                  <c:v>7.2263953598935057E-3</c:v>
                </c:pt>
                <c:pt idx="7" formatCode="0.0%">
                  <c:v>3.4008965114012864E-2</c:v>
                </c:pt>
                <c:pt idx="8" formatCode="0.0%">
                  <c:v>2.7744712022708545E-2</c:v>
                </c:pt>
                <c:pt idx="9" formatCode="0.0%">
                  <c:v>2.9461756373937678E-2</c:v>
                </c:pt>
                <c:pt idx="10" formatCode="0.0%">
                  <c:v>2.4494845360824743E-2</c:v>
                </c:pt>
                <c:pt idx="11" formatCode="0.0%">
                  <c:v>2.2373764462493295E-2</c:v>
                </c:pt>
                <c:pt idx="12" formatCode="0.0%">
                  <c:v>2.5337179387230062E-2</c:v>
                </c:pt>
                <c:pt idx="13" formatCode="0.0%">
                  <c:v>2.385752688172043E-2</c:v>
                </c:pt>
              </c:numCache>
            </c:numRef>
          </c:val>
          <c:smooth val="0"/>
          <c:extLst>
            <c:ext xmlns:c16="http://schemas.microsoft.com/office/drawing/2014/chart" uri="{C3380CC4-5D6E-409C-BE32-E72D297353CC}">
              <c16:uniqueId val="{0000000A-DC2A-4E17-9930-7D5EB8C5B0CF}"/>
            </c:ext>
          </c:extLst>
        </c:ser>
        <c:ser>
          <c:idx val="8"/>
          <c:order val="8"/>
          <c:tx>
            <c:strRef>
              <c:f>Sheet1!$A$10</c:f>
              <c:strCache>
                <c:ptCount val="1"/>
                <c:pt idx="0">
                  <c:v>HUMIRA</c:v>
                </c:pt>
              </c:strCache>
            </c:strRef>
          </c:tx>
          <c:spPr>
            <a:ln w="28575" cap="rnd">
              <a:solidFill>
                <a:srgbClr val="D921D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Sheet1!$B$10:$O$10</c:f>
              <c:numCache>
                <c:formatCode>0.0%</c:formatCode>
                <c:ptCount val="14"/>
                <c:pt idx="0">
                  <c:v>0.17525998905309251</c:v>
                </c:pt>
                <c:pt idx="1">
                  <c:v>0.18556463681362956</c:v>
                </c:pt>
                <c:pt idx="2">
                  <c:v>0.17964071856287425</c:v>
                </c:pt>
                <c:pt idx="3">
                  <c:v>0.17595874959716404</c:v>
                </c:pt>
                <c:pt idx="4">
                  <c:v>0.17190165579528349</c:v>
                </c:pt>
                <c:pt idx="5">
                  <c:v>0.16561367167270843</c:v>
                </c:pt>
                <c:pt idx="6">
                  <c:v>0.16050204430921367</c:v>
                </c:pt>
                <c:pt idx="7">
                  <c:v>0.11284350029234068</c:v>
                </c:pt>
                <c:pt idx="8">
                  <c:v>0.10328724475780607</c:v>
                </c:pt>
                <c:pt idx="9">
                  <c:v>9.0745986779981108E-2</c:v>
                </c:pt>
                <c:pt idx="10">
                  <c:v>7.1010309278350517E-2</c:v>
                </c:pt>
                <c:pt idx="11">
                  <c:v>4.5360508773274077E-2</c:v>
                </c:pt>
                <c:pt idx="12">
                  <c:v>3.4302642862711466E-2</c:v>
                </c:pt>
                <c:pt idx="13">
                  <c:v>3.2342069892473117E-2</c:v>
                </c:pt>
              </c:numCache>
            </c:numRef>
          </c:val>
          <c:smooth val="0"/>
          <c:extLst>
            <c:ext xmlns:c16="http://schemas.microsoft.com/office/drawing/2014/chart" uri="{C3380CC4-5D6E-409C-BE32-E72D297353CC}">
              <c16:uniqueId val="{0000000B-DC2A-4E17-9930-7D5EB8C5B0CF}"/>
            </c:ext>
          </c:extLst>
        </c:ser>
        <c:ser>
          <c:idx val="9"/>
          <c:order val="9"/>
          <c:tx>
            <c:strRef>
              <c:f>Sheet1!$A$11</c:f>
              <c:strCache>
                <c:ptCount val="1"/>
                <c:pt idx="0">
                  <c:v>OMVOH</c:v>
                </c:pt>
              </c:strCache>
            </c:strRef>
          </c:tx>
          <c:spPr>
            <a:ln w="28575" cap="rnd">
              <a:solidFill>
                <a:srgbClr val="CC32AF"/>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Sheet1!$B$11:$O$11</c:f>
              <c:numCache>
                <c:formatCode>General</c:formatCode>
                <c:ptCount val="14"/>
                <c:pt idx="5" formatCode="0.0%">
                  <c:v>1.0357327809425168E-4</c:v>
                </c:pt>
                <c:pt idx="6" formatCode="0.0%">
                  <c:v>6.180469715698393E-3</c:v>
                </c:pt>
                <c:pt idx="7" formatCode="0.0%">
                  <c:v>9.3549015786396419E-3</c:v>
                </c:pt>
                <c:pt idx="8" formatCode="0.0%">
                  <c:v>1.5200073253365077E-2</c:v>
                </c:pt>
                <c:pt idx="9" formatCode="0.0%">
                  <c:v>5.476864966949953E-3</c:v>
                </c:pt>
                <c:pt idx="10" formatCode="0.0%">
                  <c:v>3.2164948453608246E-3</c:v>
                </c:pt>
                <c:pt idx="11" formatCode="0.0%">
                  <c:v>1.3102444257145046E-2</c:v>
                </c:pt>
                <c:pt idx="12" formatCode="0.0%">
                  <c:v>1.5280268184298744E-2</c:v>
                </c:pt>
                <c:pt idx="13" formatCode="0.0%">
                  <c:v>2.4949596774193547E-2</c:v>
                </c:pt>
              </c:numCache>
            </c:numRef>
          </c:val>
          <c:smooth val="0"/>
          <c:extLst>
            <c:ext xmlns:c16="http://schemas.microsoft.com/office/drawing/2014/chart" uri="{C3380CC4-5D6E-409C-BE32-E72D297353CC}">
              <c16:uniqueId val="{0000000C-DC2A-4E17-9930-7D5EB8C5B0CF}"/>
            </c:ext>
          </c:extLst>
        </c:ser>
        <c:ser>
          <c:idx val="10"/>
          <c:order val="10"/>
          <c:tx>
            <c:strRef>
              <c:f>Sheet1!$A$12</c:f>
              <c:strCache>
                <c:ptCount val="1"/>
                <c:pt idx="0">
                  <c:v>VELSIPITY</c:v>
                </c:pt>
              </c:strCache>
            </c:strRef>
          </c:tx>
          <c:spPr>
            <a:ln w="28575" cap="rnd">
              <a:solidFill>
                <a:srgbClr val="B1156E"/>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Sheet1!$B$12:$O$12</c:f>
              <c:numCache>
                <c:formatCode>General</c:formatCode>
                <c:ptCount val="14"/>
                <c:pt idx="5" formatCode="0.0%">
                  <c:v>4.1429311237700672E-4</c:v>
                </c:pt>
                <c:pt idx="6" formatCode="0.0%">
                  <c:v>2.8525244841684891E-3</c:v>
                </c:pt>
                <c:pt idx="7" formatCode="0.0%">
                  <c:v>4.482557006431495E-3</c:v>
                </c:pt>
                <c:pt idx="8" formatCode="0.0%">
                  <c:v>1.1812105118578884E-2</c:v>
                </c:pt>
                <c:pt idx="9" formatCode="0.0%">
                  <c:v>1.2842304060434372E-2</c:v>
                </c:pt>
                <c:pt idx="10" formatCode="0.0%">
                  <c:v>2.3587628865979381E-2</c:v>
                </c:pt>
                <c:pt idx="11" formatCode="0.0%">
                  <c:v>2.6358133476361966E-2</c:v>
                </c:pt>
                <c:pt idx="12" formatCode="0.0%">
                  <c:v>2.2920402276448117E-2</c:v>
                </c:pt>
                <c:pt idx="13" formatCode="0.0%">
                  <c:v>2.5117607526881719E-2</c:v>
                </c:pt>
              </c:numCache>
            </c:numRef>
          </c:val>
          <c:smooth val="0"/>
          <c:extLst>
            <c:ext xmlns:c16="http://schemas.microsoft.com/office/drawing/2014/chart" uri="{C3380CC4-5D6E-409C-BE32-E72D297353CC}">
              <c16:uniqueId val="{0000000D-DC2A-4E17-9930-7D5EB8C5B0CF}"/>
            </c:ext>
          </c:extLst>
        </c:ser>
        <c:ser>
          <c:idx val="11"/>
          <c:order val="11"/>
          <c:tx>
            <c:strRef>
              <c:f>Sheet1!$A$13</c:f>
              <c:strCache>
                <c:ptCount val="1"/>
                <c:pt idx="0">
                  <c:v>ZYMFENTRA</c:v>
                </c:pt>
              </c:strCache>
            </c:strRef>
          </c:tx>
          <c:spPr>
            <a:ln w="28575" cap="rnd">
              <a:solidFill>
                <a:srgbClr val="FFC80A"/>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Sheet1!$B$13:$O$13</c:f>
              <c:numCache>
                <c:formatCode>General</c:formatCode>
                <c:ptCount val="14"/>
                <c:pt idx="7" formatCode="0.0%">
                  <c:v>7.7957513155330342E-4</c:v>
                </c:pt>
                <c:pt idx="8" formatCode="0.0%">
                  <c:v>3.0217013094039008E-3</c:v>
                </c:pt>
                <c:pt idx="9" formatCode="0.0%">
                  <c:v>2.1718602455146362E-3</c:v>
                </c:pt>
                <c:pt idx="10" formatCode="0.0%">
                  <c:v>2.3917525773195876E-3</c:v>
                </c:pt>
                <c:pt idx="11" formatCode="0.0%">
                  <c:v>4.4441039000842845E-3</c:v>
                </c:pt>
                <c:pt idx="12" formatCode="0.0%">
                  <c:v>3.3523037343104389E-3</c:v>
                </c:pt>
                <c:pt idx="13" formatCode="0.0%">
                  <c:v>3.864247311827957E-3</c:v>
                </c:pt>
              </c:numCache>
            </c:numRef>
          </c:val>
          <c:smooth val="0"/>
          <c:extLst>
            <c:ext xmlns:c16="http://schemas.microsoft.com/office/drawing/2014/chart" uri="{C3380CC4-5D6E-409C-BE32-E72D297353CC}">
              <c16:uniqueId val="{0000000E-DC2A-4E17-9930-7D5EB8C5B0CF}"/>
            </c:ext>
          </c:extLst>
        </c:ser>
        <c:ser>
          <c:idx val="12"/>
          <c:order val="12"/>
          <c:tx>
            <c:strRef>
              <c:f>Sheet1!$A$14</c:f>
              <c:strCache>
                <c:ptCount val="1"/>
                <c:pt idx="0">
                  <c:v>TREMFYA</c:v>
                </c:pt>
              </c:strCache>
            </c:strRef>
          </c:tx>
          <c:spPr>
            <a:ln w="28575" cap="rnd">
              <a:solidFill>
                <a:srgbClr val="00B050"/>
              </a:solidFill>
              <a:round/>
            </a:ln>
            <a:effectLst/>
          </c:spPr>
          <c:marker>
            <c:symbol val="none"/>
          </c:marker>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DC2A-4E17-9930-7D5EB8C5B0CF}"/>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Sheet1!$B$14:$O$14</c:f>
              <c:numCache>
                <c:formatCode>0.0%</c:formatCode>
                <c:ptCount val="14"/>
                <c:pt idx="0">
                  <c:v>1.0946907498631637E-4</c:v>
                </c:pt>
                <c:pt idx="1">
                  <c:v>1.1511453896627144E-4</c:v>
                </c:pt>
                <c:pt idx="2">
                  <c:v>2.0298386278290876E-4</c:v>
                </c:pt>
                <c:pt idx="3">
                  <c:v>2.1484584810398539E-4</c:v>
                </c:pt>
                <c:pt idx="4">
                  <c:v>2.0070245860511792E-4</c:v>
                </c:pt>
                <c:pt idx="5">
                  <c:v>2.0714655618850336E-4</c:v>
                </c:pt>
                <c:pt idx="6">
                  <c:v>1.9016829894456593E-4</c:v>
                </c:pt>
                <c:pt idx="7">
                  <c:v>3.8978756577665171E-4</c:v>
                </c:pt>
                <c:pt idx="9">
                  <c:v>3.5788479697828141E-2</c:v>
                </c:pt>
                <c:pt idx="10">
                  <c:v>5.0886597938144332E-2</c:v>
                </c:pt>
                <c:pt idx="11">
                  <c:v>8.3824994253313925E-2</c:v>
                </c:pt>
                <c:pt idx="12">
                  <c:v>0.10735168004989476</c:v>
                </c:pt>
                <c:pt idx="13">
                  <c:v>0.11113911290322581</c:v>
                </c:pt>
              </c:numCache>
            </c:numRef>
          </c:val>
          <c:smooth val="0"/>
          <c:extLst>
            <c:ext xmlns:c16="http://schemas.microsoft.com/office/drawing/2014/chart" uri="{C3380CC4-5D6E-409C-BE32-E72D297353CC}">
              <c16:uniqueId val="{00000010-DC2A-4E17-9930-7D5EB8C5B0CF}"/>
            </c:ext>
          </c:extLst>
        </c:ser>
        <c:ser>
          <c:idx val="13"/>
          <c:order val="13"/>
          <c:tx>
            <c:strRef>
              <c:f>Sheet1!$A$15</c:f>
              <c:strCache>
                <c:ptCount val="1"/>
                <c:pt idx="0">
                  <c:v>STELARA-BIOSIM</c:v>
                </c:pt>
              </c:strCache>
            </c:strRef>
          </c:tx>
          <c:spPr>
            <a:ln w="28575" cap="rnd">
              <a:solidFill>
                <a:srgbClr val="34373F"/>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Sheet1!$B$15:$O$15</c:f>
              <c:numCache>
                <c:formatCode>General</c:formatCode>
                <c:ptCount val="14"/>
                <c:pt idx="10" formatCode="0.0%">
                  <c:v>8.247422680412371E-5</c:v>
                </c:pt>
                <c:pt idx="11" formatCode="0.0%">
                  <c:v>2.2986744310780783E-3</c:v>
                </c:pt>
                <c:pt idx="12" formatCode="0.0%">
                  <c:v>6.3927652607780466E-3</c:v>
                </c:pt>
                <c:pt idx="13" formatCode="0.0%">
                  <c:v>8.0645161290322578E-3</c:v>
                </c:pt>
              </c:numCache>
            </c:numRef>
          </c:val>
          <c:smooth val="0"/>
          <c:extLst>
            <c:ext xmlns:c16="http://schemas.microsoft.com/office/drawing/2014/chart" uri="{C3380CC4-5D6E-409C-BE32-E72D297353CC}">
              <c16:uniqueId val="{00000011-DC2A-4E17-9930-7D5EB8C5B0CF}"/>
            </c:ext>
          </c:extLst>
        </c:ser>
        <c:dLbls>
          <c:showLegendKey val="0"/>
          <c:showVal val="0"/>
          <c:showCatName val="0"/>
          <c:showSerName val="0"/>
          <c:showPercent val="0"/>
          <c:showBubbleSize val="0"/>
        </c:dLbls>
        <c:smooth val="0"/>
        <c:axId val="1250894864"/>
        <c:axId val="1250895944"/>
      </c:lineChart>
      <c:catAx>
        <c:axId val="1250894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5944"/>
        <c:crosses val="autoZero"/>
        <c:auto val="1"/>
        <c:lblAlgn val="ctr"/>
        <c:lblOffset val="100"/>
        <c:noMultiLvlLbl val="0"/>
      </c:catAx>
      <c:valAx>
        <c:axId val="1250895944"/>
        <c:scaling>
          <c:orientation val="minMax"/>
          <c:max val="0.45"/>
          <c:min val="0"/>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4864"/>
        <c:crosses val="autoZero"/>
        <c:crossBetween val="between"/>
      </c:valAx>
      <c:spPr>
        <a:solidFill>
          <a:schemeClr val="accent5"/>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prstDash val="dash"/>
    </a:ln>
    <a:effectLst/>
  </c:spPr>
  <c:txPr>
    <a:bodyPr/>
    <a:lstStyle/>
    <a:p>
      <a:pPr>
        <a:defRPr sz="900">
          <a:solidFill>
            <a:schemeClr val="tx1"/>
          </a:solidFill>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87468797232315E-2"/>
          <c:y val="3.8672467952662749E-2"/>
          <c:w val="0.8790008763178665"/>
          <c:h val="0.58273984359147502"/>
        </c:manualLayout>
      </c:layout>
      <c:lineChart>
        <c:grouping val="standard"/>
        <c:varyColors val="0"/>
        <c:ser>
          <c:idx val="0"/>
          <c:order val="0"/>
          <c:tx>
            <c:strRef>
              <c:f>Sheet1!$A$2</c:f>
              <c:strCache>
                <c:ptCount val="1"/>
                <c:pt idx="0">
                  <c:v>*OTHER</c:v>
                </c:pt>
              </c:strCache>
            </c:strRef>
          </c:tx>
          <c:spPr>
            <a:ln w="28575" cap="rnd">
              <a:solidFill>
                <a:schemeClr val="accent6">
                  <a:lumMod val="85000"/>
                </a:schemeClr>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Sheet1!$B$2:$O$2</c:f>
              <c:numCache>
                <c:formatCode>0.0%</c:formatCode>
                <c:ptCount val="14"/>
                <c:pt idx="0">
                  <c:v>4.4000000000000003E-3</c:v>
                </c:pt>
                <c:pt idx="1">
                  <c:v>3.9751373229257011E-3</c:v>
                </c:pt>
                <c:pt idx="2">
                  <c:v>5.2594670406732116E-3</c:v>
                </c:pt>
                <c:pt idx="3">
                  <c:v>2.5639092074504185E-3</c:v>
                </c:pt>
                <c:pt idx="4">
                  <c:v>2.0706890396287041E-3</c:v>
                </c:pt>
                <c:pt idx="5">
                  <c:v>3.9053864858890281E-3</c:v>
                </c:pt>
                <c:pt idx="6">
                  <c:v>2.3035230352303525E-3</c:v>
                </c:pt>
                <c:pt idx="7">
                  <c:v>3.2246757798808272E-3</c:v>
                </c:pt>
                <c:pt idx="8">
                  <c:v>1.0621724968134826E-3</c:v>
                </c:pt>
                <c:pt idx="9">
                  <c:v>1.2679943313194601E-3</c:v>
                </c:pt>
                <c:pt idx="10">
                  <c:v>2.4419259908584311E-3</c:v>
                </c:pt>
                <c:pt idx="11">
                  <c:v>2.0741335474374414E-3</c:v>
                </c:pt>
                <c:pt idx="12">
                  <c:v>1.8782608695652174E-3</c:v>
                </c:pt>
                <c:pt idx="13">
                  <c:v>1.9464088756244728E-3</c:v>
                </c:pt>
              </c:numCache>
            </c:numRef>
          </c:val>
          <c:smooth val="0"/>
          <c:extLst>
            <c:ext xmlns:c16="http://schemas.microsoft.com/office/drawing/2014/chart" uri="{C3380CC4-5D6E-409C-BE32-E72D297353CC}">
              <c16:uniqueId val="{00000000-CBCA-4CE2-AC3C-7C856803100D}"/>
            </c:ext>
          </c:extLst>
        </c:ser>
        <c:ser>
          <c:idx val="1"/>
          <c:order val="1"/>
          <c:tx>
            <c:strRef>
              <c:f>Sheet1!$A$3</c:f>
              <c:strCache>
                <c:ptCount val="1"/>
                <c:pt idx="0">
                  <c:v>INFL-BIOSIM</c:v>
                </c:pt>
              </c:strCache>
            </c:strRef>
          </c:tx>
          <c:spPr>
            <a:ln w="28575" cap="rnd">
              <a:solidFill>
                <a:srgbClr val="0070C0"/>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Sheet1!$B$3:$O$3</c:f>
              <c:numCache>
                <c:formatCode>0.0%</c:formatCode>
                <c:ptCount val="14"/>
                <c:pt idx="0">
                  <c:v>0.19919999999999999</c:v>
                </c:pt>
                <c:pt idx="1">
                  <c:v>0.18437409655969933</c:v>
                </c:pt>
                <c:pt idx="2">
                  <c:v>0.15897615708274895</c:v>
                </c:pt>
                <c:pt idx="3">
                  <c:v>0.13452982429681021</c:v>
                </c:pt>
                <c:pt idx="4">
                  <c:v>0.11702963227418779</c:v>
                </c:pt>
                <c:pt idx="5">
                  <c:v>0.12062486183774225</c:v>
                </c:pt>
                <c:pt idx="6">
                  <c:v>0.14701897018970189</c:v>
                </c:pt>
                <c:pt idx="7">
                  <c:v>0.14868559411146162</c:v>
                </c:pt>
                <c:pt idx="8">
                  <c:v>0.13992352358022944</c:v>
                </c:pt>
                <c:pt idx="9">
                  <c:v>0.11300067129111659</c:v>
                </c:pt>
                <c:pt idx="10">
                  <c:v>0.11358086531838958</c:v>
                </c:pt>
                <c:pt idx="11">
                  <c:v>0.13903385521209688</c:v>
                </c:pt>
                <c:pt idx="12">
                  <c:v>0.10900869565217391</c:v>
                </c:pt>
                <c:pt idx="13">
                  <c:v>0.13404269123467202</c:v>
                </c:pt>
              </c:numCache>
            </c:numRef>
          </c:val>
          <c:smooth val="0"/>
          <c:extLst>
            <c:ext xmlns:c16="http://schemas.microsoft.com/office/drawing/2014/chart" uri="{C3380CC4-5D6E-409C-BE32-E72D297353CC}">
              <c16:uniqueId val="{00000001-CBCA-4CE2-AC3C-7C856803100D}"/>
            </c:ext>
          </c:extLst>
        </c:ser>
        <c:ser>
          <c:idx val="2"/>
          <c:order val="2"/>
          <c:tx>
            <c:strRef>
              <c:f>Sheet1!$A$4</c:f>
              <c:strCache>
                <c:ptCount val="1"/>
                <c:pt idx="0">
                  <c:v>REMICADE</c:v>
                </c:pt>
              </c:strCache>
            </c:strRef>
          </c:tx>
          <c:spPr>
            <a:ln w="28575" cap="rnd">
              <a:solidFill>
                <a:srgbClr val="9F1897"/>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Sheet1!$B$4:$O$4</c:f>
              <c:numCache>
                <c:formatCode>0.0%</c:formatCode>
                <c:ptCount val="14"/>
                <c:pt idx="0">
                  <c:v>0.15143999999999999</c:v>
                </c:pt>
                <c:pt idx="1">
                  <c:v>0.10385949696444059</c:v>
                </c:pt>
                <c:pt idx="2">
                  <c:v>0.13113604488078542</c:v>
                </c:pt>
                <c:pt idx="3">
                  <c:v>0.12057914184450645</c:v>
                </c:pt>
                <c:pt idx="4">
                  <c:v>0.12895394501963584</c:v>
                </c:pt>
                <c:pt idx="5">
                  <c:v>0.13823594429297767</c:v>
                </c:pt>
                <c:pt idx="6">
                  <c:v>0.1078590785907859</c:v>
                </c:pt>
                <c:pt idx="7">
                  <c:v>0.107956536978619</c:v>
                </c:pt>
                <c:pt idx="8">
                  <c:v>0.11081999716754001</c:v>
                </c:pt>
                <c:pt idx="9">
                  <c:v>9.7113448198702171E-2</c:v>
                </c:pt>
                <c:pt idx="10">
                  <c:v>9.0726942583432474E-2</c:v>
                </c:pt>
                <c:pt idx="11">
                  <c:v>0.10584771845309782</c:v>
                </c:pt>
                <c:pt idx="12">
                  <c:v>8.8695652173913037E-2</c:v>
                </c:pt>
                <c:pt idx="13">
                  <c:v>8.570687082333095E-2</c:v>
                </c:pt>
              </c:numCache>
            </c:numRef>
          </c:val>
          <c:smooth val="0"/>
          <c:extLst>
            <c:ext xmlns:c16="http://schemas.microsoft.com/office/drawing/2014/chart" uri="{C3380CC4-5D6E-409C-BE32-E72D297353CC}">
              <c16:uniqueId val="{00000002-CBCA-4CE2-AC3C-7C856803100D}"/>
            </c:ext>
          </c:extLst>
        </c:ser>
        <c:ser>
          <c:idx val="3"/>
          <c:order val="3"/>
          <c:tx>
            <c:strRef>
              <c:f>Sheet1!$A$5</c:f>
              <c:strCache>
                <c:ptCount val="1"/>
                <c:pt idx="0">
                  <c:v>ENTYVIO</c:v>
                </c:pt>
              </c:strCache>
            </c:strRef>
          </c:tx>
          <c:spPr>
            <a:ln w="28575" cap="rnd">
              <a:solidFill>
                <a:srgbClr val="0070C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Sheet1!$B$5:$O$5</c:f>
              <c:numCache>
                <c:formatCode>0.0%</c:formatCode>
                <c:ptCount val="14"/>
                <c:pt idx="0">
                  <c:v>0.16688</c:v>
                </c:pt>
                <c:pt idx="1">
                  <c:v>0.1183868169991327</c:v>
                </c:pt>
                <c:pt idx="2">
                  <c:v>0.11388499298737728</c:v>
                </c:pt>
                <c:pt idx="3">
                  <c:v>0.12321846014629365</c:v>
                </c:pt>
                <c:pt idx="4">
                  <c:v>0.13373795073188147</c:v>
                </c:pt>
                <c:pt idx="5">
                  <c:v>0.11281408886596418</c:v>
                </c:pt>
                <c:pt idx="6">
                  <c:v>0.12784552845528455</c:v>
                </c:pt>
                <c:pt idx="7">
                  <c:v>0.14868559411146162</c:v>
                </c:pt>
                <c:pt idx="8">
                  <c:v>0.15097011754708964</c:v>
                </c:pt>
                <c:pt idx="9">
                  <c:v>0.15133885283806967</c:v>
                </c:pt>
                <c:pt idx="10">
                  <c:v>0.13349195416692755</c:v>
                </c:pt>
                <c:pt idx="11">
                  <c:v>0.11521477318346046</c:v>
                </c:pt>
                <c:pt idx="12">
                  <c:v>0.11339130434782609</c:v>
                </c:pt>
                <c:pt idx="13">
                  <c:v>0.11834165963796794</c:v>
                </c:pt>
              </c:numCache>
            </c:numRef>
          </c:val>
          <c:smooth val="0"/>
          <c:extLst>
            <c:ext xmlns:c16="http://schemas.microsoft.com/office/drawing/2014/chart" uri="{C3380CC4-5D6E-409C-BE32-E72D297353CC}">
              <c16:uniqueId val="{00000003-CBCA-4CE2-AC3C-7C856803100D}"/>
            </c:ext>
          </c:extLst>
        </c:ser>
        <c:ser>
          <c:idx val="4"/>
          <c:order val="4"/>
          <c:tx>
            <c:strRef>
              <c:f>Sheet1!$A$6</c:f>
              <c:strCache>
                <c:ptCount val="1"/>
                <c:pt idx="0">
                  <c:v>STELARA</c:v>
                </c:pt>
              </c:strCache>
            </c:strRef>
          </c:tx>
          <c:spPr>
            <a:ln w="28575" cap="rnd">
              <a:solidFill>
                <a:srgbClr val="FFC00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Sheet1!$B$6:$O$6</c:f>
              <c:numCache>
                <c:formatCode>0.0%</c:formatCode>
                <c:ptCount val="14"/>
                <c:pt idx="0">
                  <c:v>0.26040000000000002</c:v>
                </c:pt>
                <c:pt idx="1">
                  <c:v>0.22398091934084996</c:v>
                </c:pt>
                <c:pt idx="2">
                  <c:v>0.26016830294530152</c:v>
                </c:pt>
                <c:pt idx="3">
                  <c:v>0.23097805595354801</c:v>
                </c:pt>
                <c:pt idx="4">
                  <c:v>0.23363084612638343</c:v>
                </c:pt>
                <c:pt idx="5">
                  <c:v>0.21332252597450446</c:v>
                </c:pt>
                <c:pt idx="6">
                  <c:v>0.19092140921409215</c:v>
                </c:pt>
                <c:pt idx="7">
                  <c:v>0.1670522257273046</c:v>
                </c:pt>
                <c:pt idx="8">
                  <c:v>0.14126894207619317</c:v>
                </c:pt>
                <c:pt idx="9">
                  <c:v>0.13776385470276722</c:v>
                </c:pt>
                <c:pt idx="10">
                  <c:v>0.13004821238494771</c:v>
                </c:pt>
                <c:pt idx="11">
                  <c:v>9.6547571256523482E-2</c:v>
                </c:pt>
                <c:pt idx="12">
                  <c:v>5.7460869565217391E-2</c:v>
                </c:pt>
                <c:pt idx="13">
                  <c:v>5.0282229286965546E-2</c:v>
                </c:pt>
              </c:numCache>
            </c:numRef>
          </c:val>
          <c:smooth val="0"/>
          <c:extLst>
            <c:ext xmlns:c16="http://schemas.microsoft.com/office/drawing/2014/chart" uri="{C3380CC4-5D6E-409C-BE32-E72D297353CC}">
              <c16:uniqueId val="{00000004-CBCA-4CE2-AC3C-7C856803100D}"/>
            </c:ext>
          </c:extLst>
        </c:ser>
        <c:ser>
          <c:idx val="5"/>
          <c:order val="5"/>
          <c:tx>
            <c:strRef>
              <c:f>Sheet1!$A$7</c:f>
              <c:strCache>
                <c:ptCount val="1"/>
                <c:pt idx="0">
                  <c:v>RINVOQ</c:v>
                </c:pt>
              </c:strCache>
            </c:strRef>
          </c:tx>
          <c:spPr>
            <a:ln w="28575" cap="rnd">
              <a:solidFill>
                <a:srgbClr val="00B0F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Sheet1!$B$7:$O$7</c:f>
              <c:numCache>
                <c:formatCode>0.0%</c:formatCode>
                <c:ptCount val="14"/>
                <c:pt idx="0">
                  <c:v>8.0000000000000004E-4</c:v>
                </c:pt>
                <c:pt idx="1">
                  <c:v>1.5900549291702805E-3</c:v>
                </c:pt>
                <c:pt idx="2">
                  <c:v>2.4544179523141654E-3</c:v>
                </c:pt>
                <c:pt idx="3">
                  <c:v>5.5802729809214992E-3</c:v>
                </c:pt>
                <c:pt idx="4">
                  <c:v>2.1278114958943235E-2</c:v>
                </c:pt>
                <c:pt idx="5">
                  <c:v>2.6527153489057549E-2</c:v>
                </c:pt>
                <c:pt idx="6">
                  <c:v>3.1233062330623305E-2</c:v>
                </c:pt>
                <c:pt idx="7">
                  <c:v>3.0914826498422712E-2</c:v>
                </c:pt>
                <c:pt idx="8">
                  <c:v>3.2856535901430395E-2</c:v>
                </c:pt>
                <c:pt idx="9">
                  <c:v>3.6175132393525773E-2</c:v>
                </c:pt>
                <c:pt idx="10">
                  <c:v>4.3015465531275436E-2</c:v>
                </c:pt>
                <c:pt idx="11">
                  <c:v>4.2954636692091527E-2</c:v>
                </c:pt>
                <c:pt idx="12">
                  <c:v>4.4313043478260872E-2</c:v>
                </c:pt>
                <c:pt idx="13">
                  <c:v>4.3080516447155E-2</c:v>
                </c:pt>
              </c:numCache>
            </c:numRef>
          </c:val>
          <c:smooth val="0"/>
          <c:extLst>
            <c:ext xmlns:c16="http://schemas.microsoft.com/office/drawing/2014/chart" uri="{C3380CC4-5D6E-409C-BE32-E72D297353CC}">
              <c16:uniqueId val="{00000005-CBCA-4CE2-AC3C-7C856803100D}"/>
            </c:ext>
          </c:extLst>
        </c:ser>
        <c:ser>
          <c:idx val="6"/>
          <c:order val="6"/>
          <c:tx>
            <c:strRef>
              <c:f>Sheet1!$A$8</c:f>
              <c:strCache>
                <c:ptCount val="1"/>
                <c:pt idx="0">
                  <c:v>SKYRIZI</c:v>
                </c:pt>
              </c:strCache>
            </c:strRef>
          </c:tx>
          <c:spPr>
            <a:ln w="28575" cap="rnd">
              <a:solidFill>
                <a:srgbClr val="FF0000"/>
              </a:solidFill>
              <a:round/>
            </a:ln>
            <a:effectLst/>
          </c:spPr>
          <c:marker>
            <c:symbol val="none"/>
          </c:marker>
          <c:dLbls>
            <c:dLbl>
              <c:idx val="13"/>
              <c:layout>
                <c:manualLayout>
                  <c:x val="0"/>
                  <c:y val="-9.857307436002346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CBCA-4CE2-AC3C-7C856803100D}"/>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Sheet1!$B$8:$O$8</c:f>
              <c:numCache>
                <c:formatCode>0.0%</c:formatCode>
                <c:ptCount val="14"/>
                <c:pt idx="0">
                  <c:v>9.8399999999999998E-3</c:v>
                </c:pt>
                <c:pt idx="1">
                  <c:v>0.18206128938999711</c:v>
                </c:pt>
                <c:pt idx="2">
                  <c:v>0.11486676016830294</c:v>
                </c:pt>
                <c:pt idx="3">
                  <c:v>0.18316869014403137</c:v>
                </c:pt>
                <c:pt idx="4">
                  <c:v>0.17415208853980721</c:v>
                </c:pt>
                <c:pt idx="5">
                  <c:v>0.18775329747255176</c:v>
                </c:pt>
                <c:pt idx="6">
                  <c:v>0.19193766937669376</c:v>
                </c:pt>
                <c:pt idx="7">
                  <c:v>0.23427970557308098</c:v>
                </c:pt>
                <c:pt idx="8">
                  <c:v>0.26625123920124627</c:v>
                </c:pt>
                <c:pt idx="9">
                  <c:v>0.31200119340642946</c:v>
                </c:pt>
                <c:pt idx="10">
                  <c:v>0.35332790683113141</c:v>
                </c:pt>
                <c:pt idx="11">
                  <c:v>0.35768767563227621</c:v>
                </c:pt>
                <c:pt idx="12">
                  <c:v>0.36431304347826088</c:v>
                </c:pt>
                <c:pt idx="13">
                  <c:v>0.33562577045351327</c:v>
                </c:pt>
              </c:numCache>
            </c:numRef>
          </c:val>
          <c:smooth val="0"/>
          <c:extLst>
            <c:ext xmlns:c16="http://schemas.microsoft.com/office/drawing/2014/chart" uri="{C3380CC4-5D6E-409C-BE32-E72D297353CC}">
              <c16:uniqueId val="{00000007-CBCA-4CE2-AC3C-7C856803100D}"/>
            </c:ext>
          </c:extLst>
        </c:ser>
        <c:ser>
          <c:idx val="7"/>
          <c:order val="7"/>
          <c:tx>
            <c:strRef>
              <c:f>Sheet1!$A$9</c:f>
              <c:strCache>
                <c:ptCount val="1"/>
                <c:pt idx="0">
                  <c:v>HUMIRA-BIOSIM</c:v>
                </c:pt>
              </c:strCache>
            </c:strRef>
          </c:tx>
          <c:spPr>
            <a:ln w="28575" cap="rnd">
              <a:solidFill>
                <a:srgbClr val="D921D0"/>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Sheet1!$B$9:$O$9</c:f>
              <c:numCache>
                <c:formatCode>General</c:formatCode>
                <c:ptCount val="14"/>
                <c:pt idx="2" formatCode="0.0%">
                  <c:v>2.1037868162692848E-4</c:v>
                </c:pt>
                <c:pt idx="3" formatCode="0.0%">
                  <c:v>1.3573636980619864E-3</c:v>
                </c:pt>
                <c:pt idx="4" formatCode="0.0%">
                  <c:v>2.6419136022848982E-3</c:v>
                </c:pt>
                <c:pt idx="5" formatCode="0.0%">
                  <c:v>7.2212806720212217E-3</c:v>
                </c:pt>
                <c:pt idx="6" formatCode="0.0%">
                  <c:v>9.2818428184281848E-3</c:v>
                </c:pt>
                <c:pt idx="7" formatCode="0.0%">
                  <c:v>3.9186820890290922E-2</c:v>
                </c:pt>
                <c:pt idx="8" formatCode="0.0%">
                  <c:v>3.4272765897181701E-2</c:v>
                </c:pt>
                <c:pt idx="9" formatCode="0.0%">
                  <c:v>4.0128291191168793E-2</c:v>
                </c:pt>
                <c:pt idx="10" formatCode="0.0%">
                  <c:v>3.5814914532590322E-2</c:v>
                </c:pt>
                <c:pt idx="11" formatCode="0.0%">
                  <c:v>3.4055934698247026E-2</c:v>
                </c:pt>
                <c:pt idx="12" formatCode="0.0%">
                  <c:v>3.8052173913043476E-2</c:v>
                </c:pt>
                <c:pt idx="13" formatCode="0.0%">
                  <c:v>3.6592486861740089E-2</c:v>
                </c:pt>
              </c:numCache>
            </c:numRef>
          </c:val>
          <c:smooth val="0"/>
          <c:extLst>
            <c:ext xmlns:c16="http://schemas.microsoft.com/office/drawing/2014/chart" uri="{C3380CC4-5D6E-409C-BE32-E72D297353CC}">
              <c16:uniqueId val="{00000008-CBCA-4CE2-AC3C-7C856803100D}"/>
            </c:ext>
          </c:extLst>
        </c:ser>
        <c:ser>
          <c:idx val="8"/>
          <c:order val="8"/>
          <c:tx>
            <c:strRef>
              <c:f>Sheet1!$A$10</c:f>
              <c:strCache>
                <c:ptCount val="1"/>
                <c:pt idx="0">
                  <c:v>HUMIRA</c:v>
                </c:pt>
              </c:strCache>
            </c:strRef>
          </c:tx>
          <c:spPr>
            <a:ln w="28575" cap="rnd">
              <a:solidFill>
                <a:srgbClr val="D921D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Sheet1!$B$10:$O$10</c:f>
              <c:numCache>
                <c:formatCode>0.0%</c:formatCode>
                <c:ptCount val="14"/>
                <c:pt idx="0">
                  <c:v>0.20688000000000001</c:v>
                </c:pt>
                <c:pt idx="1">
                  <c:v>0.18155536282162474</c:v>
                </c:pt>
                <c:pt idx="2">
                  <c:v>0.21276297335203367</c:v>
                </c:pt>
                <c:pt idx="3">
                  <c:v>0.19681773621898802</c:v>
                </c:pt>
                <c:pt idx="4">
                  <c:v>0.1864334166369154</c:v>
                </c:pt>
                <c:pt idx="5">
                  <c:v>0.18944808783435266</c:v>
                </c:pt>
                <c:pt idx="6">
                  <c:v>0.19132791327913279</c:v>
                </c:pt>
                <c:pt idx="7">
                  <c:v>0.11889239397125832</c:v>
                </c:pt>
                <c:pt idx="8">
                  <c:v>0.11853845064438465</c:v>
                </c:pt>
                <c:pt idx="9">
                  <c:v>0.10680987543820393</c:v>
                </c:pt>
                <c:pt idx="10">
                  <c:v>9.3294095548181077E-2</c:v>
                </c:pt>
                <c:pt idx="11">
                  <c:v>6.0685133145992241E-2</c:v>
                </c:pt>
                <c:pt idx="12">
                  <c:v>4.9808695652173912E-2</c:v>
                </c:pt>
                <c:pt idx="13">
                  <c:v>4.29507558554467E-2</c:v>
                </c:pt>
              </c:numCache>
            </c:numRef>
          </c:val>
          <c:smooth val="0"/>
          <c:extLst>
            <c:ext xmlns:c16="http://schemas.microsoft.com/office/drawing/2014/chart" uri="{C3380CC4-5D6E-409C-BE32-E72D297353CC}">
              <c16:uniqueId val="{00000009-CBCA-4CE2-AC3C-7C856803100D}"/>
            </c:ext>
          </c:extLst>
        </c:ser>
        <c:ser>
          <c:idx val="9"/>
          <c:order val="9"/>
          <c:tx>
            <c:strRef>
              <c:f>Sheet1!$A$11</c:f>
              <c:strCache>
                <c:ptCount val="1"/>
                <c:pt idx="0">
                  <c:v>OMVOH</c:v>
                </c:pt>
              </c:strCache>
            </c:strRef>
          </c:tx>
          <c:spPr>
            <a:ln w="28575" cap="rnd">
              <a:solidFill>
                <a:srgbClr val="CC32AF"/>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Sheet1!$B$11:$O$11</c:f>
              <c:numCache>
                <c:formatCode>General</c:formatCode>
                <c:ptCount val="14"/>
                <c:pt idx="10" formatCode="0.0%">
                  <c:v>1.8784046083526393E-4</c:v>
                </c:pt>
                <c:pt idx="11" formatCode="0.0%">
                  <c:v>3.0108390204737052E-3</c:v>
                </c:pt>
                <c:pt idx="12" formatCode="0.0%">
                  <c:v>1.2591304347826087E-2</c:v>
                </c:pt>
                <c:pt idx="13" formatCode="0.0%">
                  <c:v>1.9658729643807177E-2</c:v>
                </c:pt>
              </c:numCache>
            </c:numRef>
          </c:val>
          <c:smooth val="0"/>
          <c:extLst>
            <c:ext xmlns:c16="http://schemas.microsoft.com/office/drawing/2014/chart" uri="{C3380CC4-5D6E-409C-BE32-E72D297353CC}">
              <c16:uniqueId val="{0000000A-CBCA-4CE2-AC3C-7C856803100D}"/>
            </c:ext>
          </c:extLst>
        </c:ser>
        <c:ser>
          <c:idx val="10"/>
          <c:order val="10"/>
          <c:tx>
            <c:strRef>
              <c:f>Sheet1!$A$12</c:f>
              <c:strCache>
                <c:ptCount val="1"/>
                <c:pt idx="0">
                  <c:v>ZYMFENTRA</c:v>
                </c:pt>
              </c:strCache>
            </c:strRef>
          </c:tx>
          <c:spPr>
            <a:ln w="28575" cap="rnd">
              <a:solidFill>
                <a:srgbClr val="FFC80A"/>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Sheet1!$B$12:$O$12</c:f>
              <c:numCache>
                <c:formatCode>General</c:formatCode>
                <c:ptCount val="14"/>
                <c:pt idx="7" formatCode="0.0%">
                  <c:v>9.8142306344199096E-4</c:v>
                </c:pt>
                <c:pt idx="8" formatCode="0.0%">
                  <c:v>3.9654439881036683E-3</c:v>
                </c:pt>
                <c:pt idx="9" formatCode="0.0%">
                  <c:v>4.2515104050123067E-3</c:v>
                </c:pt>
                <c:pt idx="10" formatCode="0.0%">
                  <c:v>3.1932878341994868E-3</c:v>
                </c:pt>
                <c:pt idx="11" formatCode="0.0%">
                  <c:v>7.3598287167135016E-3</c:v>
                </c:pt>
                <c:pt idx="12" formatCode="0.0%">
                  <c:v>5.5652173913043482E-3</c:v>
                </c:pt>
                <c:pt idx="13" formatCode="0.0%">
                  <c:v>7.1368325439564008E-3</c:v>
                </c:pt>
              </c:numCache>
            </c:numRef>
          </c:val>
          <c:smooth val="0"/>
          <c:extLst>
            <c:ext xmlns:c16="http://schemas.microsoft.com/office/drawing/2014/chart" uri="{C3380CC4-5D6E-409C-BE32-E72D297353CC}">
              <c16:uniqueId val="{0000000B-CBCA-4CE2-AC3C-7C856803100D}"/>
            </c:ext>
          </c:extLst>
        </c:ser>
        <c:ser>
          <c:idx val="11"/>
          <c:order val="11"/>
          <c:tx>
            <c:strRef>
              <c:f>Sheet1!$A$13</c:f>
              <c:strCache>
                <c:ptCount val="1"/>
                <c:pt idx="0">
                  <c:v>TREMFYA</c:v>
                </c:pt>
              </c:strCache>
            </c:strRef>
          </c:tx>
          <c:spPr>
            <a:ln w="28575" cap="rnd">
              <a:solidFill>
                <a:srgbClr val="00B050"/>
              </a:solidFill>
              <a:round/>
            </a:ln>
            <a:effectLst/>
          </c:spPr>
          <c:marker>
            <c:symbol val="none"/>
          </c:marker>
          <c:dLbls>
            <c:dLbl>
              <c:idx val="13"/>
              <c:layout>
                <c:manualLayout>
                  <c:x val="0"/>
                  <c:y val="-7.04093388285882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CBCA-4CE2-AC3C-7C856803100D}"/>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Sheet1!$B$13:$O$13</c:f>
              <c:numCache>
                <c:formatCode>0.0%</c:formatCode>
                <c:ptCount val="14"/>
                <c:pt idx="0">
                  <c:v>1.6000000000000001E-4</c:v>
                </c:pt>
                <c:pt idx="1">
                  <c:v>2.1682567215958369E-4</c:v>
                </c:pt>
                <c:pt idx="2">
                  <c:v>2.8050490883590464E-4</c:v>
                </c:pt>
                <c:pt idx="3">
                  <c:v>3.770454716838851E-4</c:v>
                </c:pt>
                <c:pt idx="4">
                  <c:v>7.1403070332024283E-5</c:v>
                </c:pt>
                <c:pt idx="5">
                  <c:v>1.4737307493920861E-4</c:v>
                </c:pt>
                <c:pt idx="6">
                  <c:v>2.7100271002710027E-4</c:v>
                </c:pt>
                <c:pt idx="7">
                  <c:v>1.4020329477742728E-4</c:v>
                </c:pt>
                <c:pt idx="8">
                  <c:v>7.0811499787565497E-5</c:v>
                </c:pt>
                <c:pt idx="9">
                  <c:v>1.4917580368464236E-4</c:v>
                </c:pt>
                <c:pt idx="10">
                  <c:v>8.1397533028614369E-4</c:v>
                </c:pt>
                <c:pt idx="11">
                  <c:v>3.1379633346714841E-2</c:v>
                </c:pt>
                <c:pt idx="12">
                  <c:v>0.10497391304347826</c:v>
                </c:pt>
                <c:pt idx="13">
                  <c:v>0.11399467981573996</c:v>
                </c:pt>
              </c:numCache>
            </c:numRef>
          </c:val>
          <c:smooth val="0"/>
          <c:extLst>
            <c:ext xmlns:c16="http://schemas.microsoft.com/office/drawing/2014/chart" uri="{C3380CC4-5D6E-409C-BE32-E72D297353CC}">
              <c16:uniqueId val="{0000000D-CBCA-4CE2-AC3C-7C856803100D}"/>
            </c:ext>
          </c:extLst>
        </c:ser>
        <c:ser>
          <c:idx val="12"/>
          <c:order val="12"/>
          <c:tx>
            <c:strRef>
              <c:f>Sheet1!$A$14</c:f>
              <c:strCache>
                <c:ptCount val="1"/>
                <c:pt idx="0">
                  <c:v>STELARA-BIOSIM</c:v>
                </c:pt>
              </c:strCache>
            </c:strRef>
          </c:tx>
          <c:spPr>
            <a:ln w="28575" cap="rnd">
              <a:solidFill>
                <a:srgbClr val="CB3333"/>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Sheet1!$B$14:$O$14</c:f>
              <c:numCache>
                <c:formatCode>General</c:formatCode>
                <c:ptCount val="14"/>
                <c:pt idx="10" formatCode="0.0%">
                  <c:v>6.2613486945087976E-5</c:v>
                </c:pt>
                <c:pt idx="11" formatCode="0.0%">
                  <c:v>4.1482670948748829E-3</c:v>
                </c:pt>
                <c:pt idx="12" formatCode="0.0%">
                  <c:v>9.9478260869565217E-3</c:v>
                </c:pt>
                <c:pt idx="13" formatCode="0.0%">
                  <c:v>1.0640368520080452E-2</c:v>
                </c:pt>
              </c:numCache>
            </c:numRef>
          </c:val>
          <c:smooth val="0"/>
          <c:extLst>
            <c:ext xmlns:c16="http://schemas.microsoft.com/office/drawing/2014/chart" uri="{C3380CC4-5D6E-409C-BE32-E72D297353CC}">
              <c16:uniqueId val="{0000000E-CBCA-4CE2-AC3C-7C856803100D}"/>
            </c:ext>
          </c:extLst>
        </c:ser>
        <c:dLbls>
          <c:showLegendKey val="0"/>
          <c:showVal val="0"/>
          <c:showCatName val="0"/>
          <c:showSerName val="0"/>
          <c:showPercent val="0"/>
          <c:showBubbleSize val="0"/>
        </c:dLbls>
        <c:smooth val="0"/>
        <c:axId val="1250894864"/>
        <c:axId val="1250895944"/>
      </c:lineChart>
      <c:catAx>
        <c:axId val="1250894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5944"/>
        <c:crosses val="autoZero"/>
        <c:auto val="1"/>
        <c:lblAlgn val="ctr"/>
        <c:lblOffset val="100"/>
        <c:noMultiLvlLbl val="0"/>
      </c:catAx>
      <c:valAx>
        <c:axId val="1250895944"/>
        <c:scaling>
          <c:orientation val="minMax"/>
          <c:max val="0.45"/>
          <c:min val="0"/>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4864"/>
        <c:crosses val="autoZero"/>
        <c:crossBetween val="between"/>
      </c:valAx>
      <c:spPr>
        <a:solidFill>
          <a:schemeClr val="accent5"/>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prstDash val="dash"/>
    </a:ln>
    <a:effectLst/>
  </c:spPr>
  <c:txPr>
    <a:bodyPr/>
    <a:lstStyle/>
    <a:p>
      <a:pPr>
        <a:defRPr sz="900">
          <a:solidFill>
            <a:schemeClr val="tx1"/>
          </a:solidFill>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8124569462524583E-2"/>
          <c:y val="3.563440983091383E-2"/>
          <c:w val="0.87027639200256779"/>
          <c:h val="0.49645884999727641"/>
        </c:manualLayout>
      </c:layout>
      <c:lineChart>
        <c:grouping val="standard"/>
        <c:varyColors val="0"/>
        <c:ser>
          <c:idx val="0"/>
          <c:order val="0"/>
          <c:tx>
            <c:strRef>
              <c:f>Sheet1!$A$2</c:f>
              <c:strCache>
                <c:ptCount val="1"/>
                <c:pt idx="0">
                  <c:v>*OTHERS</c:v>
                </c:pt>
              </c:strCache>
            </c:strRef>
          </c:tx>
          <c:spPr>
            <a:ln w="28575" cap="rnd">
              <a:solidFill>
                <a:schemeClr val="bg1">
                  <a:lumMod val="75000"/>
                </a:schemeClr>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Sheet1!$B$2:$O$2</c:f>
              <c:numCache>
                <c:formatCode>0.0%</c:formatCode>
                <c:ptCount val="14"/>
                <c:pt idx="0">
                  <c:v>3.1E-2</c:v>
                </c:pt>
                <c:pt idx="1">
                  <c:v>2.5000000000000001E-2</c:v>
                </c:pt>
                <c:pt idx="2">
                  <c:v>2.5000000000000001E-2</c:v>
                </c:pt>
                <c:pt idx="3">
                  <c:v>2.1000000000000001E-2</c:v>
                </c:pt>
                <c:pt idx="4">
                  <c:v>2.1999999999999999E-2</c:v>
                </c:pt>
                <c:pt idx="5">
                  <c:v>2.1000000000000001E-2</c:v>
                </c:pt>
                <c:pt idx="6">
                  <c:v>1.7999999999999999E-2</c:v>
                </c:pt>
                <c:pt idx="7">
                  <c:v>1.6E-2</c:v>
                </c:pt>
                <c:pt idx="8">
                  <c:v>1.6E-2</c:v>
                </c:pt>
                <c:pt idx="9">
                  <c:v>1.0999999999999999E-2</c:v>
                </c:pt>
                <c:pt idx="10">
                  <c:v>8.9999999999999993E-3</c:v>
                </c:pt>
                <c:pt idx="11">
                  <c:v>8.0000000000000002E-3</c:v>
                </c:pt>
                <c:pt idx="12">
                  <c:v>7.0000000000000001E-3</c:v>
                </c:pt>
                <c:pt idx="13">
                  <c:v>6.0000000000000001E-3</c:v>
                </c:pt>
              </c:numCache>
            </c:numRef>
          </c:val>
          <c:smooth val="0"/>
          <c:extLst>
            <c:ext xmlns:c16="http://schemas.microsoft.com/office/drawing/2014/chart" uri="{C3380CC4-5D6E-409C-BE32-E72D297353CC}">
              <c16:uniqueId val="{00000000-3194-450F-87C7-F0F23C4721DE}"/>
            </c:ext>
          </c:extLst>
        </c:ser>
        <c:ser>
          <c:idx val="1"/>
          <c:order val="1"/>
          <c:tx>
            <c:strRef>
              <c:f>Sheet1!$A$3</c:f>
              <c:strCache>
                <c:ptCount val="1"/>
                <c:pt idx="0">
                  <c:v>REMI-BIOSIM</c:v>
                </c:pt>
              </c:strCache>
            </c:strRef>
          </c:tx>
          <c:spPr>
            <a:ln w="28575" cap="rnd">
              <a:solidFill>
                <a:srgbClr val="0070C0"/>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Sheet1!$B$3:$O$3</c:f>
              <c:numCache>
                <c:formatCode>0.0%</c:formatCode>
                <c:ptCount val="14"/>
                <c:pt idx="0">
                  <c:v>9.1999999999999998E-2</c:v>
                </c:pt>
                <c:pt idx="1">
                  <c:v>5.8999999999999997E-2</c:v>
                </c:pt>
                <c:pt idx="2">
                  <c:v>5.2999999999999999E-2</c:v>
                </c:pt>
                <c:pt idx="3">
                  <c:v>5.0999999999999997E-2</c:v>
                </c:pt>
                <c:pt idx="4">
                  <c:v>5.1999999999999998E-2</c:v>
                </c:pt>
                <c:pt idx="5">
                  <c:v>5.0999999999999997E-2</c:v>
                </c:pt>
                <c:pt idx="6">
                  <c:v>3.9E-2</c:v>
                </c:pt>
                <c:pt idx="7">
                  <c:v>5.6000000000000001E-2</c:v>
                </c:pt>
                <c:pt idx="8">
                  <c:v>4.1000000000000002E-2</c:v>
                </c:pt>
                <c:pt idx="9">
                  <c:v>4.2000000000000003E-2</c:v>
                </c:pt>
                <c:pt idx="10">
                  <c:v>3.7999999999999999E-2</c:v>
                </c:pt>
                <c:pt idx="11">
                  <c:v>5.1999999999999998E-2</c:v>
                </c:pt>
                <c:pt idx="12">
                  <c:v>0.05</c:v>
                </c:pt>
                <c:pt idx="13">
                  <c:v>4.4999999999999998E-2</c:v>
                </c:pt>
              </c:numCache>
            </c:numRef>
          </c:val>
          <c:smooth val="0"/>
          <c:extLst>
            <c:ext xmlns:c16="http://schemas.microsoft.com/office/drawing/2014/chart" uri="{C3380CC4-5D6E-409C-BE32-E72D297353CC}">
              <c16:uniqueId val="{00000001-3194-450F-87C7-F0F23C4721DE}"/>
            </c:ext>
          </c:extLst>
        </c:ser>
        <c:ser>
          <c:idx val="2"/>
          <c:order val="2"/>
          <c:tx>
            <c:strRef>
              <c:f>Sheet1!$A$4</c:f>
              <c:strCache>
                <c:ptCount val="1"/>
                <c:pt idx="0">
                  <c:v>REMICADE</c:v>
                </c:pt>
              </c:strCache>
            </c:strRef>
          </c:tx>
          <c:spPr>
            <a:ln w="28575" cap="rnd">
              <a:solidFill>
                <a:srgbClr val="0070C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Sheet1!$B$4:$O$4</c:f>
              <c:numCache>
                <c:formatCode>0.0%</c:formatCode>
                <c:ptCount val="14"/>
                <c:pt idx="0">
                  <c:v>5.6000000000000001E-2</c:v>
                </c:pt>
                <c:pt idx="1">
                  <c:v>4.8000000000000001E-2</c:v>
                </c:pt>
                <c:pt idx="2">
                  <c:v>4.3999999999999997E-2</c:v>
                </c:pt>
                <c:pt idx="3">
                  <c:v>4.2999999999999997E-2</c:v>
                </c:pt>
                <c:pt idx="4">
                  <c:v>4.2999999999999997E-2</c:v>
                </c:pt>
                <c:pt idx="5">
                  <c:v>4.8000000000000001E-2</c:v>
                </c:pt>
                <c:pt idx="6">
                  <c:v>4.5999999999999999E-2</c:v>
                </c:pt>
                <c:pt idx="7">
                  <c:v>4.8000000000000001E-2</c:v>
                </c:pt>
                <c:pt idx="8">
                  <c:v>4.8000000000000001E-2</c:v>
                </c:pt>
                <c:pt idx="9">
                  <c:v>3.4000000000000002E-2</c:v>
                </c:pt>
                <c:pt idx="10">
                  <c:v>3.3000000000000002E-2</c:v>
                </c:pt>
                <c:pt idx="11">
                  <c:v>3.3000000000000002E-2</c:v>
                </c:pt>
                <c:pt idx="12">
                  <c:v>3.1E-2</c:v>
                </c:pt>
                <c:pt idx="13">
                  <c:v>2.5999999999999999E-2</c:v>
                </c:pt>
              </c:numCache>
            </c:numRef>
          </c:val>
          <c:smooth val="0"/>
          <c:extLst>
            <c:ext xmlns:c16="http://schemas.microsoft.com/office/drawing/2014/chart" uri="{C3380CC4-5D6E-409C-BE32-E72D297353CC}">
              <c16:uniqueId val="{00000002-3194-450F-87C7-F0F23C4721DE}"/>
            </c:ext>
          </c:extLst>
        </c:ser>
        <c:ser>
          <c:idx val="3"/>
          <c:order val="3"/>
          <c:tx>
            <c:strRef>
              <c:f>Sheet1!$A$5</c:f>
              <c:strCache>
                <c:ptCount val="1"/>
                <c:pt idx="0">
                  <c:v>ENTYVIO</c:v>
                </c:pt>
              </c:strCache>
            </c:strRef>
          </c:tx>
          <c:spPr>
            <a:ln w="28575" cap="rnd">
              <a:solidFill>
                <a:srgbClr val="9F1897"/>
              </a:solidFill>
              <a:round/>
            </a:ln>
            <a:effectLst/>
          </c:spPr>
          <c:marker>
            <c:symbol val="none"/>
          </c:marker>
          <c:dLbls>
            <c:dLbl>
              <c:idx val="13"/>
              <c:layout>
                <c:manualLayout>
                  <c:x val="-4.4967985096124258E-3"/>
                  <c:y val="5.2693445746017517E-2"/>
                </c:manualLayout>
              </c:layout>
              <c:spPr>
                <a:noFill/>
                <a:ln>
                  <a:noFill/>
                  <a:prstDash val="sysDash"/>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194-450F-87C7-F0F23C4721DE}"/>
                </c:ext>
              </c:extLst>
            </c:dLbl>
            <c:spPr>
              <a:noFill/>
              <a:ln>
                <a:solidFill>
                  <a:schemeClr val="accent2"/>
                </a:solidFill>
                <a:prstDash val="sysDash"/>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Sheet1!$B$5:$O$5</c:f>
              <c:numCache>
                <c:formatCode>0.0%</c:formatCode>
                <c:ptCount val="14"/>
                <c:pt idx="0">
                  <c:v>0.16700000000000001</c:v>
                </c:pt>
                <c:pt idx="1">
                  <c:v>0.123</c:v>
                </c:pt>
                <c:pt idx="2">
                  <c:v>0.14599999999999999</c:v>
                </c:pt>
                <c:pt idx="3">
                  <c:v>0.122</c:v>
                </c:pt>
                <c:pt idx="4">
                  <c:v>0.125</c:v>
                </c:pt>
                <c:pt idx="5">
                  <c:v>0.12</c:v>
                </c:pt>
                <c:pt idx="6">
                  <c:v>0.13400000000000001</c:v>
                </c:pt>
                <c:pt idx="7">
                  <c:v>0.12</c:v>
                </c:pt>
                <c:pt idx="8">
                  <c:v>0.14000000000000001</c:v>
                </c:pt>
                <c:pt idx="9">
                  <c:v>9.9000000000000005E-2</c:v>
                </c:pt>
                <c:pt idx="10">
                  <c:v>8.5999999999999993E-2</c:v>
                </c:pt>
                <c:pt idx="11">
                  <c:v>8.5999999999999993E-2</c:v>
                </c:pt>
                <c:pt idx="12">
                  <c:v>6.9000000000000006E-2</c:v>
                </c:pt>
                <c:pt idx="13">
                  <c:v>7.9000000000000001E-2</c:v>
                </c:pt>
              </c:numCache>
            </c:numRef>
          </c:val>
          <c:smooth val="0"/>
          <c:extLst>
            <c:ext xmlns:c16="http://schemas.microsoft.com/office/drawing/2014/chart" uri="{C3380CC4-5D6E-409C-BE32-E72D297353CC}">
              <c16:uniqueId val="{00000004-3194-450F-87C7-F0F23C4721DE}"/>
            </c:ext>
          </c:extLst>
        </c:ser>
        <c:ser>
          <c:idx val="4"/>
          <c:order val="4"/>
          <c:tx>
            <c:strRef>
              <c:f>Sheet1!$A$6</c:f>
              <c:strCache>
                <c:ptCount val="1"/>
                <c:pt idx="0">
                  <c:v>STELARA</c:v>
                </c:pt>
              </c:strCache>
            </c:strRef>
          </c:tx>
          <c:spPr>
            <a:ln w="28575" cap="rnd">
              <a:solidFill>
                <a:srgbClr val="FFC00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Sheet1!$B$6:$O$6</c:f>
              <c:numCache>
                <c:formatCode>0.0%</c:formatCode>
                <c:ptCount val="14"/>
                <c:pt idx="0">
                  <c:v>0.38700000000000001</c:v>
                </c:pt>
                <c:pt idx="1">
                  <c:v>0.30199999999999999</c:v>
                </c:pt>
                <c:pt idx="2">
                  <c:v>0.32500000000000001</c:v>
                </c:pt>
                <c:pt idx="3">
                  <c:v>0.30599999999999999</c:v>
                </c:pt>
                <c:pt idx="4">
                  <c:v>0.28799999999999998</c:v>
                </c:pt>
                <c:pt idx="5">
                  <c:v>0.26200000000000001</c:v>
                </c:pt>
                <c:pt idx="6">
                  <c:v>0.23100000000000001</c:v>
                </c:pt>
                <c:pt idx="7">
                  <c:v>0.219</c:v>
                </c:pt>
                <c:pt idx="8">
                  <c:v>0.16400000000000001</c:v>
                </c:pt>
                <c:pt idx="9">
                  <c:v>0.13800000000000001</c:v>
                </c:pt>
                <c:pt idx="10">
                  <c:v>0.127</c:v>
                </c:pt>
                <c:pt idx="11">
                  <c:v>7.1999999999999995E-2</c:v>
                </c:pt>
                <c:pt idx="12">
                  <c:v>4.8000000000000001E-2</c:v>
                </c:pt>
                <c:pt idx="13">
                  <c:v>4.1000000000000002E-2</c:v>
                </c:pt>
              </c:numCache>
            </c:numRef>
          </c:val>
          <c:smooth val="0"/>
          <c:extLst>
            <c:ext xmlns:c16="http://schemas.microsoft.com/office/drawing/2014/chart" uri="{C3380CC4-5D6E-409C-BE32-E72D297353CC}">
              <c16:uniqueId val="{00000005-3194-450F-87C7-F0F23C4721DE}"/>
            </c:ext>
          </c:extLst>
        </c:ser>
        <c:ser>
          <c:idx val="5"/>
          <c:order val="5"/>
          <c:tx>
            <c:strRef>
              <c:f>Sheet1!$A$7</c:f>
              <c:strCache>
                <c:ptCount val="1"/>
                <c:pt idx="0">
                  <c:v>RINVOQ</c:v>
                </c:pt>
              </c:strCache>
            </c:strRef>
          </c:tx>
          <c:spPr>
            <a:ln w="28575" cap="rnd">
              <a:solidFill>
                <a:srgbClr val="00B0F0"/>
              </a:solidFill>
              <a:round/>
            </a:ln>
            <a:effectLst/>
          </c:spPr>
          <c:marker>
            <c:symbol val="none"/>
          </c:marker>
          <c:dPt>
            <c:idx val="13"/>
            <c:marker>
              <c:symbol val="none"/>
            </c:marker>
            <c:bubble3D val="0"/>
            <c:spPr>
              <a:ln w="28575" cap="rnd">
                <a:solidFill>
                  <a:srgbClr val="00B0F0"/>
                </a:solidFill>
                <a:prstDash val="solid"/>
                <a:round/>
              </a:ln>
              <a:effectLst/>
            </c:spPr>
            <c:extLst>
              <c:ext xmlns:c16="http://schemas.microsoft.com/office/drawing/2014/chart" uri="{C3380CC4-5D6E-409C-BE32-E72D297353CC}">
                <c16:uniqueId val="{00000007-3194-450F-87C7-F0F23C4721DE}"/>
              </c:ext>
            </c:extLst>
          </c:dPt>
          <c:dLbls>
            <c:dLbl>
              <c:idx val="1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194-450F-87C7-F0F23C4721DE}"/>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Sheet1!$B$7:$O$7</c:f>
              <c:numCache>
                <c:formatCode>0.0%</c:formatCode>
                <c:ptCount val="14"/>
                <c:pt idx="0">
                  <c:v>0.06</c:v>
                </c:pt>
                <c:pt idx="1">
                  <c:v>5.8000000000000003E-2</c:v>
                </c:pt>
                <c:pt idx="2">
                  <c:v>0.109</c:v>
                </c:pt>
                <c:pt idx="3">
                  <c:v>0.1</c:v>
                </c:pt>
                <c:pt idx="4">
                  <c:v>0.188</c:v>
                </c:pt>
                <c:pt idx="5">
                  <c:v>0.215</c:v>
                </c:pt>
                <c:pt idx="6">
                  <c:v>0.21099999999999999</c:v>
                </c:pt>
                <c:pt idx="7">
                  <c:v>0.20499999999999999</c:v>
                </c:pt>
                <c:pt idx="8">
                  <c:v>0.187</c:v>
                </c:pt>
                <c:pt idx="9">
                  <c:v>0.191</c:v>
                </c:pt>
                <c:pt idx="10">
                  <c:v>0.186</c:v>
                </c:pt>
                <c:pt idx="11">
                  <c:v>0.16300000000000001</c:v>
                </c:pt>
                <c:pt idx="12">
                  <c:v>0.13700000000000001</c:v>
                </c:pt>
                <c:pt idx="13">
                  <c:v>0.13700000000000001</c:v>
                </c:pt>
              </c:numCache>
            </c:numRef>
          </c:val>
          <c:smooth val="0"/>
          <c:extLst>
            <c:ext xmlns:c16="http://schemas.microsoft.com/office/drawing/2014/chart" uri="{C3380CC4-5D6E-409C-BE32-E72D297353CC}">
              <c16:uniqueId val="{00000008-3194-450F-87C7-F0F23C4721DE}"/>
            </c:ext>
          </c:extLst>
        </c:ser>
        <c:ser>
          <c:idx val="6"/>
          <c:order val="6"/>
          <c:tx>
            <c:strRef>
              <c:f>Sheet1!$A$8</c:f>
              <c:strCache>
                <c:ptCount val="1"/>
                <c:pt idx="0">
                  <c:v>SKYRIZI</c:v>
                </c:pt>
              </c:strCache>
            </c:strRef>
          </c:tx>
          <c:spPr>
            <a:ln w="28575" cap="rnd">
              <a:solidFill>
                <a:srgbClr val="FF0000"/>
              </a:solidFill>
              <a:round/>
            </a:ln>
            <a:effectLst/>
          </c:spPr>
          <c:marker>
            <c:symbol val="none"/>
          </c:marker>
          <c:dLbls>
            <c:dLbl>
              <c:idx val="13"/>
              <c:layout>
                <c:manualLayout>
                  <c:x val="0"/>
                  <c:y val="-2.111089299741997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3194-450F-87C7-F0F23C4721DE}"/>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Sheet1!$B$8:$O$8</c:f>
              <c:numCache>
                <c:formatCode>0.0%</c:formatCode>
                <c:ptCount val="14"/>
                <c:pt idx="0">
                  <c:v>0.159</c:v>
                </c:pt>
                <c:pt idx="1">
                  <c:v>0.35099999999999998</c:v>
                </c:pt>
                <c:pt idx="2">
                  <c:v>0.26200000000000001</c:v>
                </c:pt>
                <c:pt idx="3">
                  <c:v>0.32300000000000001</c:v>
                </c:pt>
                <c:pt idx="4">
                  <c:v>0.247</c:v>
                </c:pt>
                <c:pt idx="5">
                  <c:v>0.248</c:v>
                </c:pt>
                <c:pt idx="6">
                  <c:v>0.27800000000000002</c:v>
                </c:pt>
                <c:pt idx="7">
                  <c:v>0.28799999999999998</c:v>
                </c:pt>
                <c:pt idx="8">
                  <c:v>0.35299999999999998</c:v>
                </c:pt>
                <c:pt idx="9">
                  <c:v>0.42299999999999999</c:v>
                </c:pt>
                <c:pt idx="10">
                  <c:v>0.44700000000000001</c:v>
                </c:pt>
                <c:pt idx="11">
                  <c:v>0.44</c:v>
                </c:pt>
                <c:pt idx="12">
                  <c:v>0.432</c:v>
                </c:pt>
                <c:pt idx="13">
                  <c:v>0.41299999999999998</c:v>
                </c:pt>
              </c:numCache>
            </c:numRef>
          </c:val>
          <c:smooth val="0"/>
          <c:extLst>
            <c:ext xmlns:c16="http://schemas.microsoft.com/office/drawing/2014/chart" uri="{C3380CC4-5D6E-409C-BE32-E72D297353CC}">
              <c16:uniqueId val="{0000000A-3194-450F-87C7-F0F23C4721DE}"/>
            </c:ext>
          </c:extLst>
        </c:ser>
        <c:ser>
          <c:idx val="7"/>
          <c:order val="7"/>
          <c:tx>
            <c:strRef>
              <c:f>Sheet1!$A$9</c:f>
              <c:strCache>
                <c:ptCount val="1"/>
                <c:pt idx="0">
                  <c:v>HUMIRA-BIOSIM</c:v>
                </c:pt>
              </c:strCache>
            </c:strRef>
          </c:tx>
          <c:spPr>
            <a:ln w="28575" cap="rnd">
              <a:solidFill>
                <a:srgbClr val="DA68C4"/>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Sheet1!$B$9:$O$9</c:f>
              <c:numCache>
                <c:formatCode>General</c:formatCode>
                <c:ptCount val="14"/>
                <c:pt idx="2" formatCode="0.0%">
                  <c:v>0</c:v>
                </c:pt>
                <c:pt idx="3" formatCode="0.0%">
                  <c:v>1E-3</c:v>
                </c:pt>
                <c:pt idx="4" formatCode="0.0%">
                  <c:v>0</c:v>
                </c:pt>
                <c:pt idx="5" formatCode="0.0%">
                  <c:v>1E-3</c:v>
                </c:pt>
                <c:pt idx="6" formatCode="0.0%">
                  <c:v>2E-3</c:v>
                </c:pt>
                <c:pt idx="7" formatCode="0.0%">
                  <c:v>8.9999999999999993E-3</c:v>
                </c:pt>
                <c:pt idx="8" formatCode="0.0%">
                  <c:v>7.0000000000000001E-3</c:v>
                </c:pt>
                <c:pt idx="9" formatCode="0.0%">
                  <c:v>1.2E-2</c:v>
                </c:pt>
                <c:pt idx="10" formatCode="0.0%">
                  <c:v>7.0000000000000001E-3</c:v>
                </c:pt>
                <c:pt idx="11" formatCode="0.0%">
                  <c:v>7.0000000000000001E-3</c:v>
                </c:pt>
                <c:pt idx="12" formatCode="0.0%">
                  <c:v>7.0000000000000001E-3</c:v>
                </c:pt>
                <c:pt idx="13" formatCode="0.0%">
                  <c:v>6.0000000000000001E-3</c:v>
                </c:pt>
              </c:numCache>
            </c:numRef>
          </c:val>
          <c:smooth val="0"/>
          <c:extLst>
            <c:ext xmlns:c16="http://schemas.microsoft.com/office/drawing/2014/chart" uri="{C3380CC4-5D6E-409C-BE32-E72D297353CC}">
              <c16:uniqueId val="{0000000B-3194-450F-87C7-F0F23C4721DE}"/>
            </c:ext>
          </c:extLst>
        </c:ser>
        <c:ser>
          <c:idx val="8"/>
          <c:order val="8"/>
          <c:tx>
            <c:strRef>
              <c:f>Sheet1!$A$10</c:f>
              <c:strCache>
                <c:ptCount val="1"/>
                <c:pt idx="0">
                  <c:v>HUMIRA</c:v>
                </c:pt>
              </c:strCache>
            </c:strRef>
          </c:tx>
          <c:spPr>
            <a:ln w="28575" cap="rnd">
              <a:solidFill>
                <a:srgbClr val="D921D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Sheet1!$B$10:$O$10</c:f>
              <c:numCache>
                <c:formatCode>0.0%</c:formatCode>
                <c:ptCount val="14"/>
                <c:pt idx="0">
                  <c:v>4.5999999999999999E-2</c:v>
                </c:pt>
                <c:pt idx="1">
                  <c:v>3.2000000000000001E-2</c:v>
                </c:pt>
                <c:pt idx="2">
                  <c:v>3.5999999999999997E-2</c:v>
                </c:pt>
                <c:pt idx="3">
                  <c:v>3.3000000000000002E-2</c:v>
                </c:pt>
                <c:pt idx="4">
                  <c:v>3.3000000000000002E-2</c:v>
                </c:pt>
                <c:pt idx="5">
                  <c:v>3.4000000000000002E-2</c:v>
                </c:pt>
                <c:pt idx="6">
                  <c:v>3.4000000000000002E-2</c:v>
                </c:pt>
                <c:pt idx="7">
                  <c:v>2.4E-2</c:v>
                </c:pt>
                <c:pt idx="8">
                  <c:v>2.1999999999999999E-2</c:v>
                </c:pt>
                <c:pt idx="9">
                  <c:v>1.7999999999999999E-2</c:v>
                </c:pt>
                <c:pt idx="10">
                  <c:v>1.2E-2</c:v>
                </c:pt>
                <c:pt idx="11">
                  <c:v>8.9999999999999993E-3</c:v>
                </c:pt>
                <c:pt idx="12">
                  <c:v>8.0000000000000002E-3</c:v>
                </c:pt>
                <c:pt idx="13">
                  <c:v>6.0000000000000001E-3</c:v>
                </c:pt>
              </c:numCache>
            </c:numRef>
          </c:val>
          <c:smooth val="0"/>
          <c:extLst>
            <c:ext xmlns:c16="http://schemas.microsoft.com/office/drawing/2014/chart" uri="{C3380CC4-5D6E-409C-BE32-E72D297353CC}">
              <c16:uniqueId val="{0000000C-3194-450F-87C7-F0F23C4721DE}"/>
            </c:ext>
          </c:extLst>
        </c:ser>
        <c:ser>
          <c:idx val="9"/>
          <c:order val="9"/>
          <c:tx>
            <c:strRef>
              <c:f>Sheet1!$A$11</c:f>
              <c:strCache>
                <c:ptCount val="1"/>
                <c:pt idx="0">
                  <c:v>OMVOH</c:v>
                </c:pt>
              </c:strCache>
            </c:strRef>
          </c:tx>
          <c:spPr>
            <a:ln w="28575" cap="rnd">
              <a:solidFill>
                <a:srgbClr val="D921D0"/>
              </a:solidFill>
              <a:prstDash val="solid"/>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Sheet1!$B$11:$O$11</c:f>
              <c:numCache>
                <c:formatCode>General</c:formatCode>
                <c:ptCount val="14"/>
                <c:pt idx="5" formatCode="0.0%">
                  <c:v>0</c:v>
                </c:pt>
                <c:pt idx="6" formatCode="0.0%">
                  <c:v>5.0000000000000001E-3</c:v>
                </c:pt>
                <c:pt idx="7" formatCode="0.0%">
                  <c:v>1.4E-2</c:v>
                </c:pt>
                <c:pt idx="8" formatCode="0.0%">
                  <c:v>0.02</c:v>
                </c:pt>
                <c:pt idx="9" formatCode="0.0%">
                  <c:v>1.4E-2</c:v>
                </c:pt>
                <c:pt idx="10" formatCode="0.0%">
                  <c:v>4.0000000000000001E-3</c:v>
                </c:pt>
                <c:pt idx="11" formatCode="0.0%">
                  <c:v>1.4999999999999999E-2</c:v>
                </c:pt>
                <c:pt idx="12" formatCode="0.0%">
                  <c:v>1.7999999999999999E-2</c:v>
                </c:pt>
                <c:pt idx="13" formatCode="0.0%">
                  <c:v>1.7999999999999999E-2</c:v>
                </c:pt>
              </c:numCache>
            </c:numRef>
          </c:val>
          <c:smooth val="0"/>
          <c:extLst>
            <c:ext xmlns:c16="http://schemas.microsoft.com/office/drawing/2014/chart" uri="{C3380CC4-5D6E-409C-BE32-E72D297353CC}">
              <c16:uniqueId val="{0000000D-3194-450F-87C7-F0F23C4721DE}"/>
            </c:ext>
          </c:extLst>
        </c:ser>
        <c:ser>
          <c:idx val="10"/>
          <c:order val="10"/>
          <c:tx>
            <c:strRef>
              <c:f>Sheet1!$A$12</c:f>
              <c:strCache>
                <c:ptCount val="1"/>
                <c:pt idx="0">
                  <c:v>VELSIPITY</c:v>
                </c:pt>
              </c:strCache>
            </c:strRef>
          </c:tx>
          <c:spPr>
            <a:ln w="28575" cap="rnd">
              <a:solidFill>
                <a:srgbClr val="B1156E"/>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Sheet1!$B$12:$O$12</c:f>
              <c:numCache>
                <c:formatCode>General</c:formatCode>
                <c:ptCount val="14"/>
                <c:pt idx="5" formatCode="0.0%">
                  <c:v>0</c:v>
                </c:pt>
                <c:pt idx="6" formatCode="0.0%">
                  <c:v>1E-3</c:v>
                </c:pt>
                <c:pt idx="7" formatCode="0.0%">
                  <c:v>2E-3</c:v>
                </c:pt>
                <c:pt idx="8" formatCode="0.0%">
                  <c:v>2E-3</c:v>
                </c:pt>
                <c:pt idx="9" formatCode="0.0%">
                  <c:v>2E-3</c:v>
                </c:pt>
                <c:pt idx="10" formatCode="0.0%">
                  <c:v>4.0000000000000001E-3</c:v>
                </c:pt>
                <c:pt idx="11" formatCode="0.0%">
                  <c:v>4.0000000000000001E-3</c:v>
                </c:pt>
                <c:pt idx="12" formatCode="0.0%">
                  <c:v>3.0000000000000001E-3</c:v>
                </c:pt>
                <c:pt idx="13" formatCode="0.0%">
                  <c:v>3.0000000000000001E-3</c:v>
                </c:pt>
              </c:numCache>
            </c:numRef>
          </c:val>
          <c:smooth val="0"/>
          <c:extLst>
            <c:ext xmlns:c16="http://schemas.microsoft.com/office/drawing/2014/chart" uri="{C3380CC4-5D6E-409C-BE32-E72D297353CC}">
              <c16:uniqueId val="{0000000E-3194-450F-87C7-F0F23C4721DE}"/>
            </c:ext>
          </c:extLst>
        </c:ser>
        <c:ser>
          <c:idx val="11"/>
          <c:order val="11"/>
          <c:tx>
            <c:strRef>
              <c:f>Sheet1!$A$13</c:f>
              <c:strCache>
                <c:ptCount val="1"/>
                <c:pt idx="0">
                  <c:v>ZYMFENTRA</c:v>
                </c:pt>
              </c:strCache>
            </c:strRef>
          </c:tx>
          <c:spPr>
            <a:ln w="28575" cap="rnd">
              <a:solidFill>
                <a:schemeClr val="tx1"/>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Sheet1!$B$13:$O$13</c:f>
              <c:numCache>
                <c:formatCode>General</c:formatCode>
                <c:ptCount val="14"/>
                <c:pt idx="7" formatCode="0.0%">
                  <c:v>0</c:v>
                </c:pt>
                <c:pt idx="8" formatCode="0.0%">
                  <c:v>1E-3</c:v>
                </c:pt>
                <c:pt idx="9" formatCode="0.0%">
                  <c:v>1E-3</c:v>
                </c:pt>
                <c:pt idx="10" formatCode="0.0%">
                  <c:v>1E-3</c:v>
                </c:pt>
                <c:pt idx="11" formatCode="0.0%">
                  <c:v>1E-3</c:v>
                </c:pt>
                <c:pt idx="12" formatCode="0.0%">
                  <c:v>1E-3</c:v>
                </c:pt>
                <c:pt idx="13" formatCode="0.0%">
                  <c:v>1E-3</c:v>
                </c:pt>
              </c:numCache>
            </c:numRef>
          </c:val>
          <c:smooth val="0"/>
          <c:extLst>
            <c:ext xmlns:c16="http://schemas.microsoft.com/office/drawing/2014/chart" uri="{C3380CC4-5D6E-409C-BE32-E72D297353CC}">
              <c16:uniqueId val="{0000000F-3194-450F-87C7-F0F23C4721DE}"/>
            </c:ext>
          </c:extLst>
        </c:ser>
        <c:ser>
          <c:idx val="12"/>
          <c:order val="12"/>
          <c:tx>
            <c:strRef>
              <c:f>Sheet1!$A$14</c:f>
              <c:strCache>
                <c:ptCount val="1"/>
                <c:pt idx="0">
                  <c:v>TREMFYA</c:v>
                </c:pt>
              </c:strCache>
            </c:strRef>
          </c:tx>
          <c:spPr>
            <a:ln w="28575" cap="rnd">
              <a:solidFill>
                <a:srgbClr val="00B050"/>
              </a:solidFill>
              <a:round/>
            </a:ln>
            <a:effectLst/>
          </c:spPr>
          <c:marker>
            <c:symbol val="none"/>
          </c:marker>
          <c:dLbls>
            <c:dLbl>
              <c:idx val="0"/>
              <c:delete val="1"/>
              <c:extLst>
                <c:ext xmlns:c15="http://schemas.microsoft.com/office/drawing/2012/chart" uri="{CE6537A1-D6FC-4f65-9D91-7224C49458BB}"/>
                <c:ext xmlns:c16="http://schemas.microsoft.com/office/drawing/2014/chart" uri="{C3380CC4-5D6E-409C-BE32-E72D297353CC}">
                  <c16:uniqueId val="{00000010-3194-450F-87C7-F0F23C4721DE}"/>
                </c:ext>
              </c:extLst>
            </c:dLbl>
            <c:dLbl>
              <c:idx val="1"/>
              <c:delete val="1"/>
              <c:extLst>
                <c:ext xmlns:c15="http://schemas.microsoft.com/office/drawing/2012/chart" uri="{CE6537A1-D6FC-4f65-9D91-7224C49458BB}"/>
                <c:ext xmlns:c16="http://schemas.microsoft.com/office/drawing/2014/chart" uri="{C3380CC4-5D6E-409C-BE32-E72D297353CC}">
                  <c16:uniqueId val="{00000011-3194-450F-87C7-F0F23C4721DE}"/>
                </c:ext>
              </c:extLst>
            </c:dLbl>
            <c:dLbl>
              <c:idx val="2"/>
              <c:delete val="1"/>
              <c:extLst>
                <c:ext xmlns:c15="http://schemas.microsoft.com/office/drawing/2012/chart" uri="{CE6537A1-D6FC-4f65-9D91-7224C49458BB}"/>
                <c:ext xmlns:c16="http://schemas.microsoft.com/office/drawing/2014/chart" uri="{C3380CC4-5D6E-409C-BE32-E72D297353CC}">
                  <c16:uniqueId val="{00000012-3194-450F-87C7-F0F23C4721DE}"/>
                </c:ext>
              </c:extLst>
            </c:dLbl>
            <c:dLbl>
              <c:idx val="3"/>
              <c:delete val="1"/>
              <c:extLst>
                <c:ext xmlns:c15="http://schemas.microsoft.com/office/drawing/2012/chart" uri="{CE6537A1-D6FC-4f65-9D91-7224C49458BB}"/>
                <c:ext xmlns:c16="http://schemas.microsoft.com/office/drawing/2014/chart" uri="{C3380CC4-5D6E-409C-BE32-E72D297353CC}">
                  <c16:uniqueId val="{00000013-3194-450F-87C7-F0F23C4721DE}"/>
                </c:ext>
              </c:extLst>
            </c:dLbl>
            <c:dLbl>
              <c:idx val="4"/>
              <c:delete val="1"/>
              <c:extLst>
                <c:ext xmlns:c15="http://schemas.microsoft.com/office/drawing/2012/chart" uri="{CE6537A1-D6FC-4f65-9D91-7224C49458BB}"/>
                <c:ext xmlns:c16="http://schemas.microsoft.com/office/drawing/2014/chart" uri="{C3380CC4-5D6E-409C-BE32-E72D297353CC}">
                  <c16:uniqueId val="{00000014-3194-450F-87C7-F0F23C4721DE}"/>
                </c:ext>
              </c:extLst>
            </c:dLbl>
            <c:dLbl>
              <c:idx val="5"/>
              <c:delete val="1"/>
              <c:extLst>
                <c:ext xmlns:c15="http://schemas.microsoft.com/office/drawing/2012/chart" uri="{CE6537A1-D6FC-4f65-9D91-7224C49458BB}"/>
                <c:ext xmlns:c16="http://schemas.microsoft.com/office/drawing/2014/chart" uri="{C3380CC4-5D6E-409C-BE32-E72D297353CC}">
                  <c16:uniqueId val="{00000015-3194-450F-87C7-F0F23C4721DE}"/>
                </c:ext>
              </c:extLst>
            </c:dLbl>
            <c:dLbl>
              <c:idx val="6"/>
              <c:delete val="1"/>
              <c:extLst>
                <c:ext xmlns:c15="http://schemas.microsoft.com/office/drawing/2012/chart" uri="{CE6537A1-D6FC-4f65-9D91-7224C49458BB}"/>
                <c:ext xmlns:c16="http://schemas.microsoft.com/office/drawing/2014/chart" uri="{C3380CC4-5D6E-409C-BE32-E72D297353CC}">
                  <c16:uniqueId val="{00000016-3194-450F-87C7-F0F23C4721DE}"/>
                </c:ext>
              </c:extLst>
            </c:dLbl>
            <c:dLbl>
              <c:idx val="7"/>
              <c:delete val="1"/>
              <c:extLst>
                <c:ext xmlns:c15="http://schemas.microsoft.com/office/drawing/2012/chart" uri="{CE6537A1-D6FC-4f65-9D91-7224C49458BB}"/>
                <c:ext xmlns:c16="http://schemas.microsoft.com/office/drawing/2014/chart" uri="{C3380CC4-5D6E-409C-BE32-E72D297353CC}">
                  <c16:uniqueId val="{00000017-3194-450F-87C7-F0F23C4721DE}"/>
                </c:ext>
              </c:extLst>
            </c:dLbl>
            <c:dLbl>
              <c:idx val="8"/>
              <c:delete val="1"/>
              <c:extLst>
                <c:ext xmlns:c15="http://schemas.microsoft.com/office/drawing/2012/chart" uri="{CE6537A1-D6FC-4f65-9D91-7224C49458BB}"/>
                <c:ext xmlns:c16="http://schemas.microsoft.com/office/drawing/2014/chart" uri="{C3380CC4-5D6E-409C-BE32-E72D297353CC}">
                  <c16:uniqueId val="{00000018-3194-450F-87C7-F0F23C4721DE}"/>
                </c:ext>
              </c:extLst>
            </c:dLbl>
            <c:dLbl>
              <c:idx val="9"/>
              <c:delete val="1"/>
              <c:extLst>
                <c:ext xmlns:c15="http://schemas.microsoft.com/office/drawing/2012/chart" uri="{CE6537A1-D6FC-4f65-9D91-7224C49458BB}"/>
                <c:ext xmlns:c16="http://schemas.microsoft.com/office/drawing/2014/chart" uri="{C3380CC4-5D6E-409C-BE32-E72D297353CC}">
                  <c16:uniqueId val="{00000019-3194-450F-87C7-F0F23C4721DE}"/>
                </c:ext>
              </c:extLst>
            </c:dLbl>
            <c:dLbl>
              <c:idx val="10"/>
              <c:delete val="1"/>
              <c:extLst>
                <c:ext xmlns:c15="http://schemas.microsoft.com/office/drawing/2012/chart" uri="{CE6537A1-D6FC-4f65-9D91-7224C49458BB}"/>
                <c:ext xmlns:c16="http://schemas.microsoft.com/office/drawing/2014/chart" uri="{C3380CC4-5D6E-409C-BE32-E72D297353CC}">
                  <c16:uniqueId val="{0000001A-3194-450F-87C7-F0F23C4721DE}"/>
                </c:ext>
              </c:extLst>
            </c:dLbl>
            <c:dLbl>
              <c:idx val="11"/>
              <c:delete val="1"/>
              <c:extLst>
                <c:ext xmlns:c15="http://schemas.microsoft.com/office/drawing/2012/chart" uri="{CE6537A1-D6FC-4f65-9D91-7224C49458BB}"/>
                <c:ext xmlns:c16="http://schemas.microsoft.com/office/drawing/2014/chart" uri="{C3380CC4-5D6E-409C-BE32-E72D297353CC}">
                  <c16:uniqueId val="{0000001B-3194-450F-87C7-F0F23C4721DE}"/>
                </c:ext>
              </c:extLst>
            </c:dLbl>
            <c:dLbl>
              <c:idx val="12"/>
              <c:delete val="1"/>
              <c:extLst>
                <c:ext xmlns:c15="http://schemas.microsoft.com/office/drawing/2012/chart" uri="{CE6537A1-D6FC-4f65-9D91-7224C49458BB}"/>
                <c:ext xmlns:c16="http://schemas.microsoft.com/office/drawing/2014/chart" uri="{C3380CC4-5D6E-409C-BE32-E72D297353CC}">
                  <c16:uniqueId val="{0000001C-3194-450F-87C7-F0F23C4721D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Sheet1!$B$14:$O$14</c:f>
              <c:numCache>
                <c:formatCode>0.0%</c:formatCode>
                <c:ptCount val="14"/>
                <c:pt idx="0">
                  <c:v>1E-3</c:v>
                </c:pt>
                <c:pt idx="1">
                  <c:v>0</c:v>
                </c:pt>
                <c:pt idx="2">
                  <c:v>0</c:v>
                </c:pt>
                <c:pt idx="3">
                  <c:v>0</c:v>
                </c:pt>
                <c:pt idx="4">
                  <c:v>0</c:v>
                </c:pt>
                <c:pt idx="5">
                  <c:v>0</c:v>
                </c:pt>
                <c:pt idx="6">
                  <c:v>0</c:v>
                </c:pt>
                <c:pt idx="7">
                  <c:v>0</c:v>
                </c:pt>
                <c:pt idx="8">
                  <c:v>0</c:v>
                </c:pt>
                <c:pt idx="9">
                  <c:v>1.7000000000000001E-2</c:v>
                </c:pt>
                <c:pt idx="10">
                  <c:v>4.4999999999999998E-2</c:v>
                </c:pt>
                <c:pt idx="11">
                  <c:v>0.109</c:v>
                </c:pt>
                <c:pt idx="12">
                  <c:v>0.182</c:v>
                </c:pt>
                <c:pt idx="13">
                  <c:v>0.21</c:v>
                </c:pt>
              </c:numCache>
            </c:numRef>
          </c:val>
          <c:smooth val="0"/>
          <c:extLst>
            <c:ext xmlns:c16="http://schemas.microsoft.com/office/drawing/2014/chart" uri="{C3380CC4-5D6E-409C-BE32-E72D297353CC}">
              <c16:uniqueId val="{0000001D-3194-450F-87C7-F0F23C4721DE}"/>
            </c:ext>
          </c:extLst>
        </c:ser>
        <c:ser>
          <c:idx val="13"/>
          <c:order val="13"/>
          <c:tx>
            <c:strRef>
              <c:f>Sheet1!$A$15</c:f>
              <c:strCache>
                <c:ptCount val="1"/>
                <c:pt idx="0">
                  <c:v>STELARA-BIOSIM</c:v>
                </c:pt>
              </c:strCache>
            </c:strRef>
          </c:tx>
          <c:spPr>
            <a:ln w="28575" cap="rnd">
              <a:solidFill>
                <a:schemeClr val="accent2">
                  <a:lumMod val="80000"/>
                  <a:lumOff val="20000"/>
                </a:schemeClr>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Sheet1!$B$15:$O$15</c:f>
              <c:numCache>
                <c:formatCode>General</c:formatCode>
                <c:ptCount val="14"/>
                <c:pt idx="10" formatCode="0.0%">
                  <c:v>0</c:v>
                </c:pt>
                <c:pt idx="11" formatCode="0.0%">
                  <c:v>2E-3</c:v>
                </c:pt>
                <c:pt idx="12" formatCode="0.0%">
                  <c:v>7.0000000000000001E-3</c:v>
                </c:pt>
                <c:pt idx="13" formatCode="0.0%">
                  <c:v>8.9999999999999993E-3</c:v>
                </c:pt>
              </c:numCache>
            </c:numRef>
          </c:val>
          <c:smooth val="0"/>
          <c:extLst>
            <c:ext xmlns:c16="http://schemas.microsoft.com/office/drawing/2014/chart" uri="{C3380CC4-5D6E-409C-BE32-E72D297353CC}">
              <c16:uniqueId val="{0000001E-3194-450F-87C7-F0F23C4721DE}"/>
            </c:ext>
          </c:extLst>
        </c:ser>
        <c:dLbls>
          <c:showLegendKey val="0"/>
          <c:showVal val="0"/>
          <c:showCatName val="0"/>
          <c:showSerName val="0"/>
          <c:showPercent val="0"/>
          <c:showBubbleSize val="0"/>
        </c:dLbls>
        <c:smooth val="0"/>
        <c:axId val="1250894864"/>
        <c:axId val="1250895944"/>
      </c:lineChart>
      <c:catAx>
        <c:axId val="1250894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5944"/>
        <c:crosses val="autoZero"/>
        <c:auto val="1"/>
        <c:lblAlgn val="ctr"/>
        <c:lblOffset val="100"/>
        <c:noMultiLvlLbl val="0"/>
      </c:catAx>
      <c:valAx>
        <c:axId val="1250895944"/>
        <c:scaling>
          <c:orientation val="minMax"/>
        </c:scaling>
        <c:delete val="0"/>
        <c:axPos val="l"/>
        <c:title>
          <c:tx>
            <c:rich>
              <a:bodyPr rot="-5400000" spcFirstLastPara="1" vertOverflow="ellipsis" vert="horz" wrap="square" anchor="ctr" anchorCtr="1"/>
              <a:lstStyle/>
              <a:p>
                <a:pPr>
                  <a:defRPr sz="900" b="0" i="0" u="none" strike="noStrike" kern="1200" baseline="0">
                    <a:solidFill>
                      <a:schemeClr val="tx1"/>
                    </a:solidFill>
                    <a:latin typeface="+mn-lt"/>
                    <a:ea typeface="+mn-ea"/>
                    <a:cs typeface="+mn-cs"/>
                  </a:defRPr>
                </a:pPr>
                <a:r>
                  <a:rPr lang="en-US"/>
                  <a:t>Patient Share</a:t>
                </a:r>
              </a:p>
            </c:rich>
          </c:tx>
          <c:layout>
            <c:manualLayout>
              <c:xMode val="edge"/>
              <c:yMode val="edge"/>
              <c:x val="4.5254788780593946E-3"/>
              <c:y val="0.20203414427090133"/>
            </c:manualLayout>
          </c:layout>
          <c:overlay val="0"/>
          <c:spPr>
            <a:noFill/>
            <a:ln>
              <a:noFill/>
            </a:ln>
            <a:effectLst/>
          </c:spPr>
          <c:txPr>
            <a:bodyPr rot="-54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4864"/>
        <c:crosses val="autoZero"/>
        <c:crossBetween val="between"/>
      </c:valAx>
      <c:spPr>
        <a:solidFill>
          <a:schemeClr val="accent5"/>
        </a:solidFill>
        <a:ln>
          <a:noFill/>
        </a:ln>
        <a:effectLst/>
      </c:spPr>
    </c:plotArea>
    <c:legend>
      <c:legendPos val="b"/>
      <c:layout>
        <c:manualLayout>
          <c:xMode val="edge"/>
          <c:yMode val="edge"/>
          <c:x val="7.6663333016433041E-3"/>
          <c:y val="0.76070096030547796"/>
          <c:w val="0.97792195859298359"/>
          <c:h val="0.21319391414839564"/>
        </c:manualLayout>
      </c:layout>
      <c:overlay val="0"/>
      <c:spPr>
        <a:noFill/>
        <a:ln>
          <a:noFill/>
          <a:prstDash val="solid"/>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prstDash val="dash"/>
    </a:ln>
    <a:effectLst/>
  </c:spPr>
  <c:txPr>
    <a:bodyPr/>
    <a:lstStyle/>
    <a:p>
      <a:pPr>
        <a:defRPr sz="900">
          <a:solidFill>
            <a:schemeClr val="tx1"/>
          </a:solidFill>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87468797232315E-2"/>
          <c:y val="4.3794789799377336E-2"/>
          <c:w val="0.87786355416829009"/>
          <c:h val="0.66479398919383681"/>
        </c:manualLayout>
      </c:layout>
      <c:lineChart>
        <c:grouping val="standard"/>
        <c:varyColors val="0"/>
        <c:ser>
          <c:idx val="0"/>
          <c:order val="0"/>
          <c:tx>
            <c:strRef>
              <c:f>Sheet1!$A$2</c:f>
              <c:strCache>
                <c:ptCount val="1"/>
                <c:pt idx="0">
                  <c:v>*OTHER</c:v>
                </c:pt>
              </c:strCache>
            </c:strRef>
          </c:tx>
          <c:spPr>
            <a:ln w="28575" cap="rnd">
              <a:solidFill>
                <a:schemeClr val="accent6">
                  <a:lumMod val="85000"/>
                </a:schemeClr>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Sheet1!$B$2:$O$2</c:f>
              <c:numCache>
                <c:formatCode>0.0%</c:formatCode>
                <c:ptCount val="14"/>
                <c:pt idx="0">
                  <c:v>1.4800088358736471E-2</c:v>
                </c:pt>
                <c:pt idx="1">
                  <c:v>9.9092347406112089E-3</c:v>
                </c:pt>
                <c:pt idx="2">
                  <c:v>8.4354466347007634E-3</c:v>
                </c:pt>
                <c:pt idx="3">
                  <c:v>5.9510008501429783E-3</c:v>
                </c:pt>
                <c:pt idx="4">
                  <c:v>5.0898940973647484E-3</c:v>
                </c:pt>
                <c:pt idx="5">
                  <c:v>5.255613951266125E-3</c:v>
                </c:pt>
                <c:pt idx="6">
                  <c:v>6.3233137829912019E-3</c:v>
                </c:pt>
                <c:pt idx="7">
                  <c:v>6.6858496953283685E-3</c:v>
                </c:pt>
                <c:pt idx="8">
                  <c:v>7.5338623066442253E-3</c:v>
                </c:pt>
                <c:pt idx="9">
                  <c:v>4.743014832700931E-3</c:v>
                </c:pt>
                <c:pt idx="10">
                  <c:v>5.0545571245186136E-3</c:v>
                </c:pt>
                <c:pt idx="11">
                  <c:v>4.1079396557829875E-3</c:v>
                </c:pt>
                <c:pt idx="12">
                  <c:v>4.9308401639344265E-3</c:v>
                </c:pt>
                <c:pt idx="13">
                  <c:v>3.8700206845933144E-3</c:v>
                </c:pt>
              </c:numCache>
            </c:numRef>
          </c:val>
          <c:smooth val="0"/>
          <c:extLst>
            <c:ext xmlns:c16="http://schemas.microsoft.com/office/drawing/2014/chart" uri="{C3380CC4-5D6E-409C-BE32-E72D297353CC}">
              <c16:uniqueId val="{00000000-9209-4170-A5AE-3192BF6FBF2B}"/>
            </c:ext>
          </c:extLst>
        </c:ser>
        <c:ser>
          <c:idx val="1"/>
          <c:order val="1"/>
          <c:tx>
            <c:strRef>
              <c:f>Sheet1!$A$3</c:f>
              <c:strCache>
                <c:ptCount val="1"/>
                <c:pt idx="0">
                  <c:v>INFL-BIOSIM</c:v>
                </c:pt>
              </c:strCache>
            </c:strRef>
          </c:tx>
          <c:spPr>
            <a:ln w="28575" cap="rnd">
              <a:solidFill>
                <a:srgbClr val="F397CC"/>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Sheet1!$B$3:$O$3</c:f>
              <c:numCache>
                <c:formatCode>0.0%</c:formatCode>
                <c:ptCount val="14"/>
                <c:pt idx="0">
                  <c:v>6.5275016567263089E-2</c:v>
                </c:pt>
                <c:pt idx="1">
                  <c:v>5.1961029228078943E-2</c:v>
                </c:pt>
                <c:pt idx="2">
                  <c:v>3.7204759367785473E-2</c:v>
                </c:pt>
                <c:pt idx="3">
                  <c:v>5.2554293222041887E-2</c:v>
                </c:pt>
                <c:pt idx="4">
                  <c:v>4.1047533043264098E-2</c:v>
                </c:pt>
                <c:pt idx="5">
                  <c:v>3.2871476349737222E-2</c:v>
                </c:pt>
                <c:pt idx="6">
                  <c:v>3.4915689149560114E-2</c:v>
                </c:pt>
                <c:pt idx="7">
                  <c:v>4.8832092078537573E-2</c:v>
                </c:pt>
                <c:pt idx="8">
                  <c:v>3.9111966017472147E-2</c:v>
                </c:pt>
                <c:pt idx="9">
                  <c:v>3.56157295619179E-2</c:v>
                </c:pt>
                <c:pt idx="10">
                  <c:v>2.4711168164313221E-2</c:v>
                </c:pt>
                <c:pt idx="11">
                  <c:v>2.903888377363836E-2</c:v>
                </c:pt>
                <c:pt idx="12">
                  <c:v>4.8219774590163932E-2</c:v>
                </c:pt>
                <c:pt idx="13">
                  <c:v>4.97097484486555E-2</c:v>
                </c:pt>
              </c:numCache>
            </c:numRef>
          </c:val>
          <c:smooth val="0"/>
          <c:extLst>
            <c:ext xmlns:c16="http://schemas.microsoft.com/office/drawing/2014/chart" uri="{C3380CC4-5D6E-409C-BE32-E72D297353CC}">
              <c16:uniqueId val="{00000001-9209-4170-A5AE-3192BF6FBF2B}"/>
            </c:ext>
          </c:extLst>
        </c:ser>
        <c:ser>
          <c:idx val="2"/>
          <c:order val="2"/>
          <c:tx>
            <c:strRef>
              <c:f>Sheet1!$A$4</c:f>
              <c:strCache>
                <c:ptCount val="1"/>
                <c:pt idx="0">
                  <c:v>REMICADE</c:v>
                </c:pt>
              </c:strCache>
            </c:strRef>
          </c:tx>
          <c:spPr>
            <a:ln w="28575" cap="rnd">
              <a:solidFill>
                <a:srgbClr val="EF75BB"/>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Sheet1!$B$4:$O$4</c:f>
              <c:numCache>
                <c:formatCode>0.0%</c:formatCode>
                <c:ptCount val="14"/>
                <c:pt idx="0">
                  <c:v>4.7934614535012146E-2</c:v>
                </c:pt>
                <c:pt idx="1">
                  <c:v>3.763843783828795E-2</c:v>
                </c:pt>
                <c:pt idx="2">
                  <c:v>3.7027171017581247E-2</c:v>
                </c:pt>
                <c:pt idx="3">
                  <c:v>3.3155576165082308E-2</c:v>
                </c:pt>
                <c:pt idx="4">
                  <c:v>2.4956900090304573E-2</c:v>
                </c:pt>
                <c:pt idx="5">
                  <c:v>2.2169135212613475E-2</c:v>
                </c:pt>
                <c:pt idx="6">
                  <c:v>3.8214809384164224E-2</c:v>
                </c:pt>
                <c:pt idx="7">
                  <c:v>3.5883547731888961E-2</c:v>
                </c:pt>
                <c:pt idx="8">
                  <c:v>3.3020758195078943E-2</c:v>
                </c:pt>
                <c:pt idx="9">
                  <c:v>3.6305622628492587E-2</c:v>
                </c:pt>
                <c:pt idx="10">
                  <c:v>2.8642490372272143E-2</c:v>
                </c:pt>
                <c:pt idx="11">
                  <c:v>2.486011757206601E-2</c:v>
                </c:pt>
                <c:pt idx="12">
                  <c:v>2.7727971311475409E-2</c:v>
                </c:pt>
                <c:pt idx="13">
                  <c:v>1.8682858477347034E-2</c:v>
                </c:pt>
              </c:numCache>
            </c:numRef>
          </c:val>
          <c:smooth val="0"/>
          <c:extLst>
            <c:ext xmlns:c16="http://schemas.microsoft.com/office/drawing/2014/chart" uri="{C3380CC4-5D6E-409C-BE32-E72D297353CC}">
              <c16:uniqueId val="{00000002-9209-4170-A5AE-3192BF6FBF2B}"/>
            </c:ext>
          </c:extLst>
        </c:ser>
        <c:ser>
          <c:idx val="3"/>
          <c:order val="3"/>
          <c:tx>
            <c:strRef>
              <c:f>Sheet1!$A$5</c:f>
              <c:strCache>
                <c:ptCount val="1"/>
                <c:pt idx="0">
                  <c:v>ENTYVIO</c:v>
                </c:pt>
              </c:strCache>
            </c:strRef>
          </c:tx>
          <c:spPr>
            <a:ln w="28575" cap="rnd">
              <a:solidFill>
                <a:srgbClr val="9F1897"/>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Sheet1!$B$5:$O$5</c:f>
              <c:numCache>
                <c:formatCode>0.0%</c:formatCode>
                <c:ptCount val="14"/>
                <c:pt idx="0">
                  <c:v>0.14590236359620057</c:v>
                </c:pt>
                <c:pt idx="1">
                  <c:v>8.6518444499958366E-2</c:v>
                </c:pt>
                <c:pt idx="2">
                  <c:v>0.11507725093233884</c:v>
                </c:pt>
                <c:pt idx="3">
                  <c:v>8.1536440219491454E-2</c:v>
                </c:pt>
                <c:pt idx="4">
                  <c:v>0.1022083572777276</c:v>
                </c:pt>
                <c:pt idx="5">
                  <c:v>9.1829909221213563E-2</c:v>
                </c:pt>
                <c:pt idx="6">
                  <c:v>8.4769061583577707E-2</c:v>
                </c:pt>
                <c:pt idx="7">
                  <c:v>7.6252538930264055E-2</c:v>
                </c:pt>
                <c:pt idx="8">
                  <c:v>0.11260719724292699</c:v>
                </c:pt>
                <c:pt idx="9">
                  <c:v>7.3646084856847191E-2</c:v>
                </c:pt>
                <c:pt idx="10">
                  <c:v>6.586970474967907E-2</c:v>
                </c:pt>
                <c:pt idx="11">
                  <c:v>7.05432396062044E-2</c:v>
                </c:pt>
                <c:pt idx="12">
                  <c:v>6.7815061475409832E-2</c:v>
                </c:pt>
                <c:pt idx="13">
                  <c:v>6.232067792086475E-2</c:v>
                </c:pt>
              </c:numCache>
            </c:numRef>
          </c:val>
          <c:smooth val="0"/>
          <c:extLst>
            <c:ext xmlns:c16="http://schemas.microsoft.com/office/drawing/2014/chart" uri="{C3380CC4-5D6E-409C-BE32-E72D297353CC}">
              <c16:uniqueId val="{00000003-9209-4170-A5AE-3192BF6FBF2B}"/>
            </c:ext>
          </c:extLst>
        </c:ser>
        <c:ser>
          <c:idx val="4"/>
          <c:order val="4"/>
          <c:tx>
            <c:strRef>
              <c:f>Sheet1!$A$6</c:f>
              <c:strCache>
                <c:ptCount val="1"/>
                <c:pt idx="0">
                  <c:v>STELARA</c:v>
                </c:pt>
              </c:strCache>
            </c:strRef>
          </c:tx>
          <c:spPr>
            <a:ln w="28575" cap="rnd">
              <a:solidFill>
                <a:srgbClr val="FFC00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Sheet1!$B$6:$O$6</c:f>
              <c:numCache>
                <c:formatCode>0.0%</c:formatCode>
                <c:ptCount val="14"/>
                <c:pt idx="0">
                  <c:v>0.40987408880053017</c:v>
                </c:pt>
                <c:pt idx="1">
                  <c:v>0.26521775335165293</c:v>
                </c:pt>
                <c:pt idx="2">
                  <c:v>0.3245427099982241</c:v>
                </c:pt>
                <c:pt idx="3">
                  <c:v>0.28703918386274058</c:v>
                </c:pt>
                <c:pt idx="4">
                  <c:v>0.2740333305968311</c:v>
                </c:pt>
                <c:pt idx="5">
                  <c:v>0.24338270425226946</c:v>
                </c:pt>
                <c:pt idx="6">
                  <c:v>0.18007697947214077</c:v>
                </c:pt>
                <c:pt idx="7">
                  <c:v>0.18221056194989843</c:v>
                </c:pt>
                <c:pt idx="8">
                  <c:v>0.15268093291656648</c:v>
                </c:pt>
                <c:pt idx="9">
                  <c:v>0.13858226974818902</c:v>
                </c:pt>
                <c:pt idx="10">
                  <c:v>0.12066752246469833</c:v>
                </c:pt>
                <c:pt idx="11">
                  <c:v>7.7625894185140584E-2</c:v>
                </c:pt>
                <c:pt idx="12">
                  <c:v>4.5914446721311473E-2</c:v>
                </c:pt>
                <c:pt idx="13">
                  <c:v>3.8500033362247284E-2</c:v>
                </c:pt>
              </c:numCache>
            </c:numRef>
          </c:val>
          <c:smooth val="0"/>
          <c:extLst>
            <c:ext xmlns:c16="http://schemas.microsoft.com/office/drawing/2014/chart" uri="{C3380CC4-5D6E-409C-BE32-E72D297353CC}">
              <c16:uniqueId val="{00000004-9209-4170-A5AE-3192BF6FBF2B}"/>
            </c:ext>
          </c:extLst>
        </c:ser>
        <c:ser>
          <c:idx val="5"/>
          <c:order val="5"/>
          <c:tx>
            <c:strRef>
              <c:f>Sheet1!$A$7</c:f>
              <c:strCache>
                <c:ptCount val="1"/>
                <c:pt idx="0">
                  <c:v>RINVOQ</c:v>
                </c:pt>
              </c:strCache>
            </c:strRef>
          </c:tx>
          <c:spPr>
            <a:ln w="28575" cap="rnd">
              <a:solidFill>
                <a:srgbClr val="00B0F0"/>
              </a:solidFill>
              <a:round/>
            </a:ln>
            <a:effectLst/>
          </c:spPr>
          <c:marker>
            <c:symbol val="none"/>
          </c:marker>
          <c:dLbls>
            <c:dLbl>
              <c:idx val="13"/>
              <c:layout>
                <c:manualLayout>
                  <c:x val="0"/>
                  <c:y val="-5.10939214326068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209-4170-A5AE-3192BF6FBF2B}"/>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Sheet1!$B$7:$O$7</c:f>
              <c:numCache>
                <c:formatCode>0.0%</c:formatCode>
                <c:ptCount val="14"/>
                <c:pt idx="0">
                  <c:v>9.4985641705323618E-3</c:v>
                </c:pt>
                <c:pt idx="1">
                  <c:v>9.0765259388791743E-3</c:v>
                </c:pt>
                <c:pt idx="2">
                  <c:v>2.1665778724915645E-2</c:v>
                </c:pt>
                <c:pt idx="3">
                  <c:v>3.2923718989102714E-2</c:v>
                </c:pt>
                <c:pt idx="4">
                  <c:v>0.14965930547574091</c:v>
                </c:pt>
                <c:pt idx="5">
                  <c:v>0.18184424271380792</c:v>
                </c:pt>
                <c:pt idx="6">
                  <c:v>0.17952712609970675</c:v>
                </c:pt>
                <c:pt idx="7">
                  <c:v>0.17383209207853759</c:v>
                </c:pt>
                <c:pt idx="8">
                  <c:v>0.1614170072934199</c:v>
                </c:pt>
                <c:pt idx="9">
                  <c:v>0.1731631597102449</c:v>
                </c:pt>
                <c:pt idx="10">
                  <c:v>0.17458279845956354</c:v>
                </c:pt>
                <c:pt idx="11">
                  <c:v>0.15447269636659819</c:v>
                </c:pt>
                <c:pt idx="12">
                  <c:v>0.12435963114754098</c:v>
                </c:pt>
                <c:pt idx="13">
                  <c:v>0.12964569293387604</c:v>
                </c:pt>
              </c:numCache>
            </c:numRef>
          </c:val>
          <c:smooth val="0"/>
          <c:extLst>
            <c:ext xmlns:c16="http://schemas.microsoft.com/office/drawing/2014/chart" uri="{C3380CC4-5D6E-409C-BE32-E72D297353CC}">
              <c16:uniqueId val="{00000006-9209-4170-A5AE-3192BF6FBF2B}"/>
            </c:ext>
          </c:extLst>
        </c:ser>
        <c:ser>
          <c:idx val="6"/>
          <c:order val="6"/>
          <c:tx>
            <c:strRef>
              <c:f>Sheet1!$A$8</c:f>
              <c:strCache>
                <c:ptCount val="1"/>
                <c:pt idx="0">
                  <c:v>SKYRIZI</c:v>
                </c:pt>
              </c:strCache>
            </c:strRef>
          </c:tx>
          <c:spPr>
            <a:ln w="28575" cap="rnd">
              <a:solidFill>
                <a:srgbClr val="FF0000"/>
              </a:solidFill>
              <a:round/>
            </a:ln>
            <a:effectLst/>
          </c:spPr>
          <c:marker>
            <c:symbol val="none"/>
          </c:marker>
          <c:dLbls>
            <c:dLbl>
              <c:idx val="13"/>
              <c:layout>
                <c:manualLayout>
                  <c:x val="0"/>
                  <c:y val="-0.1288969172950912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9209-4170-A5AE-3192BF6FBF2B}"/>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Sheet1!$B$8:$O$8</c:f>
              <c:numCache>
                <c:formatCode>0.0%</c:formatCode>
                <c:ptCount val="14"/>
                <c:pt idx="0">
                  <c:v>0.25646123260437376</c:v>
                </c:pt>
                <c:pt idx="1">
                  <c:v>0.50811891081688731</c:v>
                </c:pt>
                <c:pt idx="2">
                  <c:v>0.41715503462972831</c:v>
                </c:pt>
                <c:pt idx="3">
                  <c:v>0.47414792487827501</c:v>
                </c:pt>
                <c:pt idx="4">
                  <c:v>0.37049503324850175</c:v>
                </c:pt>
                <c:pt idx="5">
                  <c:v>0.38834209268991876</c:v>
                </c:pt>
                <c:pt idx="6">
                  <c:v>0.43759164222873903</c:v>
                </c:pt>
                <c:pt idx="7">
                  <c:v>0.44388964116452267</c:v>
                </c:pt>
                <c:pt idx="8">
                  <c:v>0.46373326921535624</c:v>
                </c:pt>
                <c:pt idx="9">
                  <c:v>0.50181096929975855</c:v>
                </c:pt>
                <c:pt idx="10">
                  <c:v>0.55551989730423623</c:v>
                </c:pt>
                <c:pt idx="11">
                  <c:v>0.52206246901338627</c:v>
                </c:pt>
                <c:pt idx="12">
                  <c:v>0.45908043032786883</c:v>
                </c:pt>
                <c:pt idx="13">
                  <c:v>0.45119103222793089</c:v>
                </c:pt>
              </c:numCache>
            </c:numRef>
          </c:val>
          <c:smooth val="0"/>
          <c:extLst>
            <c:ext xmlns:c16="http://schemas.microsoft.com/office/drawing/2014/chart" uri="{C3380CC4-5D6E-409C-BE32-E72D297353CC}">
              <c16:uniqueId val="{00000008-9209-4170-A5AE-3192BF6FBF2B}"/>
            </c:ext>
          </c:extLst>
        </c:ser>
        <c:ser>
          <c:idx val="7"/>
          <c:order val="7"/>
          <c:tx>
            <c:strRef>
              <c:f>Sheet1!$A$9</c:f>
              <c:strCache>
                <c:ptCount val="1"/>
                <c:pt idx="0">
                  <c:v>HUMIRA-BIOSIM</c:v>
                </c:pt>
              </c:strCache>
            </c:strRef>
          </c:tx>
          <c:spPr>
            <a:ln w="28575" cap="rnd">
              <a:solidFill>
                <a:srgbClr val="FFD129"/>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Sheet1!$B$9:$O$9</c:f>
              <c:numCache>
                <c:formatCode>General</c:formatCode>
                <c:ptCount val="14"/>
                <c:pt idx="2" formatCode="0.0%">
                  <c:v>8.8794175102113301E-5</c:v>
                </c:pt>
                <c:pt idx="3" formatCode="0.0%">
                  <c:v>4.6371435195919313E-4</c:v>
                </c:pt>
                <c:pt idx="4" formatCode="0.0%">
                  <c:v>4.1047533043264098E-4</c:v>
                </c:pt>
                <c:pt idx="5" formatCode="0.0%">
                  <c:v>1.5289058767319636E-3</c:v>
                </c:pt>
                <c:pt idx="6" formatCode="0.0%">
                  <c:v>1.9244868035190616E-3</c:v>
                </c:pt>
                <c:pt idx="7" formatCode="0.0%">
                  <c:v>8.2092078537576163E-3</c:v>
                </c:pt>
                <c:pt idx="8" formatCode="0.0%">
                  <c:v>7.5338623066442253E-3</c:v>
                </c:pt>
                <c:pt idx="9" formatCode="0.0%">
                  <c:v>1.2763021731631597E-2</c:v>
                </c:pt>
                <c:pt idx="10" formatCode="0.0%">
                  <c:v>7.461489088575096E-3</c:v>
                </c:pt>
                <c:pt idx="11" formatCode="0.0%">
                  <c:v>7.9325731284085269E-3</c:v>
                </c:pt>
                <c:pt idx="12" formatCode="0.0%">
                  <c:v>7.3642418032786889E-3</c:v>
                </c:pt>
                <c:pt idx="13" formatCode="0.0%">
                  <c:v>7.0060719290051376E-3</c:v>
                </c:pt>
              </c:numCache>
            </c:numRef>
          </c:val>
          <c:smooth val="0"/>
          <c:extLst>
            <c:ext xmlns:c16="http://schemas.microsoft.com/office/drawing/2014/chart" uri="{C3380CC4-5D6E-409C-BE32-E72D297353CC}">
              <c16:uniqueId val="{00000009-9209-4170-A5AE-3192BF6FBF2B}"/>
            </c:ext>
          </c:extLst>
        </c:ser>
        <c:ser>
          <c:idx val="8"/>
          <c:order val="8"/>
          <c:tx>
            <c:strRef>
              <c:f>Sheet1!$A$10</c:f>
              <c:strCache>
                <c:ptCount val="1"/>
                <c:pt idx="0">
                  <c:v>HUMIRA</c:v>
                </c:pt>
              </c:strCache>
            </c:strRef>
          </c:tx>
          <c:spPr>
            <a:ln w="28575" cap="rnd">
              <a:solidFill>
                <a:srgbClr val="D921D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Sheet1!$B$10:$O$10</c:f>
              <c:numCache>
                <c:formatCode>0.0%</c:formatCode>
                <c:ptCount val="14"/>
                <c:pt idx="0">
                  <c:v>4.959134084382593E-2</c:v>
                </c:pt>
                <c:pt idx="1">
                  <c:v>3.1226580064951288E-2</c:v>
                </c:pt>
                <c:pt idx="2">
                  <c:v>3.8625466169419288E-2</c:v>
                </c:pt>
                <c:pt idx="3">
                  <c:v>3.1996290285184324E-2</c:v>
                </c:pt>
                <c:pt idx="4">
                  <c:v>3.1934980707659467E-2</c:v>
                </c:pt>
                <c:pt idx="5">
                  <c:v>3.2393693263258479E-2</c:v>
                </c:pt>
                <c:pt idx="6">
                  <c:v>3.6015395894428155E-2</c:v>
                </c:pt>
                <c:pt idx="7">
                  <c:v>2.3865944482058227E-2</c:v>
                </c:pt>
                <c:pt idx="8">
                  <c:v>2.1559669792418048E-2</c:v>
                </c:pt>
                <c:pt idx="9">
                  <c:v>1.9230769230769232E-2</c:v>
                </c:pt>
                <c:pt idx="10">
                  <c:v>1.4682284980744545E-2</c:v>
                </c:pt>
                <c:pt idx="11">
                  <c:v>9.703236773142573E-3</c:v>
                </c:pt>
                <c:pt idx="12">
                  <c:v>7.8765368852459008E-3</c:v>
                </c:pt>
                <c:pt idx="13">
                  <c:v>6.4722759725095082E-3</c:v>
                </c:pt>
              </c:numCache>
            </c:numRef>
          </c:val>
          <c:smooth val="0"/>
          <c:extLst>
            <c:ext xmlns:c16="http://schemas.microsoft.com/office/drawing/2014/chart" uri="{C3380CC4-5D6E-409C-BE32-E72D297353CC}">
              <c16:uniqueId val="{0000000A-9209-4170-A5AE-3192BF6FBF2B}"/>
            </c:ext>
          </c:extLst>
        </c:ser>
        <c:ser>
          <c:idx val="9"/>
          <c:order val="9"/>
          <c:tx>
            <c:strRef>
              <c:f>Sheet1!$A$11</c:f>
              <c:strCache>
                <c:ptCount val="1"/>
                <c:pt idx="0">
                  <c:v>OMVOH</c:v>
                </c:pt>
              </c:strCache>
            </c:strRef>
          </c:tx>
          <c:spPr>
            <a:ln w="28575" cap="rnd">
              <a:solidFill>
                <a:srgbClr val="CC32AF"/>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Sheet1!$B$11:$O$11</c:f>
              <c:numCache>
                <c:formatCode>General</c:formatCode>
                <c:ptCount val="14"/>
                <c:pt idx="6" formatCode="0.0%">
                  <c:v>2.7492668621700882E-4</c:v>
                </c:pt>
                <c:pt idx="9" formatCode="0.0%">
                  <c:v>8.6236633321835112E-5</c:v>
                </c:pt>
                <c:pt idx="10" formatCode="0.0%">
                  <c:v>3.2092426187419767E-4</c:v>
                </c:pt>
                <c:pt idx="11" formatCode="0.0%">
                  <c:v>1.2465472058927686E-2</c:v>
                </c:pt>
                <c:pt idx="12" formatCode="0.0%">
                  <c:v>1.5496926229508197E-2</c:v>
                </c:pt>
                <c:pt idx="13" formatCode="0.0%">
                  <c:v>1.4012143858010275E-2</c:v>
                </c:pt>
              </c:numCache>
            </c:numRef>
          </c:val>
          <c:smooth val="0"/>
          <c:extLst>
            <c:ext xmlns:c16="http://schemas.microsoft.com/office/drawing/2014/chart" uri="{C3380CC4-5D6E-409C-BE32-E72D297353CC}">
              <c16:uniqueId val="{0000000B-9209-4170-A5AE-3192BF6FBF2B}"/>
            </c:ext>
          </c:extLst>
        </c:ser>
        <c:ser>
          <c:idx val="10"/>
          <c:order val="10"/>
          <c:tx>
            <c:strRef>
              <c:f>Sheet1!$A$12</c:f>
              <c:strCache>
                <c:ptCount val="1"/>
                <c:pt idx="0">
                  <c:v>ZYMFENTRA</c:v>
                </c:pt>
              </c:strCache>
            </c:strRef>
          </c:tx>
          <c:spPr>
            <a:ln w="28575" cap="rnd">
              <a:solidFill>
                <a:srgbClr val="FFC80A"/>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Sheet1!$B$12:$O$12</c:f>
              <c:numCache>
                <c:formatCode>General</c:formatCode>
                <c:ptCount val="14"/>
                <c:pt idx="7" formatCode="0.0%">
                  <c:v>2.5389302640487475E-4</c:v>
                </c:pt>
                <c:pt idx="8" formatCode="0.0%">
                  <c:v>6.411797707782319E-4</c:v>
                </c:pt>
                <c:pt idx="9" formatCode="0.0%">
                  <c:v>8.6236633321835118E-4</c:v>
                </c:pt>
                <c:pt idx="10" formatCode="0.0%">
                  <c:v>1.1232349165596919E-3</c:v>
                </c:pt>
                <c:pt idx="11" formatCode="0.0%">
                  <c:v>9.2074509526170406E-4</c:v>
                </c:pt>
                <c:pt idx="12" formatCode="0.0%">
                  <c:v>1.2807377049180327E-3</c:v>
                </c:pt>
                <c:pt idx="13" formatCode="0.0%">
                  <c:v>1.1343164075532128E-3</c:v>
                </c:pt>
              </c:numCache>
            </c:numRef>
          </c:val>
          <c:smooth val="0"/>
          <c:extLst>
            <c:ext xmlns:c16="http://schemas.microsoft.com/office/drawing/2014/chart" uri="{C3380CC4-5D6E-409C-BE32-E72D297353CC}">
              <c16:uniqueId val="{0000000C-9209-4170-A5AE-3192BF6FBF2B}"/>
            </c:ext>
          </c:extLst>
        </c:ser>
        <c:ser>
          <c:idx val="11"/>
          <c:order val="11"/>
          <c:tx>
            <c:strRef>
              <c:f>Sheet1!$A$13</c:f>
              <c:strCache>
                <c:ptCount val="1"/>
                <c:pt idx="0">
                  <c:v>TREMFYA</c:v>
                </c:pt>
              </c:strCache>
            </c:strRef>
          </c:tx>
          <c:spPr>
            <a:ln w="28575" cap="rnd">
              <a:solidFill>
                <a:srgbClr val="00B050"/>
              </a:solidFill>
              <a:round/>
            </a:ln>
            <a:effectLst/>
          </c:spPr>
          <c:marker>
            <c:symbol val="none"/>
          </c:marker>
          <c:dLbls>
            <c:dLbl>
              <c:idx val="13"/>
              <c:layout>
                <c:manualLayout>
                  <c:x val="-4.5314482508609748E-3"/>
                  <c:y val="-9.488871123198422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9209-4170-A5AE-3192BF6FBF2B}"/>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Sheet1!$B$13:$O$13</c:f>
              <c:numCache>
                <c:formatCode>0.0%</c:formatCode>
                <c:ptCount val="14"/>
                <c:pt idx="0">
                  <c:v>6.6269052352551359E-4</c:v>
                </c:pt>
                <c:pt idx="1">
                  <c:v>3.330835206928137E-4</c:v>
                </c:pt>
                <c:pt idx="2">
                  <c:v>1.775883502042266E-4</c:v>
                </c:pt>
                <c:pt idx="3">
                  <c:v>2.3185717597959656E-4</c:v>
                </c:pt>
                <c:pt idx="4">
                  <c:v>1.6419013217305639E-4</c:v>
                </c:pt>
                <c:pt idx="5">
                  <c:v>3.822264691829909E-4</c:v>
                </c:pt>
                <c:pt idx="6">
                  <c:v>3.6656891495601173E-4</c:v>
                </c:pt>
                <c:pt idx="7">
                  <c:v>8.4631008801624912E-5</c:v>
                </c:pt>
                <c:pt idx="8">
                  <c:v>1.6029494269455797E-4</c:v>
                </c:pt>
                <c:pt idx="9">
                  <c:v>3.1907554329078992E-3</c:v>
                </c:pt>
                <c:pt idx="10">
                  <c:v>1.2836970474967907E-3</c:v>
                </c:pt>
                <c:pt idx="11">
                  <c:v>8.4212762943551248E-2</c:v>
                </c:pt>
                <c:pt idx="12">
                  <c:v>0.1832735655737705</c:v>
                </c:pt>
                <c:pt idx="13">
                  <c:v>0.20717955561486623</c:v>
                </c:pt>
              </c:numCache>
            </c:numRef>
          </c:val>
          <c:smooth val="0"/>
          <c:extLst>
            <c:ext xmlns:c16="http://schemas.microsoft.com/office/drawing/2014/chart" uri="{C3380CC4-5D6E-409C-BE32-E72D297353CC}">
              <c16:uniqueId val="{0000000E-9209-4170-A5AE-3192BF6FBF2B}"/>
            </c:ext>
          </c:extLst>
        </c:ser>
        <c:ser>
          <c:idx val="12"/>
          <c:order val="12"/>
          <c:tx>
            <c:strRef>
              <c:f>Sheet1!$A$14</c:f>
              <c:strCache>
                <c:ptCount val="1"/>
                <c:pt idx="0">
                  <c:v>STELARA-BIOSIM</c:v>
                </c:pt>
              </c:strCache>
            </c:strRef>
          </c:tx>
          <c:spPr>
            <a:ln w="28575" cap="rnd">
              <a:solidFill>
                <a:srgbClr val="C61E1E"/>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Sheet1!$B$14:$O$14</c:f>
              <c:numCache>
                <c:formatCode>General</c:formatCode>
                <c:ptCount val="14"/>
                <c:pt idx="10" formatCode="0.0%">
                  <c:v>8.0231065468549417E-5</c:v>
                </c:pt>
                <c:pt idx="11" formatCode="0.0%">
                  <c:v>2.0539698278914937E-3</c:v>
                </c:pt>
                <c:pt idx="12" formatCode="0.0%">
                  <c:v>6.6598360655737701E-3</c:v>
                </c:pt>
                <c:pt idx="13" formatCode="0.0%">
                  <c:v>1.0275572162540868E-2</c:v>
                </c:pt>
              </c:numCache>
            </c:numRef>
          </c:val>
          <c:smooth val="0"/>
          <c:extLst>
            <c:ext xmlns:c16="http://schemas.microsoft.com/office/drawing/2014/chart" uri="{C3380CC4-5D6E-409C-BE32-E72D297353CC}">
              <c16:uniqueId val="{0000000F-9209-4170-A5AE-3192BF6FBF2B}"/>
            </c:ext>
          </c:extLst>
        </c:ser>
        <c:dLbls>
          <c:showLegendKey val="0"/>
          <c:showVal val="0"/>
          <c:showCatName val="0"/>
          <c:showSerName val="0"/>
          <c:showPercent val="0"/>
          <c:showBubbleSize val="0"/>
        </c:dLbls>
        <c:smooth val="0"/>
        <c:axId val="1250894864"/>
        <c:axId val="1250895944"/>
      </c:lineChart>
      <c:catAx>
        <c:axId val="1250894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5944"/>
        <c:crosses val="autoZero"/>
        <c:auto val="1"/>
        <c:lblAlgn val="ctr"/>
        <c:lblOffset val="100"/>
        <c:noMultiLvlLbl val="0"/>
      </c:catAx>
      <c:valAx>
        <c:axId val="1250895944"/>
        <c:scaling>
          <c:orientation val="minMax"/>
          <c:max val="0.55000000000000004"/>
          <c:min val="0"/>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4864"/>
        <c:crosses val="autoZero"/>
        <c:crossBetween val="between"/>
      </c:valAx>
      <c:spPr>
        <a:solidFill>
          <a:schemeClr val="accent5"/>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prstDash val="dash"/>
    </a:ln>
    <a:effectLst/>
  </c:spPr>
  <c:txPr>
    <a:bodyPr/>
    <a:lstStyle/>
    <a:p>
      <a:pPr>
        <a:defRPr sz="900">
          <a:solidFill>
            <a:schemeClr val="tx1"/>
          </a:solidFill>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87468797232315E-2"/>
          <c:y val="3.3257811330398276E-2"/>
          <c:w val="0.90618956582303234"/>
          <c:h val="0.64116178014515102"/>
        </c:manualLayout>
      </c:layout>
      <c:lineChart>
        <c:grouping val="standard"/>
        <c:varyColors val="0"/>
        <c:ser>
          <c:idx val="0"/>
          <c:order val="0"/>
          <c:tx>
            <c:strRef>
              <c:f>Sheet1!$A$2</c:f>
              <c:strCache>
                <c:ptCount val="1"/>
                <c:pt idx="0">
                  <c:v>*OTHER</c:v>
                </c:pt>
              </c:strCache>
            </c:strRef>
          </c:tx>
          <c:spPr>
            <a:ln w="28575" cap="rnd">
              <a:solidFill>
                <a:schemeClr val="accent6">
                  <a:lumMod val="85000"/>
                </a:schemeClr>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Sheet1!$B$2:$O$2</c:f>
              <c:numCache>
                <c:formatCode>0.0%</c:formatCode>
                <c:ptCount val="14"/>
                <c:pt idx="0">
                  <c:v>5.6998556998557E-2</c:v>
                </c:pt>
                <c:pt idx="1">
                  <c:v>5.711282410651717E-2</c:v>
                </c:pt>
                <c:pt idx="2">
                  <c:v>5.3299867119444858E-2</c:v>
                </c:pt>
                <c:pt idx="3">
                  <c:v>5.0717703349282293E-2</c:v>
                </c:pt>
                <c:pt idx="4">
                  <c:v>5.3834586466165416E-2</c:v>
                </c:pt>
                <c:pt idx="5">
                  <c:v>4.5771916214119475E-2</c:v>
                </c:pt>
                <c:pt idx="6">
                  <c:v>3.7377719375091253E-2</c:v>
                </c:pt>
                <c:pt idx="7">
                  <c:v>3.2108092401569081E-2</c:v>
                </c:pt>
                <c:pt idx="8">
                  <c:v>2.9450433867998949E-2</c:v>
                </c:pt>
                <c:pt idx="9">
                  <c:v>2.1273885350318471E-2</c:v>
                </c:pt>
                <c:pt idx="10">
                  <c:v>1.5991343032343393E-2</c:v>
                </c:pt>
                <c:pt idx="11">
                  <c:v>1.4106237601939608E-2</c:v>
                </c:pt>
                <c:pt idx="12">
                  <c:v>9.030002912904166E-3</c:v>
                </c:pt>
                <c:pt idx="13">
                  <c:v>9.6125260132791605E-3</c:v>
                </c:pt>
              </c:numCache>
            </c:numRef>
          </c:val>
          <c:smooth val="0"/>
          <c:extLst>
            <c:ext xmlns:c16="http://schemas.microsoft.com/office/drawing/2014/chart" uri="{C3380CC4-5D6E-409C-BE32-E72D297353CC}">
              <c16:uniqueId val="{00000000-D83C-4714-947E-651239FC7C89}"/>
            </c:ext>
          </c:extLst>
        </c:ser>
        <c:ser>
          <c:idx val="1"/>
          <c:order val="1"/>
          <c:tx>
            <c:strRef>
              <c:f>Sheet1!$A$3</c:f>
              <c:strCache>
                <c:ptCount val="1"/>
                <c:pt idx="0">
                  <c:v>INFL-BIOSIM</c:v>
                </c:pt>
              </c:strCache>
            </c:strRef>
          </c:tx>
          <c:spPr>
            <a:ln w="28575" cap="rnd">
              <a:solidFill>
                <a:srgbClr val="0070C0"/>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Sheet1!$B$3:$O$3</c:f>
              <c:numCache>
                <c:formatCode>0.0%</c:formatCode>
                <c:ptCount val="14"/>
                <c:pt idx="0">
                  <c:v>0.13690476190476192</c:v>
                </c:pt>
                <c:pt idx="1">
                  <c:v>7.3756131744919406E-2</c:v>
                </c:pt>
                <c:pt idx="2">
                  <c:v>7.8842462719622031E-2</c:v>
                </c:pt>
                <c:pt idx="3">
                  <c:v>4.912280701754386E-2</c:v>
                </c:pt>
                <c:pt idx="4">
                  <c:v>7.2781954887218045E-2</c:v>
                </c:pt>
                <c:pt idx="5">
                  <c:v>7.9131109387121798E-2</c:v>
                </c:pt>
                <c:pt idx="6">
                  <c:v>4.5846108921010369E-2</c:v>
                </c:pt>
                <c:pt idx="7">
                  <c:v>6.8138892924596836E-2</c:v>
                </c:pt>
                <c:pt idx="8">
                  <c:v>4.3255324743623452E-2</c:v>
                </c:pt>
                <c:pt idx="9">
                  <c:v>5.146496815286624E-2</c:v>
                </c:pt>
                <c:pt idx="10">
                  <c:v>5.8434531682096912E-2</c:v>
                </c:pt>
                <c:pt idx="11">
                  <c:v>8.7061935199471016E-2</c:v>
                </c:pt>
                <c:pt idx="12">
                  <c:v>5.3791630255364598E-2</c:v>
                </c:pt>
                <c:pt idx="13">
                  <c:v>3.8945595084728966E-2</c:v>
                </c:pt>
              </c:numCache>
            </c:numRef>
          </c:val>
          <c:smooth val="0"/>
          <c:extLst>
            <c:ext xmlns:c16="http://schemas.microsoft.com/office/drawing/2014/chart" uri="{C3380CC4-5D6E-409C-BE32-E72D297353CC}">
              <c16:uniqueId val="{00000001-D83C-4714-947E-651239FC7C89}"/>
            </c:ext>
          </c:extLst>
        </c:ser>
        <c:ser>
          <c:idx val="2"/>
          <c:order val="2"/>
          <c:tx>
            <c:strRef>
              <c:f>Sheet1!$A$4</c:f>
              <c:strCache>
                <c:ptCount val="1"/>
                <c:pt idx="0">
                  <c:v>REMICADE</c:v>
                </c:pt>
              </c:strCache>
            </c:strRef>
          </c:tx>
          <c:spPr>
            <a:ln w="28575" cap="rnd">
              <a:solidFill>
                <a:srgbClr val="0070C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Sheet1!$B$4:$O$4</c:f>
              <c:numCache>
                <c:formatCode>0.0%</c:formatCode>
                <c:ptCount val="14"/>
                <c:pt idx="0">
                  <c:v>7.0346320346320351E-2</c:v>
                </c:pt>
                <c:pt idx="1">
                  <c:v>7.0953048353188511E-2</c:v>
                </c:pt>
                <c:pt idx="2">
                  <c:v>5.6548058467444262E-2</c:v>
                </c:pt>
                <c:pt idx="3">
                  <c:v>6.4274322169059012E-2</c:v>
                </c:pt>
                <c:pt idx="4">
                  <c:v>7.7293233082706761E-2</c:v>
                </c:pt>
                <c:pt idx="5">
                  <c:v>8.9837083010085333E-2</c:v>
                </c:pt>
                <c:pt idx="6">
                  <c:v>5.8402686523580084E-2</c:v>
                </c:pt>
                <c:pt idx="7">
                  <c:v>6.8429463896556728E-2</c:v>
                </c:pt>
                <c:pt idx="8">
                  <c:v>7.3231659216408104E-2</c:v>
                </c:pt>
                <c:pt idx="9">
                  <c:v>3.0063694267515925E-2</c:v>
                </c:pt>
                <c:pt idx="10">
                  <c:v>3.9557532764217869E-2</c:v>
                </c:pt>
                <c:pt idx="11">
                  <c:v>4.5073837337447652E-2</c:v>
                </c:pt>
                <c:pt idx="12">
                  <c:v>3.6993882901252551E-2</c:v>
                </c:pt>
                <c:pt idx="13">
                  <c:v>3.646813992666733E-2</c:v>
                </c:pt>
              </c:numCache>
            </c:numRef>
          </c:val>
          <c:smooth val="0"/>
          <c:extLst>
            <c:ext xmlns:c16="http://schemas.microsoft.com/office/drawing/2014/chart" uri="{C3380CC4-5D6E-409C-BE32-E72D297353CC}">
              <c16:uniqueId val="{00000002-D83C-4714-947E-651239FC7C89}"/>
            </c:ext>
          </c:extLst>
        </c:ser>
        <c:ser>
          <c:idx val="3"/>
          <c:order val="3"/>
          <c:tx>
            <c:strRef>
              <c:f>Sheet1!$A$5</c:f>
              <c:strCache>
                <c:ptCount val="1"/>
                <c:pt idx="0">
                  <c:v>ENTYVIO</c:v>
                </c:pt>
              </c:strCache>
            </c:strRef>
          </c:tx>
          <c:spPr>
            <a:ln w="28575" cap="rnd">
              <a:solidFill>
                <a:srgbClr val="9F1897"/>
              </a:solidFill>
              <a:round/>
            </a:ln>
            <a:effectLst/>
          </c:spPr>
          <c:marker>
            <c:symbol val="none"/>
          </c:marker>
          <c:dLbls>
            <c:dLbl>
              <c:idx val="13"/>
              <c:layout>
                <c:manualLayout>
                  <c:x val="0"/>
                  <c:y val="2.422044033523378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83C-4714-947E-651239FC7C89}"/>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Sheet1!$B$5:$O$5</c:f>
              <c:numCache>
                <c:formatCode>0.0%</c:formatCode>
                <c:ptCount val="14"/>
                <c:pt idx="0">
                  <c:v>0.20238095238095238</c:v>
                </c:pt>
                <c:pt idx="1">
                  <c:v>0.20129642606867554</c:v>
                </c:pt>
                <c:pt idx="2">
                  <c:v>0.19813967222796397</c:v>
                </c:pt>
                <c:pt idx="3">
                  <c:v>0.20462519936204146</c:v>
                </c:pt>
                <c:pt idx="4">
                  <c:v>0.1681203007518797</c:v>
                </c:pt>
                <c:pt idx="5">
                  <c:v>0.16679596586501164</c:v>
                </c:pt>
                <c:pt idx="6">
                  <c:v>0.21302379909475835</c:v>
                </c:pt>
                <c:pt idx="7">
                  <c:v>0.19410140926921401</c:v>
                </c:pt>
                <c:pt idx="8">
                  <c:v>0.18445963712858271</c:v>
                </c:pt>
                <c:pt idx="9">
                  <c:v>0.13528662420382165</c:v>
                </c:pt>
                <c:pt idx="10">
                  <c:v>0.11602741373091259</c:v>
                </c:pt>
                <c:pt idx="11">
                  <c:v>0.10932334141503196</c:v>
                </c:pt>
                <c:pt idx="12">
                  <c:v>7.1269055248082344E-2</c:v>
                </c:pt>
                <c:pt idx="13">
                  <c:v>0.10385492022594391</c:v>
                </c:pt>
              </c:numCache>
            </c:numRef>
          </c:val>
          <c:smooth val="0"/>
          <c:extLst>
            <c:ext xmlns:c16="http://schemas.microsoft.com/office/drawing/2014/chart" uri="{C3380CC4-5D6E-409C-BE32-E72D297353CC}">
              <c16:uniqueId val="{00000004-D83C-4714-947E-651239FC7C89}"/>
            </c:ext>
          </c:extLst>
        </c:ser>
        <c:ser>
          <c:idx val="4"/>
          <c:order val="4"/>
          <c:tx>
            <c:strRef>
              <c:f>Sheet1!$A$6</c:f>
              <c:strCache>
                <c:ptCount val="1"/>
                <c:pt idx="0">
                  <c:v>STELARA</c:v>
                </c:pt>
              </c:strCache>
            </c:strRef>
          </c:tx>
          <c:spPr>
            <a:ln w="28575" cap="rnd">
              <a:solidFill>
                <a:srgbClr val="FFC00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Sheet1!$B$6:$O$6</c:f>
              <c:numCache>
                <c:formatCode>0.0%</c:formatCode>
                <c:ptCount val="14"/>
                <c:pt idx="0">
                  <c:v>0.34920634920634919</c:v>
                </c:pt>
                <c:pt idx="1">
                  <c:v>0.38034337771548704</c:v>
                </c:pt>
                <c:pt idx="2">
                  <c:v>0.32452384467739553</c:v>
                </c:pt>
                <c:pt idx="3">
                  <c:v>0.34433811802232855</c:v>
                </c:pt>
                <c:pt idx="4">
                  <c:v>0.31368421052631579</c:v>
                </c:pt>
                <c:pt idx="5">
                  <c:v>0.29123351435221101</c:v>
                </c:pt>
                <c:pt idx="6">
                  <c:v>0.31187034603591768</c:v>
                </c:pt>
                <c:pt idx="7">
                  <c:v>0.28316141217492374</c:v>
                </c:pt>
                <c:pt idx="8">
                  <c:v>0.18314488561661846</c:v>
                </c:pt>
                <c:pt idx="9">
                  <c:v>0.13732484076433121</c:v>
                </c:pt>
                <c:pt idx="10">
                  <c:v>0.13598653360586749</c:v>
                </c:pt>
                <c:pt idx="11">
                  <c:v>6.2816839321137311E-2</c:v>
                </c:pt>
                <c:pt idx="12">
                  <c:v>5.1558403728517332E-2</c:v>
                </c:pt>
                <c:pt idx="13">
                  <c:v>4.5287880289366762E-2</c:v>
                </c:pt>
              </c:numCache>
            </c:numRef>
          </c:val>
          <c:smooth val="0"/>
          <c:extLst>
            <c:ext xmlns:c16="http://schemas.microsoft.com/office/drawing/2014/chart" uri="{C3380CC4-5D6E-409C-BE32-E72D297353CC}">
              <c16:uniqueId val="{00000005-D83C-4714-947E-651239FC7C89}"/>
            </c:ext>
          </c:extLst>
        </c:ser>
        <c:ser>
          <c:idx val="5"/>
          <c:order val="5"/>
          <c:tx>
            <c:strRef>
              <c:f>Sheet1!$A$7</c:f>
              <c:strCache>
                <c:ptCount val="1"/>
                <c:pt idx="0">
                  <c:v>RINVOQ</c:v>
                </c:pt>
              </c:strCache>
            </c:strRef>
          </c:tx>
          <c:spPr>
            <a:ln w="28575" cap="rnd">
              <a:solidFill>
                <a:srgbClr val="00B0F0"/>
              </a:solidFill>
              <a:round/>
            </a:ln>
            <a:effectLst/>
          </c:spPr>
          <c:marker>
            <c:symbol val="none"/>
          </c:marker>
          <c:dLbls>
            <c:dLbl>
              <c:idx val="13"/>
              <c:layout>
                <c:manualLayout>
                  <c:x val="0"/>
                  <c:y val="-3.63306605028507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83C-4714-947E-651239FC7C89}"/>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Sheet1!$B$7:$O$7</c:f>
              <c:numCache>
                <c:formatCode>0.0%</c:formatCode>
                <c:ptCount val="14"/>
                <c:pt idx="0">
                  <c:v>0.14321789321789322</c:v>
                </c:pt>
                <c:pt idx="1">
                  <c:v>0.16082690960056062</c:v>
                </c:pt>
                <c:pt idx="2">
                  <c:v>0.25409715045031744</c:v>
                </c:pt>
                <c:pt idx="3">
                  <c:v>0.23955342902711324</c:v>
                </c:pt>
                <c:pt idx="4">
                  <c:v>0.25789473684210529</c:v>
                </c:pt>
                <c:pt idx="5">
                  <c:v>0.26982156710628397</c:v>
                </c:pt>
                <c:pt idx="6">
                  <c:v>0.26091400204409404</c:v>
                </c:pt>
                <c:pt idx="7">
                  <c:v>0.25918930698823189</c:v>
                </c:pt>
                <c:pt idx="8">
                  <c:v>0.22876676308177754</c:v>
                </c:pt>
                <c:pt idx="9">
                  <c:v>0.21694267515923568</c:v>
                </c:pt>
                <c:pt idx="10">
                  <c:v>0.2040399182397499</c:v>
                </c:pt>
                <c:pt idx="11">
                  <c:v>0.17754022481816178</c:v>
                </c:pt>
                <c:pt idx="12">
                  <c:v>0.15710263132342947</c:v>
                </c:pt>
                <c:pt idx="13">
                  <c:v>0.14716083638886135</c:v>
                </c:pt>
              </c:numCache>
            </c:numRef>
          </c:val>
          <c:smooth val="0"/>
          <c:extLst>
            <c:ext xmlns:c16="http://schemas.microsoft.com/office/drawing/2014/chart" uri="{C3380CC4-5D6E-409C-BE32-E72D297353CC}">
              <c16:uniqueId val="{00000007-D83C-4714-947E-651239FC7C89}"/>
            </c:ext>
          </c:extLst>
        </c:ser>
        <c:ser>
          <c:idx val="6"/>
          <c:order val="6"/>
          <c:tx>
            <c:strRef>
              <c:f>Sheet1!$A$8</c:f>
              <c:strCache>
                <c:ptCount val="1"/>
                <c:pt idx="0">
                  <c:v>SKYRIZI</c:v>
                </c:pt>
              </c:strCache>
            </c:strRef>
          </c:tx>
          <c:spPr>
            <a:ln w="28575" cap="rnd">
              <a:solidFill>
                <a:srgbClr val="FF0000"/>
              </a:solidFill>
              <a:round/>
            </a:ln>
            <a:effectLst/>
          </c:spPr>
          <c:marker>
            <c:symbol val="none"/>
          </c:marker>
          <c:dLbls>
            <c:dLbl>
              <c:idx val="13"/>
              <c:layout>
                <c:manualLayout>
                  <c:x val="0"/>
                  <c:y val="-7.266132100570137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D83C-4714-947E-651239FC7C89}"/>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Sheet1!$B$8:$O$8</c:f>
              <c:numCache>
                <c:formatCode>0.0%</c:formatCode>
                <c:ptCount val="14"/>
                <c:pt idx="1">
                  <c:v>2.1198318149964961E-2</c:v>
                </c:pt>
                <c:pt idx="2">
                  <c:v>2.8052561641813082E-3</c:v>
                </c:pt>
                <c:pt idx="3">
                  <c:v>1.164274322169059E-2</c:v>
                </c:pt>
                <c:pt idx="4">
                  <c:v>2.0451127819548873E-2</c:v>
                </c:pt>
                <c:pt idx="5">
                  <c:v>1.9394879751745538E-2</c:v>
                </c:pt>
                <c:pt idx="6">
                  <c:v>2.3799094758358886E-2</c:v>
                </c:pt>
                <c:pt idx="7">
                  <c:v>1.9758826093273282E-2</c:v>
                </c:pt>
                <c:pt idx="8">
                  <c:v>0.17078622140415461</c:v>
                </c:pt>
                <c:pt idx="9">
                  <c:v>0.30560509554140125</c:v>
                </c:pt>
                <c:pt idx="10">
                  <c:v>0.2849585186966454</c:v>
                </c:pt>
                <c:pt idx="11">
                  <c:v>0.31121886709279262</c:v>
                </c:pt>
                <c:pt idx="12">
                  <c:v>0.39159141664239244</c:v>
                </c:pt>
                <c:pt idx="13">
                  <c:v>0.35685264096719849</c:v>
                </c:pt>
              </c:numCache>
            </c:numRef>
          </c:val>
          <c:smooth val="0"/>
          <c:extLst>
            <c:ext xmlns:c16="http://schemas.microsoft.com/office/drawing/2014/chart" uri="{C3380CC4-5D6E-409C-BE32-E72D297353CC}">
              <c16:uniqueId val="{00000009-D83C-4714-947E-651239FC7C89}"/>
            </c:ext>
          </c:extLst>
        </c:ser>
        <c:ser>
          <c:idx val="7"/>
          <c:order val="7"/>
          <c:tx>
            <c:strRef>
              <c:f>Sheet1!$A$9</c:f>
              <c:strCache>
                <c:ptCount val="1"/>
                <c:pt idx="0">
                  <c:v>HUMIRA-BIOSIM</c:v>
                </c:pt>
              </c:strCache>
            </c:strRef>
          </c:tx>
          <c:spPr>
            <a:ln w="28575" cap="rnd">
              <a:solidFill>
                <a:srgbClr val="FFD129"/>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Sheet1!$B$9:$O$9</c:f>
              <c:numCache>
                <c:formatCode>General</c:formatCode>
                <c:ptCount val="14"/>
                <c:pt idx="3" formatCode="0.0%">
                  <c:v>6.3795853269537478E-4</c:v>
                </c:pt>
                <c:pt idx="4" formatCode="0.0%">
                  <c:v>4.5112781954887219E-4</c:v>
                </c:pt>
                <c:pt idx="5" formatCode="0.0%">
                  <c:v>9.3095422808378591E-4</c:v>
                </c:pt>
                <c:pt idx="6" formatCode="0.0%">
                  <c:v>1.7520805957074025E-3</c:v>
                </c:pt>
                <c:pt idx="7" formatCode="0.0%">
                  <c:v>9.1529856167368879E-3</c:v>
                </c:pt>
                <c:pt idx="8" formatCode="0.0%">
                  <c:v>6.7052327110176174E-3</c:v>
                </c:pt>
                <c:pt idx="9" formatCode="0.0%">
                  <c:v>1.019108280254777E-2</c:v>
                </c:pt>
                <c:pt idx="10" formatCode="0.0%">
                  <c:v>6.0117830948659369E-3</c:v>
                </c:pt>
                <c:pt idx="11" formatCode="0.0%">
                  <c:v>6.722503857174344E-3</c:v>
                </c:pt>
                <c:pt idx="12" formatCode="0.0%">
                  <c:v>5.2432274978153216E-3</c:v>
                </c:pt>
                <c:pt idx="13" formatCode="0.0%">
                  <c:v>4.6576156971558811E-3</c:v>
                </c:pt>
              </c:numCache>
            </c:numRef>
          </c:val>
          <c:smooth val="0"/>
          <c:extLst>
            <c:ext xmlns:c16="http://schemas.microsoft.com/office/drawing/2014/chart" uri="{C3380CC4-5D6E-409C-BE32-E72D297353CC}">
              <c16:uniqueId val="{0000000A-D83C-4714-947E-651239FC7C89}"/>
            </c:ext>
          </c:extLst>
        </c:ser>
        <c:ser>
          <c:idx val="8"/>
          <c:order val="8"/>
          <c:tx>
            <c:strRef>
              <c:f>Sheet1!$A$10</c:f>
              <c:strCache>
                <c:ptCount val="1"/>
                <c:pt idx="0">
                  <c:v>HUMIRA</c:v>
                </c:pt>
              </c:strCache>
            </c:strRef>
          </c:tx>
          <c:spPr>
            <a:ln w="28575" cap="rnd">
              <a:solidFill>
                <a:srgbClr val="D921D0"/>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Sheet1!$B$10:$O$10</c:f>
              <c:numCache>
                <c:formatCode>0.0%</c:formatCode>
                <c:ptCount val="14"/>
                <c:pt idx="0">
                  <c:v>4.0223665223665224E-2</c:v>
                </c:pt>
                <c:pt idx="1">
                  <c:v>3.381219341275403E-2</c:v>
                </c:pt>
                <c:pt idx="2">
                  <c:v>3.1448398051085194E-2</c:v>
                </c:pt>
                <c:pt idx="3">
                  <c:v>3.4609250398724083E-2</c:v>
                </c:pt>
                <c:pt idx="4">
                  <c:v>3.5187969924812032E-2</c:v>
                </c:pt>
                <c:pt idx="5">
                  <c:v>3.5996896819239718E-2</c:v>
                </c:pt>
                <c:pt idx="6">
                  <c:v>3.1245437290115346E-2</c:v>
                </c:pt>
                <c:pt idx="7">
                  <c:v>2.3245677756792097E-2</c:v>
                </c:pt>
                <c:pt idx="8">
                  <c:v>2.3402576912963449E-2</c:v>
                </c:pt>
                <c:pt idx="9">
                  <c:v>1.6050955414012739E-2</c:v>
                </c:pt>
                <c:pt idx="10">
                  <c:v>8.8974389804015869E-3</c:v>
                </c:pt>
                <c:pt idx="11">
                  <c:v>7.1633237822349575E-3</c:v>
                </c:pt>
                <c:pt idx="12">
                  <c:v>7.2822604136323918E-3</c:v>
                </c:pt>
                <c:pt idx="13">
                  <c:v>5.3513031414131407E-3</c:v>
                </c:pt>
              </c:numCache>
            </c:numRef>
          </c:val>
          <c:smooth val="0"/>
          <c:extLst>
            <c:ext xmlns:c16="http://schemas.microsoft.com/office/drawing/2014/chart" uri="{C3380CC4-5D6E-409C-BE32-E72D297353CC}">
              <c16:uniqueId val="{0000000B-D83C-4714-947E-651239FC7C89}"/>
            </c:ext>
          </c:extLst>
        </c:ser>
        <c:ser>
          <c:idx val="9"/>
          <c:order val="9"/>
          <c:tx>
            <c:strRef>
              <c:f>Sheet1!$A$11</c:f>
              <c:strCache>
                <c:ptCount val="1"/>
                <c:pt idx="0">
                  <c:v>OMVOH</c:v>
                </c:pt>
              </c:strCache>
            </c:strRef>
          </c:tx>
          <c:spPr>
            <a:ln w="28575" cap="rnd">
              <a:solidFill>
                <a:srgbClr val="CC32AF"/>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Sheet1!$B$11:$O$11</c:f>
              <c:numCache>
                <c:formatCode>General</c:formatCode>
                <c:ptCount val="14"/>
                <c:pt idx="5" formatCode="0.0%">
                  <c:v>3.103180760279286E-4</c:v>
                </c:pt>
                <c:pt idx="6" formatCode="0.0%">
                  <c:v>1.3140604467805518E-2</c:v>
                </c:pt>
                <c:pt idx="7" formatCode="0.0%">
                  <c:v>3.690251343890745E-2</c:v>
                </c:pt>
                <c:pt idx="8" formatCode="0.0%">
                  <c:v>5.2327110176176701E-2</c:v>
                </c:pt>
                <c:pt idx="9" formatCode="0.0%">
                  <c:v>3.4012738853503185E-2</c:v>
                </c:pt>
                <c:pt idx="10" formatCode="0.0%">
                  <c:v>9.8593242755801377E-3</c:v>
                </c:pt>
                <c:pt idx="11" formatCode="0.0%">
                  <c:v>1.9506281683932113E-2</c:v>
                </c:pt>
                <c:pt idx="12" formatCode="0.0%">
                  <c:v>2.0972909991261286E-2</c:v>
                </c:pt>
                <c:pt idx="13" formatCode="0.0%">
                  <c:v>2.368447131106927E-2</c:v>
                </c:pt>
              </c:numCache>
            </c:numRef>
          </c:val>
          <c:smooth val="0"/>
          <c:extLst>
            <c:ext xmlns:c16="http://schemas.microsoft.com/office/drawing/2014/chart" uri="{C3380CC4-5D6E-409C-BE32-E72D297353CC}">
              <c16:uniqueId val="{0000000C-D83C-4714-947E-651239FC7C89}"/>
            </c:ext>
          </c:extLst>
        </c:ser>
        <c:ser>
          <c:idx val="10"/>
          <c:order val="10"/>
          <c:tx>
            <c:strRef>
              <c:f>Sheet1!$A$12</c:f>
              <c:strCache>
                <c:ptCount val="1"/>
                <c:pt idx="0">
                  <c:v>VELSIPITY</c:v>
                </c:pt>
              </c:strCache>
            </c:strRef>
          </c:tx>
          <c:spPr>
            <a:ln w="28575" cap="rnd">
              <a:solidFill>
                <a:srgbClr val="B1156E"/>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Sheet1!$B$12:$O$12</c:f>
              <c:numCache>
                <c:formatCode>General</c:formatCode>
                <c:ptCount val="14"/>
                <c:pt idx="5" formatCode="0.0%">
                  <c:v>3.103180760279286E-4</c:v>
                </c:pt>
                <c:pt idx="6" formatCode="0.0%">
                  <c:v>2.3361074609432033E-3</c:v>
                </c:pt>
                <c:pt idx="7" formatCode="0.0%">
                  <c:v>5.3755629812581723E-3</c:v>
                </c:pt>
                <c:pt idx="8" formatCode="0.0%">
                  <c:v>4.0757296870891401E-3</c:v>
                </c:pt>
                <c:pt idx="9" formatCode="0.0%">
                  <c:v>4.4585987261146496E-3</c:v>
                </c:pt>
                <c:pt idx="10" formatCode="0.0%">
                  <c:v>9.0176746422989066E-3</c:v>
                </c:pt>
                <c:pt idx="11" formatCode="0.0%">
                  <c:v>9.6980383513334805E-3</c:v>
                </c:pt>
                <c:pt idx="12" formatCode="0.0%">
                  <c:v>8.2532284687833763E-3</c:v>
                </c:pt>
                <c:pt idx="13" formatCode="0.0%">
                  <c:v>6.3422852046377959E-3</c:v>
                </c:pt>
              </c:numCache>
            </c:numRef>
          </c:val>
          <c:smooth val="0"/>
          <c:extLst>
            <c:ext xmlns:c16="http://schemas.microsoft.com/office/drawing/2014/chart" uri="{C3380CC4-5D6E-409C-BE32-E72D297353CC}">
              <c16:uniqueId val="{0000000D-D83C-4714-947E-651239FC7C89}"/>
            </c:ext>
          </c:extLst>
        </c:ser>
        <c:ser>
          <c:idx val="11"/>
          <c:order val="11"/>
          <c:tx>
            <c:strRef>
              <c:f>Sheet1!$A$13</c:f>
              <c:strCache>
                <c:ptCount val="1"/>
                <c:pt idx="0">
                  <c:v>ZYMFENTRA</c:v>
                </c:pt>
              </c:strCache>
            </c:strRef>
          </c:tx>
          <c:spPr>
            <a:ln w="28575" cap="rnd">
              <a:solidFill>
                <a:srgbClr val="FFC80A"/>
              </a:solidFill>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Sheet1!$B$13:$O$13</c:f>
              <c:numCache>
                <c:formatCode>General</c:formatCode>
                <c:ptCount val="14"/>
                <c:pt idx="7" formatCode="0.0%">
                  <c:v>2.9057097195990121E-4</c:v>
                </c:pt>
                <c:pt idx="8" formatCode="0.0%">
                  <c:v>3.9442545358927162E-4</c:v>
                </c:pt>
                <c:pt idx="9" formatCode="0.0%">
                  <c:v>3.8216560509554139E-4</c:v>
                </c:pt>
                <c:pt idx="10" formatCode="0.0%">
                  <c:v>9.6188529517855E-4</c:v>
                </c:pt>
                <c:pt idx="11" formatCode="0.0%">
                  <c:v>8.8163985012122551E-4</c:v>
                </c:pt>
                <c:pt idx="12" formatCode="0.0%">
                  <c:v>2.9129041654529564E-4</c:v>
                </c:pt>
                <c:pt idx="13" formatCode="0.0%">
                  <c:v>8.9188385690219005E-4</c:v>
                </c:pt>
              </c:numCache>
            </c:numRef>
          </c:val>
          <c:smooth val="0"/>
          <c:extLst>
            <c:ext xmlns:c16="http://schemas.microsoft.com/office/drawing/2014/chart" uri="{C3380CC4-5D6E-409C-BE32-E72D297353CC}">
              <c16:uniqueId val="{0000000E-D83C-4714-947E-651239FC7C89}"/>
            </c:ext>
          </c:extLst>
        </c:ser>
        <c:ser>
          <c:idx val="12"/>
          <c:order val="12"/>
          <c:tx>
            <c:strRef>
              <c:f>Sheet1!$A$14</c:f>
              <c:strCache>
                <c:ptCount val="1"/>
                <c:pt idx="0">
                  <c:v>TREMFYA</c:v>
                </c:pt>
              </c:strCache>
            </c:strRef>
          </c:tx>
          <c:spPr>
            <a:ln w="28575" cap="rnd">
              <a:solidFill>
                <a:srgbClr val="00B050"/>
              </a:solidFill>
              <a:round/>
            </a:ln>
            <a:effectLst/>
          </c:spPr>
          <c:marker>
            <c:symbol val="none"/>
          </c:marker>
          <c:dLbls>
            <c:dLbl>
              <c:idx val="13"/>
              <c:layout>
                <c:manualLayout>
                  <c:x val="0"/>
                  <c:y val="-8.47715411733182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D83C-4714-947E-651239FC7C89}"/>
                </c:ext>
              </c:extLst>
            </c:dLbl>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Sheet1!$B$14:$O$14</c:f>
              <c:numCache>
                <c:formatCode>0.0%</c:formatCode>
                <c:ptCount val="14"/>
                <c:pt idx="0">
                  <c:v>7.215007215007215E-4</c:v>
                </c:pt>
                <c:pt idx="1">
                  <c:v>7.0077084793272596E-4</c:v>
                </c:pt>
                <c:pt idx="2">
                  <c:v>2.9529012254540088E-4</c:v>
                </c:pt>
                <c:pt idx="3">
                  <c:v>4.7846889952153111E-4</c:v>
                </c:pt>
                <c:pt idx="4">
                  <c:v>3.0075187969924811E-4</c:v>
                </c:pt>
                <c:pt idx="5">
                  <c:v>4.6547711404189296E-4</c:v>
                </c:pt>
                <c:pt idx="6">
                  <c:v>2.9201343261790042E-4</c:v>
                </c:pt>
                <c:pt idx="7">
                  <c:v>1.4528548597995061E-4</c:v>
                </c:pt>
                <c:pt idx="9">
                  <c:v>3.6942675159235668E-2</c:v>
                </c:pt>
                <c:pt idx="10">
                  <c:v>0.11025610195984129</c:v>
                </c:pt>
                <c:pt idx="11">
                  <c:v>0.14701344500771435</c:v>
                </c:pt>
                <c:pt idx="12">
                  <c:v>0.18011457423050781</c:v>
                </c:pt>
                <c:pt idx="13">
                  <c:v>0.21335843821226835</c:v>
                </c:pt>
              </c:numCache>
            </c:numRef>
          </c:val>
          <c:smooth val="0"/>
          <c:extLst>
            <c:ext xmlns:c16="http://schemas.microsoft.com/office/drawing/2014/chart" uri="{C3380CC4-5D6E-409C-BE32-E72D297353CC}">
              <c16:uniqueId val="{00000010-D83C-4714-947E-651239FC7C89}"/>
            </c:ext>
          </c:extLst>
        </c:ser>
        <c:ser>
          <c:idx val="13"/>
          <c:order val="13"/>
          <c:tx>
            <c:strRef>
              <c:f>Sheet1!$A$15</c:f>
              <c:strCache>
                <c:ptCount val="1"/>
                <c:pt idx="0">
                  <c:v>STELARA-BIOSIM</c:v>
                </c:pt>
              </c:strCache>
            </c:strRef>
          </c:tx>
          <c:spPr>
            <a:ln w="28575" cap="rnd">
              <a:solidFill>
                <a:srgbClr val="FFC000"/>
              </a:solidFill>
              <a:prstDash val="dash"/>
              <a:round/>
            </a:ln>
            <a:effectLst/>
          </c:spPr>
          <c:marker>
            <c:symbol val="none"/>
          </c:marker>
          <c:cat>
            <c:strRef>
              <c:f>Sheet1!$B$1:$O$1</c:f>
              <c:strCache>
                <c:ptCount val="14"/>
                <c:pt idx="0">
                  <c:v>2022Q3</c:v>
                </c:pt>
                <c:pt idx="1">
                  <c:v>2022Q4</c:v>
                </c:pt>
                <c:pt idx="2">
                  <c:v>2023Q1</c:v>
                </c:pt>
                <c:pt idx="3">
                  <c:v>2023Q2</c:v>
                </c:pt>
                <c:pt idx="4">
                  <c:v>2023Q3</c:v>
                </c:pt>
                <c:pt idx="5">
                  <c:v>2023Q4</c:v>
                </c:pt>
                <c:pt idx="6">
                  <c:v>2024Q1</c:v>
                </c:pt>
                <c:pt idx="7">
                  <c:v>2024Q2</c:v>
                </c:pt>
                <c:pt idx="8">
                  <c:v>2024Q3</c:v>
                </c:pt>
                <c:pt idx="9">
                  <c:v>2024Q4</c:v>
                </c:pt>
                <c:pt idx="10">
                  <c:v>2025Q1</c:v>
                </c:pt>
                <c:pt idx="11">
                  <c:v>2025Q2</c:v>
                </c:pt>
                <c:pt idx="12">
                  <c:v>2025Q3</c:v>
                </c:pt>
                <c:pt idx="13">
                  <c:v>R3M Sep-Nov</c:v>
                </c:pt>
              </c:strCache>
            </c:strRef>
          </c:cat>
          <c:val>
            <c:numRef>
              <c:f>Sheet1!$B$15:$O$15</c:f>
              <c:numCache>
                <c:formatCode>General</c:formatCode>
                <c:ptCount val="14"/>
                <c:pt idx="11" formatCode="0.0%">
                  <c:v>1.8734846815076042E-3</c:v>
                </c:pt>
                <c:pt idx="12" formatCode="0.0%">
                  <c:v>6.505485969511603E-3</c:v>
                </c:pt>
                <c:pt idx="13" formatCode="0.0%">
                  <c:v>7.5314636805073826E-3</c:v>
                </c:pt>
              </c:numCache>
            </c:numRef>
          </c:val>
          <c:smooth val="0"/>
          <c:extLst>
            <c:ext xmlns:c16="http://schemas.microsoft.com/office/drawing/2014/chart" uri="{C3380CC4-5D6E-409C-BE32-E72D297353CC}">
              <c16:uniqueId val="{00000011-D83C-4714-947E-651239FC7C89}"/>
            </c:ext>
          </c:extLst>
        </c:ser>
        <c:dLbls>
          <c:showLegendKey val="0"/>
          <c:showVal val="0"/>
          <c:showCatName val="0"/>
          <c:showSerName val="0"/>
          <c:showPercent val="0"/>
          <c:showBubbleSize val="0"/>
        </c:dLbls>
        <c:smooth val="0"/>
        <c:axId val="1250894864"/>
        <c:axId val="1250895944"/>
      </c:lineChart>
      <c:catAx>
        <c:axId val="12508948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5944"/>
        <c:crosses val="autoZero"/>
        <c:auto val="1"/>
        <c:lblAlgn val="ctr"/>
        <c:lblOffset val="100"/>
        <c:noMultiLvlLbl val="0"/>
      </c:catAx>
      <c:valAx>
        <c:axId val="1250895944"/>
        <c:scaling>
          <c:orientation val="minMax"/>
          <c:max val="0.55000000000000004"/>
          <c:min val="0"/>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250894864"/>
        <c:crosses val="autoZero"/>
        <c:crossBetween val="between"/>
      </c:valAx>
      <c:spPr>
        <a:solidFill>
          <a:schemeClr val="accent5"/>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prstDash val="dash"/>
    </a:ln>
    <a:effectLst/>
  </c:spPr>
  <c:txPr>
    <a:bodyPr/>
    <a:lstStyle/>
    <a:p>
      <a:pPr>
        <a:defRPr sz="900">
          <a:solidFill>
            <a:schemeClr val="tx1"/>
          </a:solidFill>
        </a:defRPr>
      </a:pPr>
      <a:endParaRPr lang="en-US"/>
    </a:p>
  </c:txPr>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l">
              <a:defRPr sz="1400">
                <a:solidFill>
                  <a:schemeClr val="tx1"/>
                </a:solidFill>
              </a:defRPr>
            </a:pPr>
            <a:r>
              <a:rPr lang="en-US" sz="1200" b="1">
                <a:solidFill>
                  <a:schemeClr val="tx1"/>
                </a:solidFill>
              </a:rPr>
              <a:t>% </a:t>
            </a:r>
            <a:r>
              <a:rPr lang="en-US" sz="1200" b="1" u="sng">
                <a:solidFill>
                  <a:schemeClr val="tx1"/>
                </a:solidFill>
              </a:rPr>
              <a:t>New</a:t>
            </a:r>
            <a:r>
              <a:rPr lang="en-US" sz="1200" b="1">
                <a:solidFill>
                  <a:schemeClr val="tx1"/>
                </a:solidFill>
              </a:rPr>
              <a:t> patients</a:t>
            </a:r>
            <a:r>
              <a:rPr lang="en-US" sz="1200" b="1" baseline="0">
                <a:solidFill>
                  <a:schemeClr val="tx1"/>
                </a:solidFill>
              </a:rPr>
              <a:t> currently on Entyvio Pen </a:t>
            </a:r>
            <a:r>
              <a:rPr lang="en-US" sz="1200" b="0" i="1" baseline="0">
                <a:solidFill>
                  <a:schemeClr val="tx1"/>
                </a:solidFill>
              </a:rPr>
              <a:t>(last 30 days)</a:t>
            </a:r>
            <a:endParaRPr lang="en-US" sz="1200" b="1" i="1">
              <a:solidFill>
                <a:schemeClr val="tx1"/>
              </a:solidFill>
            </a:endParaRPr>
          </a:p>
        </c:rich>
      </c:tx>
      <c:layout>
        <c:manualLayout>
          <c:xMode val="edge"/>
          <c:yMode val="edge"/>
          <c:x val="0.23565705128205133"/>
          <c:y val="0"/>
        </c:manualLayout>
      </c:layout>
      <c:overlay val="1"/>
    </c:title>
    <c:autoTitleDeleted val="0"/>
    <c:plotArea>
      <c:layout>
        <c:manualLayout>
          <c:layoutTarget val="inner"/>
          <c:xMode val="edge"/>
          <c:yMode val="edge"/>
          <c:x val="0.22887807144914102"/>
          <c:y val="0.15965700070623703"/>
          <c:w val="0.70402596910963056"/>
          <c:h val="0.57018652035965367"/>
        </c:manualLayout>
      </c:layout>
      <c:barChart>
        <c:barDir val="col"/>
        <c:grouping val="percentStacked"/>
        <c:varyColors val="0"/>
        <c:ser>
          <c:idx val="0"/>
          <c:order val="0"/>
          <c:tx>
            <c:strRef>
              <c:f>Sheet1!$A$2</c:f>
              <c:strCache>
                <c:ptCount val="1"/>
                <c:pt idx="0">
                  <c:v>Entyvio Pen</c:v>
                </c:pt>
              </c:strCache>
            </c:strRef>
          </c:tx>
          <c:spPr>
            <a:solidFill>
              <a:srgbClr val="7030A0"/>
            </a:solidFill>
            <a:ln w="12700">
              <a:noFill/>
              <a:prstDash val="solid"/>
            </a:ln>
          </c:spPr>
          <c:invertIfNegative val="0"/>
          <c:dLbls>
            <c:spPr>
              <a:noFill/>
              <a:ln>
                <a:noFill/>
              </a:ln>
              <a:effectLst/>
            </c:spPr>
            <c:txPr>
              <a:bodyPr wrap="square" lIns="38100" tIns="19050" rIns="38100" bIns="19050" anchor="ctr">
                <a:spAutoFit/>
              </a:bodyPr>
              <a:lstStyle/>
              <a:p>
                <a:pPr>
                  <a:defRPr sz="1200" b="1">
                    <a:solidFill>
                      <a:schemeClr val="bg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Sheet1!$B$1:$F$1</c:f>
              <c:strCache>
                <c:ptCount val="5"/>
                <c:pt idx="0">
                  <c:v>Q4 '23</c:v>
                </c:pt>
                <c:pt idx="1">
                  <c:v>Q1 '24</c:v>
                </c:pt>
                <c:pt idx="2">
                  <c:v>Q2 '24</c:v>
                </c:pt>
                <c:pt idx="3">
                  <c:v>Q3 '24</c:v>
                </c:pt>
                <c:pt idx="4">
                  <c:v>Q4 '25</c:v>
                </c:pt>
              </c:strCache>
            </c:strRef>
          </c:cat>
          <c:val>
            <c:numRef>
              <c:f>Sheet1!$B$2:$F$2</c:f>
              <c:numCache>
                <c:formatCode>0%</c:formatCode>
                <c:ptCount val="5"/>
                <c:pt idx="0">
                  <c:v>0.12687899999999996</c:v>
                </c:pt>
                <c:pt idx="1">
                  <c:v>0.21066699999999999</c:v>
                </c:pt>
                <c:pt idx="2">
                  <c:v>0.217086</c:v>
                </c:pt>
                <c:pt idx="3">
                  <c:v>0.248692</c:v>
                </c:pt>
                <c:pt idx="4">
                  <c:v>0.30886200000000003</c:v>
                </c:pt>
              </c:numCache>
            </c:numRef>
          </c:val>
          <c:extLst>
            <c:ext xmlns:c16="http://schemas.microsoft.com/office/drawing/2014/chart" uri="{C3380CC4-5D6E-409C-BE32-E72D297353CC}">
              <c16:uniqueId val="{00000000-60EE-4816-A5C8-F537CF216729}"/>
            </c:ext>
          </c:extLst>
        </c:ser>
        <c:ser>
          <c:idx val="1"/>
          <c:order val="1"/>
          <c:tx>
            <c:strRef>
              <c:f>Sheet1!$A$3</c:f>
              <c:strCache>
                <c:ptCount val="1"/>
                <c:pt idx="0">
                  <c:v>Entyvio IV</c:v>
                </c:pt>
              </c:strCache>
            </c:strRef>
          </c:tx>
          <c:spPr>
            <a:solidFill>
              <a:srgbClr val="E3D1F1"/>
            </a:solidFill>
            <a:ln w="12700">
              <a:noFill/>
              <a:prstDash val="solid"/>
            </a:ln>
          </c:spPr>
          <c:invertIfNegative val="0"/>
          <c:dPt>
            <c:idx val="0"/>
            <c:invertIfNegative val="0"/>
            <c:bubble3D val="0"/>
            <c:extLst>
              <c:ext xmlns:c16="http://schemas.microsoft.com/office/drawing/2014/chart" uri="{C3380CC4-5D6E-409C-BE32-E72D297353CC}">
                <c16:uniqueId val="{00000001-60EE-4816-A5C8-F537CF216729}"/>
              </c:ext>
            </c:extLst>
          </c:dPt>
          <c:dPt>
            <c:idx val="1"/>
            <c:invertIfNegative val="0"/>
            <c:bubble3D val="0"/>
            <c:extLst>
              <c:ext xmlns:c16="http://schemas.microsoft.com/office/drawing/2014/chart" uri="{C3380CC4-5D6E-409C-BE32-E72D297353CC}">
                <c16:uniqueId val="{00000002-60EE-4816-A5C8-F537CF216729}"/>
              </c:ext>
            </c:extLst>
          </c:dPt>
          <c:cat>
            <c:strRef>
              <c:f>Sheet1!$B$1:$F$1</c:f>
              <c:strCache>
                <c:ptCount val="5"/>
                <c:pt idx="0">
                  <c:v>Q4 '23</c:v>
                </c:pt>
                <c:pt idx="1">
                  <c:v>Q1 '24</c:v>
                </c:pt>
                <c:pt idx="2">
                  <c:v>Q2 '24</c:v>
                </c:pt>
                <c:pt idx="3">
                  <c:v>Q3 '24</c:v>
                </c:pt>
                <c:pt idx="4">
                  <c:v>Q4 '25</c:v>
                </c:pt>
              </c:strCache>
            </c:strRef>
          </c:cat>
          <c:val>
            <c:numRef>
              <c:f>Sheet1!$B$3:$F$3</c:f>
              <c:numCache>
                <c:formatCode>0%</c:formatCode>
                <c:ptCount val="5"/>
                <c:pt idx="0">
                  <c:v>0.87312100000000004</c:v>
                </c:pt>
                <c:pt idx="1">
                  <c:v>0.78933299999999995</c:v>
                </c:pt>
                <c:pt idx="2">
                  <c:v>0.782914</c:v>
                </c:pt>
                <c:pt idx="3">
                  <c:v>0.75130799999999998</c:v>
                </c:pt>
                <c:pt idx="4">
                  <c:v>0.69113800000000003</c:v>
                </c:pt>
              </c:numCache>
            </c:numRef>
          </c:val>
          <c:extLst>
            <c:ext xmlns:c16="http://schemas.microsoft.com/office/drawing/2014/chart" uri="{C3380CC4-5D6E-409C-BE32-E72D297353CC}">
              <c16:uniqueId val="{00000003-60EE-4816-A5C8-F537CF216729}"/>
            </c:ext>
          </c:extLst>
        </c:ser>
        <c:dLbls>
          <c:showLegendKey val="0"/>
          <c:showVal val="0"/>
          <c:showCatName val="0"/>
          <c:showSerName val="0"/>
          <c:showPercent val="0"/>
          <c:showBubbleSize val="0"/>
        </c:dLbls>
        <c:gapWidth val="30"/>
        <c:overlap val="100"/>
        <c:axId val="254443664"/>
        <c:axId val="1"/>
      </c:barChart>
      <c:catAx>
        <c:axId val="254443664"/>
        <c:scaling>
          <c:orientation val="minMax"/>
        </c:scaling>
        <c:delete val="0"/>
        <c:axPos val="b"/>
        <c:numFmt formatCode="General" sourceLinked="1"/>
        <c:majorTickMark val="out"/>
        <c:minorTickMark val="none"/>
        <c:tickLblPos val="nextTo"/>
        <c:txPr>
          <a:bodyPr/>
          <a:lstStyle/>
          <a:p>
            <a:pPr>
              <a:defRPr sz="1200"/>
            </a:pPr>
            <a:endParaRPr lang="en-US"/>
          </a:p>
        </c:txPr>
        <c:crossAx val="1"/>
        <c:crosses val="autoZero"/>
        <c:auto val="1"/>
        <c:lblAlgn val="ctr"/>
        <c:lblOffset val="100"/>
        <c:noMultiLvlLbl val="0"/>
      </c:catAx>
      <c:valAx>
        <c:axId val="1"/>
        <c:scaling>
          <c:orientation val="minMax"/>
          <c:max val="1"/>
        </c:scaling>
        <c:delete val="1"/>
        <c:axPos val="l"/>
        <c:numFmt formatCode="0%" sourceLinked="1"/>
        <c:majorTickMark val="out"/>
        <c:minorTickMark val="none"/>
        <c:tickLblPos val="nextTo"/>
        <c:crossAx val="254443664"/>
        <c:crosses val="autoZero"/>
        <c:crossBetween val="between"/>
      </c:valAx>
      <c:spPr>
        <a:noFill/>
        <a:ln w="25400">
          <a:noFill/>
        </a:ln>
      </c:spPr>
    </c:plotArea>
    <c:plotVisOnly val="1"/>
    <c:dispBlanksAs val="gap"/>
    <c:showDLblsOverMax val="0"/>
  </c:chart>
  <c:spPr>
    <a:noFill/>
    <a:ln>
      <a:noFill/>
    </a:ln>
  </c:spPr>
  <c:txPr>
    <a:bodyPr/>
    <a:lstStyle/>
    <a:p>
      <a:pPr>
        <a:defRPr sz="2075" b="1" i="0" u="none" strike="noStrike" baseline="0">
          <a:solidFill>
            <a:schemeClr val="tx1"/>
          </a:solidFill>
          <a:latin typeface="Calibri"/>
          <a:ea typeface="Calibri"/>
          <a:cs typeface="Calibri"/>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lgn="l">
              <a:defRPr sz="1400" b="1" dirty="0">
                <a:solidFill>
                  <a:schemeClr val="tx1"/>
                </a:solidFill>
              </a:defRPr>
            </a:pPr>
            <a:r>
              <a:rPr lang="en-US" sz="1200"/>
              <a:t>% of New patients who will start on </a:t>
            </a:r>
            <a:r>
              <a:rPr lang="en-US" sz="1200" b="1" baseline="0">
                <a:solidFill>
                  <a:schemeClr val="tx1"/>
                </a:solidFill>
              </a:rPr>
              <a:t>Entyvio Pen </a:t>
            </a:r>
            <a:endParaRPr lang="en-US" sz="1200"/>
          </a:p>
        </c:rich>
      </c:tx>
      <c:layout>
        <c:manualLayout>
          <c:xMode val="edge"/>
          <c:yMode val="edge"/>
          <c:x val="0.25502136752136756"/>
          <c:y val="0"/>
        </c:manualLayout>
      </c:layout>
      <c:overlay val="0"/>
    </c:title>
    <c:autoTitleDeleted val="0"/>
    <c:plotArea>
      <c:layout>
        <c:manualLayout>
          <c:xMode val="edge"/>
          <c:yMode val="edge"/>
          <c:x val="0.22887812100410526"/>
          <c:y val="0.15965717665305093"/>
          <c:w val="0.70402596910963056"/>
          <c:h val="0.74216685003985594"/>
        </c:manualLayout>
      </c:layout>
      <c:barChart>
        <c:barDir val="col"/>
        <c:grouping val="stacked"/>
        <c:varyColors val="0"/>
        <c:ser>
          <c:idx val="0"/>
          <c:order val="0"/>
          <c:tx>
            <c:strRef>
              <c:f>Sheet1!$A$2</c:f>
              <c:strCache>
                <c:ptCount val="1"/>
                <c:pt idx="0">
                  <c:v>Entyvio Pen</c:v>
                </c:pt>
              </c:strCache>
            </c:strRef>
          </c:tx>
          <c:spPr>
            <a:solidFill>
              <a:srgbClr val="7030A0"/>
            </a:solidFill>
            <a:ln w="12700">
              <a:noFill/>
              <a:prstDash val="solid"/>
            </a:ln>
          </c:spPr>
          <c:invertIfNegative val="0"/>
          <c:dLbls>
            <c:spPr>
              <a:noFill/>
              <a:ln>
                <a:noFill/>
              </a:ln>
              <a:effectLst/>
            </c:spPr>
            <c:txPr>
              <a:bodyPr wrap="square" lIns="38100" tIns="19050" rIns="38100" bIns="19050" anchor="ctr">
                <a:spAutoFit/>
              </a:bodyPr>
              <a:lstStyle/>
              <a:p>
                <a:pPr>
                  <a:defRPr sz="1200" b="1">
                    <a:solidFill>
                      <a:schemeClr val="bg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Sheet1!$B$1:$F$1</c:f>
              <c:strCache>
                <c:ptCount val="5"/>
                <c:pt idx="0">
                  <c:v>Q4 '23</c:v>
                </c:pt>
                <c:pt idx="1">
                  <c:v>Q1 '24</c:v>
                </c:pt>
                <c:pt idx="2">
                  <c:v>Q2 '24</c:v>
                </c:pt>
                <c:pt idx="3">
                  <c:v>Q3 '24</c:v>
                </c:pt>
                <c:pt idx="4">
                  <c:v>Q4 '25</c:v>
                </c:pt>
              </c:strCache>
            </c:strRef>
          </c:cat>
          <c:val>
            <c:numRef>
              <c:f>Sheet1!$B$2:$F$2</c:f>
              <c:numCache>
                <c:formatCode>0%</c:formatCode>
                <c:ptCount val="5"/>
                <c:pt idx="0">
                  <c:v>0.45513900000000002</c:v>
                </c:pt>
                <c:pt idx="1">
                  <c:v>0.45034999999999997</c:v>
                </c:pt>
                <c:pt idx="2">
                  <c:v>0.44234499999999999</c:v>
                </c:pt>
                <c:pt idx="3">
                  <c:v>0.42</c:v>
                </c:pt>
                <c:pt idx="4">
                  <c:v>0.43416700000000003</c:v>
                </c:pt>
              </c:numCache>
            </c:numRef>
          </c:val>
          <c:extLst>
            <c:ext xmlns:c16="http://schemas.microsoft.com/office/drawing/2014/chart" uri="{C3380CC4-5D6E-409C-BE32-E72D297353CC}">
              <c16:uniqueId val="{00000000-4BD0-439A-9D81-E1E8114EDEA4}"/>
            </c:ext>
          </c:extLst>
        </c:ser>
        <c:ser>
          <c:idx val="1"/>
          <c:order val="1"/>
          <c:tx>
            <c:strRef>
              <c:f>Sheet1!$A$3</c:f>
              <c:strCache>
                <c:ptCount val="1"/>
                <c:pt idx="0">
                  <c:v>Entyvio IV</c:v>
                </c:pt>
              </c:strCache>
            </c:strRef>
          </c:tx>
          <c:spPr>
            <a:solidFill>
              <a:srgbClr val="E3D1F1"/>
            </a:solidFill>
            <a:ln w="12700">
              <a:noFill/>
              <a:prstDash val="solid"/>
            </a:ln>
          </c:spPr>
          <c:invertIfNegative val="0"/>
          <c:dPt>
            <c:idx val="0"/>
            <c:invertIfNegative val="0"/>
            <c:bubble3D val="0"/>
            <c:extLst>
              <c:ext xmlns:c16="http://schemas.microsoft.com/office/drawing/2014/chart" uri="{C3380CC4-5D6E-409C-BE32-E72D297353CC}">
                <c16:uniqueId val="{00000001-4BD0-439A-9D81-E1E8114EDEA4}"/>
              </c:ext>
            </c:extLst>
          </c:dPt>
          <c:dPt>
            <c:idx val="2"/>
            <c:invertIfNegative val="0"/>
            <c:bubble3D val="0"/>
            <c:extLst>
              <c:ext xmlns:c16="http://schemas.microsoft.com/office/drawing/2014/chart" uri="{C3380CC4-5D6E-409C-BE32-E72D297353CC}">
                <c16:uniqueId val="{00000002-4BD0-439A-9D81-E1E8114EDEA4}"/>
              </c:ext>
            </c:extLst>
          </c:dPt>
          <c:cat>
            <c:strRef>
              <c:f>Sheet1!$B$1:$F$1</c:f>
              <c:strCache>
                <c:ptCount val="5"/>
                <c:pt idx="0">
                  <c:v>Q4 '23</c:v>
                </c:pt>
                <c:pt idx="1">
                  <c:v>Q1 '24</c:v>
                </c:pt>
                <c:pt idx="2">
                  <c:v>Q2 '24</c:v>
                </c:pt>
                <c:pt idx="3">
                  <c:v>Q3 '24</c:v>
                </c:pt>
                <c:pt idx="4">
                  <c:v>Q4 '25</c:v>
                </c:pt>
              </c:strCache>
            </c:strRef>
          </c:cat>
          <c:val>
            <c:numRef>
              <c:f>Sheet1!$B$3:$F$3</c:f>
              <c:numCache>
                <c:formatCode>0%</c:formatCode>
                <c:ptCount val="5"/>
                <c:pt idx="0">
                  <c:v>0.54486100000000004</c:v>
                </c:pt>
                <c:pt idx="1">
                  <c:v>0.54965000000000008</c:v>
                </c:pt>
                <c:pt idx="2">
                  <c:v>0.55765500000000001</c:v>
                </c:pt>
                <c:pt idx="3">
                  <c:v>0.57999999999999996</c:v>
                </c:pt>
                <c:pt idx="4">
                  <c:v>0.56583300000000003</c:v>
                </c:pt>
              </c:numCache>
            </c:numRef>
          </c:val>
          <c:extLst>
            <c:ext xmlns:c16="http://schemas.microsoft.com/office/drawing/2014/chart" uri="{C3380CC4-5D6E-409C-BE32-E72D297353CC}">
              <c16:uniqueId val="{00000003-4BD0-439A-9D81-E1E8114EDEA4}"/>
            </c:ext>
          </c:extLst>
        </c:ser>
        <c:dLbls>
          <c:showLegendKey val="0"/>
          <c:showVal val="0"/>
          <c:showCatName val="0"/>
          <c:showSerName val="0"/>
          <c:showPercent val="0"/>
          <c:showBubbleSize val="0"/>
        </c:dLbls>
        <c:gapWidth val="30"/>
        <c:overlap val="100"/>
        <c:axId val="254443664"/>
        <c:axId val="1"/>
      </c:barChart>
      <c:catAx>
        <c:axId val="254443664"/>
        <c:scaling>
          <c:orientation val="minMax"/>
        </c:scaling>
        <c:delete val="0"/>
        <c:axPos val="b"/>
        <c:numFmt formatCode="General" sourceLinked="1"/>
        <c:majorTickMark val="out"/>
        <c:minorTickMark val="none"/>
        <c:tickLblPos val="nextTo"/>
        <c:spPr>
          <a:ln w="3175">
            <a:noFill/>
            <a:prstDash val="solid"/>
          </a:ln>
        </c:spPr>
        <c:txPr>
          <a:bodyPr rot="0" vert="horz"/>
          <a:lstStyle/>
          <a:p>
            <a:pPr>
              <a:defRPr sz="1200" b="1" i="0" u="none" strike="noStrike" baseline="0">
                <a:solidFill>
                  <a:srgbClr val="34373F"/>
                </a:solidFill>
                <a:latin typeface="Calibri"/>
                <a:ea typeface="Calibri"/>
                <a:cs typeface="Calibri"/>
              </a:defRPr>
            </a:pPr>
            <a:endParaRPr lang="en-US"/>
          </a:p>
        </c:txPr>
        <c:crossAx val="1"/>
        <c:crosses val="autoZero"/>
        <c:auto val="1"/>
        <c:lblAlgn val="ctr"/>
        <c:lblOffset val="100"/>
        <c:tickLblSkip val="1"/>
        <c:tickMarkSkip val="1"/>
        <c:noMultiLvlLbl val="0"/>
      </c:catAx>
      <c:valAx>
        <c:axId val="1"/>
        <c:scaling>
          <c:orientation val="minMax"/>
          <c:max val="1"/>
        </c:scaling>
        <c:delete val="1"/>
        <c:axPos val="l"/>
        <c:numFmt formatCode="0%" sourceLinked="1"/>
        <c:majorTickMark val="out"/>
        <c:minorTickMark val="none"/>
        <c:tickLblPos val="nextTo"/>
        <c:crossAx val="254443664"/>
        <c:crosses val="autoZero"/>
        <c:crossBetween val="between"/>
      </c:valAx>
      <c:spPr>
        <a:noFill/>
        <a:ln w="25400">
          <a:noFill/>
        </a:ln>
      </c:spPr>
    </c:plotArea>
    <c:plotVisOnly val="1"/>
    <c:dispBlanksAs val="gap"/>
    <c:showDLblsOverMax val="0"/>
  </c:chart>
  <c:spPr>
    <a:noFill/>
    <a:ln>
      <a:noFill/>
    </a:ln>
  </c:spPr>
  <c:txPr>
    <a:bodyPr/>
    <a:lstStyle/>
    <a:p>
      <a:pPr>
        <a:defRPr sz="2075" b="1" i="0" u="none" strike="noStrike" baseline="0">
          <a:solidFill>
            <a:schemeClr val="tx1"/>
          </a:solidFill>
          <a:latin typeface="Calibri"/>
          <a:ea typeface="Calibri"/>
          <a:cs typeface="Calibri"/>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2017691137062887E-2"/>
          <c:y val="2.8175768294324954E-2"/>
          <c:w val="0.88259089555695236"/>
          <c:h val="0.82703611307454195"/>
        </c:manualLayout>
      </c:layout>
      <c:barChart>
        <c:barDir val="bar"/>
        <c:grouping val="clustered"/>
        <c:varyColors val="0"/>
        <c:ser>
          <c:idx val="0"/>
          <c:order val="0"/>
          <c:tx>
            <c:strRef>
              <c:f>Sheet1!$B$1</c:f>
              <c:strCache>
                <c:ptCount val="1"/>
                <c:pt idx="0">
                  <c:v>Ease of Access</c:v>
                </c:pt>
              </c:strCache>
            </c:strRef>
          </c:tx>
          <c:spPr>
            <a:solidFill>
              <a:srgbClr val="E34848"/>
            </a:solidFill>
            <a:ln>
              <a:noFill/>
            </a:ln>
            <a:effectLst/>
          </c:spPr>
          <c:invertIfNegative val="0"/>
          <c:dPt>
            <c:idx val="0"/>
            <c:invertIfNegative val="0"/>
            <c:bubble3D val="0"/>
            <c:spPr>
              <a:solidFill>
                <a:srgbClr val="A1A4AC"/>
              </a:solidFill>
              <a:ln>
                <a:noFill/>
              </a:ln>
              <a:effectLst/>
            </c:spPr>
            <c:extLst>
              <c:ext xmlns:c16="http://schemas.microsoft.com/office/drawing/2014/chart" uri="{C3380CC4-5D6E-409C-BE32-E72D297353CC}">
                <c16:uniqueId val="{00000001-AA31-4BAE-B7BD-3D445BE2128F}"/>
              </c:ext>
            </c:extLst>
          </c:dPt>
          <c:dPt>
            <c:idx val="1"/>
            <c:invertIfNegative val="0"/>
            <c:bubble3D val="0"/>
            <c:spPr>
              <a:solidFill>
                <a:srgbClr val="A1A4AC"/>
              </a:solidFill>
              <a:ln>
                <a:noFill/>
              </a:ln>
              <a:effectLst/>
            </c:spPr>
            <c:extLst>
              <c:ext xmlns:c16="http://schemas.microsoft.com/office/drawing/2014/chart" uri="{C3380CC4-5D6E-409C-BE32-E72D297353CC}">
                <c16:uniqueId val="{00000003-AA31-4BAE-B7BD-3D445BE2128F}"/>
              </c:ext>
            </c:extLst>
          </c:dPt>
          <c:dPt>
            <c:idx val="2"/>
            <c:invertIfNegative val="0"/>
            <c:bubble3D val="0"/>
            <c:spPr>
              <a:solidFill>
                <a:srgbClr val="7030A0"/>
              </a:solidFill>
              <a:ln>
                <a:noFill/>
              </a:ln>
              <a:effectLst/>
            </c:spPr>
            <c:extLst>
              <c:ext xmlns:c16="http://schemas.microsoft.com/office/drawing/2014/chart" uri="{C3380CC4-5D6E-409C-BE32-E72D297353CC}">
                <c16:uniqueId val="{00000005-AA31-4BAE-B7BD-3D445BE2128F}"/>
              </c:ext>
            </c:extLst>
          </c:dPt>
          <c:dPt>
            <c:idx val="3"/>
            <c:invertIfNegative val="0"/>
            <c:bubble3D val="0"/>
            <c:spPr>
              <a:solidFill>
                <a:srgbClr val="A1A4AC"/>
              </a:solidFill>
              <a:ln>
                <a:noFill/>
              </a:ln>
              <a:effectLst/>
            </c:spPr>
            <c:extLst>
              <c:ext xmlns:c16="http://schemas.microsoft.com/office/drawing/2014/chart" uri="{C3380CC4-5D6E-409C-BE32-E72D297353CC}">
                <c16:uniqueId val="{00000007-AA31-4BAE-B7BD-3D445BE2128F}"/>
              </c:ext>
            </c:extLst>
          </c:dPt>
          <c:dPt>
            <c:idx val="4"/>
            <c:invertIfNegative val="0"/>
            <c:bubble3D val="0"/>
            <c:spPr>
              <a:solidFill>
                <a:srgbClr val="A1A4AC"/>
              </a:solidFill>
              <a:ln>
                <a:noFill/>
              </a:ln>
              <a:effectLst/>
            </c:spPr>
            <c:extLst>
              <c:ext xmlns:c16="http://schemas.microsoft.com/office/drawing/2014/chart" uri="{C3380CC4-5D6E-409C-BE32-E72D297353CC}">
                <c16:uniqueId val="{00000009-37A3-4081-8AAE-6D9A789B9C78}"/>
              </c:ext>
            </c:extLst>
          </c:dPt>
          <c:dPt>
            <c:idx val="5"/>
            <c:invertIfNegative val="0"/>
            <c:bubble3D val="0"/>
            <c:spPr>
              <a:solidFill>
                <a:srgbClr val="A1A4AC"/>
              </a:solidFill>
              <a:ln>
                <a:noFill/>
              </a:ln>
              <a:effectLst/>
            </c:spPr>
            <c:extLst>
              <c:ext xmlns:c16="http://schemas.microsoft.com/office/drawing/2014/chart" uri="{C3380CC4-5D6E-409C-BE32-E72D297353CC}">
                <c16:uniqueId val="{0000000B-37A3-4081-8AAE-6D9A789B9C78}"/>
              </c:ext>
            </c:extLst>
          </c:dPt>
          <c:dPt>
            <c:idx val="6"/>
            <c:invertIfNegative val="0"/>
            <c:bubble3D val="0"/>
            <c:spPr>
              <a:solidFill>
                <a:srgbClr val="A1A4AC"/>
              </a:solidFill>
              <a:ln>
                <a:noFill/>
              </a:ln>
              <a:effectLst/>
            </c:spPr>
            <c:extLst>
              <c:ext xmlns:c16="http://schemas.microsoft.com/office/drawing/2014/chart" uri="{C3380CC4-5D6E-409C-BE32-E72D297353CC}">
                <c16:uniqueId val="{0000000D-37A3-4081-8AAE-6D9A789B9C78}"/>
              </c:ext>
            </c:extLst>
          </c:dPt>
          <c:dPt>
            <c:idx val="7"/>
            <c:invertIfNegative val="0"/>
            <c:bubble3D val="0"/>
            <c:spPr>
              <a:solidFill>
                <a:srgbClr val="E3D1F1"/>
              </a:solidFill>
              <a:ln>
                <a:noFill/>
              </a:ln>
              <a:effectLst/>
            </c:spPr>
            <c:extLst>
              <c:ext xmlns:c16="http://schemas.microsoft.com/office/drawing/2014/chart" uri="{C3380CC4-5D6E-409C-BE32-E72D297353CC}">
                <c16:uniqueId val="{0000000F-37A3-4081-8AAE-6D9A789B9C78}"/>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34373F"/>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Sheet1!$A$2:$A$9</c:f>
              <c:strCache>
                <c:ptCount val="8"/>
                <c:pt idx="0">
                  <c:v>Velsipity</c:v>
                </c:pt>
                <c:pt idx="1">
                  <c:v>Omvoh</c:v>
                </c:pt>
                <c:pt idx="2">
                  <c:v>Entyvio Pen</c:v>
                </c:pt>
                <c:pt idx="3">
                  <c:v>Tremfya</c:v>
                </c:pt>
                <c:pt idx="4">
                  <c:v>Rinvoq</c:v>
                </c:pt>
                <c:pt idx="5">
                  <c:v>Skyrizi</c:v>
                </c:pt>
                <c:pt idx="6">
                  <c:v>Stelara</c:v>
                </c:pt>
                <c:pt idx="7">
                  <c:v>Entyvio IV</c:v>
                </c:pt>
              </c:strCache>
            </c:strRef>
          </c:cat>
          <c:val>
            <c:numRef>
              <c:f>Sheet1!$B$2:$B$9</c:f>
              <c:numCache>
                <c:formatCode>0%</c:formatCode>
                <c:ptCount val="8"/>
                <c:pt idx="0">
                  <c:v>0.32</c:v>
                </c:pt>
                <c:pt idx="1">
                  <c:v>0.37</c:v>
                </c:pt>
                <c:pt idx="2">
                  <c:v>0.54</c:v>
                </c:pt>
                <c:pt idx="3">
                  <c:v>0.56000000000000005</c:v>
                </c:pt>
                <c:pt idx="4">
                  <c:v>0.63</c:v>
                </c:pt>
                <c:pt idx="5">
                  <c:v>0.64</c:v>
                </c:pt>
                <c:pt idx="6">
                  <c:v>0.72</c:v>
                </c:pt>
                <c:pt idx="7">
                  <c:v>0.85</c:v>
                </c:pt>
              </c:numCache>
            </c:numRef>
          </c:val>
          <c:extLst>
            <c:ext xmlns:c16="http://schemas.microsoft.com/office/drawing/2014/chart" uri="{C3380CC4-5D6E-409C-BE32-E72D297353CC}">
              <c16:uniqueId val="{00000008-AA31-4BAE-B7BD-3D445BE2128F}"/>
            </c:ext>
          </c:extLst>
        </c:ser>
        <c:dLbls>
          <c:showLegendKey val="0"/>
          <c:showVal val="0"/>
          <c:showCatName val="0"/>
          <c:showSerName val="0"/>
          <c:showPercent val="0"/>
          <c:showBubbleSize val="0"/>
        </c:dLbls>
        <c:gapWidth val="150"/>
        <c:axId val="922027088"/>
        <c:axId val="922038128"/>
      </c:barChart>
      <c:catAx>
        <c:axId val="92202708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200" b="1" i="0" u="none" strike="noStrike" kern="1200" baseline="0">
                <a:solidFill>
                  <a:schemeClr val="tx1"/>
                </a:solidFill>
                <a:latin typeface="+mn-lt"/>
                <a:ea typeface="+mn-ea"/>
                <a:cs typeface="+mn-cs"/>
              </a:defRPr>
            </a:pPr>
            <a:endParaRPr lang="en-US"/>
          </a:p>
        </c:txPr>
        <c:crossAx val="922038128"/>
        <c:crosses val="autoZero"/>
        <c:auto val="1"/>
        <c:lblAlgn val="ctr"/>
        <c:lblOffset val="100"/>
        <c:noMultiLvlLbl val="0"/>
      </c:catAx>
      <c:valAx>
        <c:axId val="922038128"/>
        <c:scaling>
          <c:orientation val="minMax"/>
          <c:max val="1"/>
          <c:min val="0"/>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922027088"/>
        <c:crosses val="autoZero"/>
        <c:crossBetween val="between"/>
        <c:majorUnit val="0.5"/>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Entyvio</c:v>
                </c:pt>
              </c:strCache>
            </c:strRef>
          </c:tx>
          <c:spPr>
            <a:ln w="28575" cap="rnd">
              <a:solidFill>
                <a:srgbClr val="7030A0"/>
              </a:solidFill>
              <a:round/>
            </a:ln>
            <a:effectLst/>
          </c:spPr>
          <c:marker>
            <c:symbol val="none"/>
          </c:marker>
          <c:dLbls>
            <c:dLbl>
              <c:idx val="6"/>
              <c:layout>
                <c:manualLayout>
                  <c:x val="-2.3023565116758831E-2"/>
                  <c:y val="-5.6746036548801969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7030A0"/>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FD6-426F-BC54-5495E23727B4}"/>
                </c:ext>
              </c:extLst>
            </c:dLbl>
            <c:dLbl>
              <c:idx val="12"/>
              <c:layout>
                <c:manualLayout>
                  <c:x val="-2.5604317782097097E-2"/>
                  <c:y val="-5.6746036548802073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7030A0"/>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FD6-426F-BC54-5495E23727B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Sheet1!$A$2:$A$14</c:f>
              <c:numCache>
                <c:formatCode>General</c:formatCode>
                <c:ptCount val="13"/>
                <c:pt idx="0">
                  <c:v>1</c:v>
                </c:pt>
                <c:pt idx="1">
                  <c:v>2</c:v>
                </c:pt>
                <c:pt idx="2">
                  <c:v>3</c:v>
                </c:pt>
                <c:pt idx="3">
                  <c:v>4</c:v>
                </c:pt>
                <c:pt idx="4">
                  <c:v>5</c:v>
                </c:pt>
                <c:pt idx="5">
                  <c:v>6</c:v>
                </c:pt>
                <c:pt idx="6">
                  <c:v>7</c:v>
                </c:pt>
                <c:pt idx="7">
                  <c:v>8</c:v>
                </c:pt>
                <c:pt idx="8">
                  <c:v>9</c:v>
                </c:pt>
                <c:pt idx="9">
                  <c:v>10</c:v>
                </c:pt>
                <c:pt idx="10">
                  <c:v>11</c:v>
                </c:pt>
                <c:pt idx="11">
                  <c:v>12</c:v>
                </c:pt>
                <c:pt idx="12">
                  <c:v>13</c:v>
                </c:pt>
              </c:numCache>
            </c:numRef>
          </c:cat>
          <c:val>
            <c:numRef>
              <c:f>Sheet1!$B$2:$B$14</c:f>
              <c:numCache>
                <c:formatCode>0%</c:formatCode>
                <c:ptCount val="13"/>
                <c:pt idx="0">
                  <c:v>1</c:v>
                </c:pt>
                <c:pt idx="1">
                  <c:v>0.92454335875155169</c:v>
                </c:pt>
                <c:pt idx="2">
                  <c:v>0.88384465330732398</c:v>
                </c:pt>
                <c:pt idx="3">
                  <c:v>0.86220961163326826</c:v>
                </c:pt>
                <c:pt idx="4">
                  <c:v>0.79836850505408763</c:v>
                </c:pt>
                <c:pt idx="5">
                  <c:v>0.78524561092392264</c:v>
                </c:pt>
                <c:pt idx="6">
                  <c:v>0.72273452739847488</c:v>
                </c:pt>
                <c:pt idx="7">
                  <c:v>0.70526689129278242</c:v>
                </c:pt>
                <c:pt idx="8">
                  <c:v>0.65605603830466397</c:v>
                </c:pt>
                <c:pt idx="9">
                  <c:v>0.63300230537329316</c:v>
                </c:pt>
                <c:pt idx="10">
                  <c:v>0.60861854938818938</c:v>
                </c:pt>
                <c:pt idx="11">
                  <c:v>0.5852101436424898</c:v>
                </c:pt>
                <c:pt idx="12">
                  <c:v>0.56446178400425606</c:v>
                </c:pt>
              </c:numCache>
            </c:numRef>
          </c:val>
          <c:smooth val="0"/>
          <c:extLst>
            <c:ext xmlns:c16="http://schemas.microsoft.com/office/drawing/2014/chart" uri="{C3380CC4-5D6E-409C-BE32-E72D297353CC}">
              <c16:uniqueId val="{00000000-EFD6-426F-BC54-5495E23727B4}"/>
            </c:ext>
          </c:extLst>
        </c:ser>
        <c:ser>
          <c:idx val="1"/>
          <c:order val="1"/>
          <c:tx>
            <c:strRef>
              <c:f>Sheet1!$C$1</c:f>
              <c:strCache>
                <c:ptCount val="1"/>
                <c:pt idx="0">
                  <c:v>Humada-Bio</c:v>
                </c:pt>
              </c:strCache>
            </c:strRef>
          </c:tx>
          <c:spPr>
            <a:ln w="28575" cap="rnd">
              <a:solidFill>
                <a:schemeClr val="accent1">
                  <a:lumMod val="60000"/>
                  <a:lumOff val="40000"/>
                </a:schemeClr>
              </a:solidFill>
              <a:round/>
            </a:ln>
            <a:effectLst/>
          </c:spPr>
          <c:marker>
            <c:symbol val="none"/>
          </c:marker>
          <c:dLbls>
            <c:dLbl>
              <c:idx val="6"/>
              <c:layout>
                <c:manualLayout>
                  <c:x val="-4.3779319229960305E-2"/>
                  <c:y val="1.59158600763366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FD6-426F-BC54-5495E23727B4}"/>
                </c:ext>
              </c:extLst>
            </c:dLbl>
            <c:dLbl>
              <c:idx val="12"/>
              <c:layout>
                <c:manualLayout>
                  <c:x val="-4.1198566564621945E-2"/>
                  <c:y val="2.988930173501723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FD6-426F-BC54-5495E23727B4}"/>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accent1">
                        <a:lumMod val="60000"/>
                        <a:lumOff val="4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Sheet1!$A$2:$A$14</c:f>
              <c:numCache>
                <c:formatCode>General</c:formatCode>
                <c:ptCount val="13"/>
                <c:pt idx="0">
                  <c:v>1</c:v>
                </c:pt>
                <c:pt idx="1">
                  <c:v>2</c:v>
                </c:pt>
                <c:pt idx="2">
                  <c:v>3</c:v>
                </c:pt>
                <c:pt idx="3">
                  <c:v>4</c:v>
                </c:pt>
                <c:pt idx="4">
                  <c:v>5</c:v>
                </c:pt>
                <c:pt idx="5">
                  <c:v>6</c:v>
                </c:pt>
                <c:pt idx="6">
                  <c:v>7</c:v>
                </c:pt>
                <c:pt idx="7">
                  <c:v>8</c:v>
                </c:pt>
                <c:pt idx="8">
                  <c:v>9</c:v>
                </c:pt>
                <c:pt idx="9">
                  <c:v>10</c:v>
                </c:pt>
                <c:pt idx="10">
                  <c:v>11</c:v>
                </c:pt>
                <c:pt idx="11">
                  <c:v>12</c:v>
                </c:pt>
                <c:pt idx="12">
                  <c:v>13</c:v>
                </c:pt>
              </c:numCache>
            </c:numRef>
          </c:cat>
          <c:val>
            <c:numRef>
              <c:f>Sheet1!$C$2:$C$14</c:f>
              <c:numCache>
                <c:formatCode>0%</c:formatCode>
                <c:ptCount val="13"/>
                <c:pt idx="0">
                  <c:v>1</c:v>
                </c:pt>
                <c:pt idx="1">
                  <c:v>0.9147093364650617</c:v>
                </c:pt>
                <c:pt idx="2">
                  <c:v>0.83940105695830891</c:v>
                </c:pt>
                <c:pt idx="3">
                  <c:v>0.72636523781561946</c:v>
                </c:pt>
                <c:pt idx="4">
                  <c:v>0.64254257193188491</c:v>
                </c:pt>
                <c:pt idx="5">
                  <c:v>0.56150910158543743</c:v>
                </c:pt>
                <c:pt idx="6">
                  <c:v>0.48209042865531415</c:v>
                </c:pt>
                <c:pt idx="7">
                  <c:v>0.42968291250733998</c:v>
                </c:pt>
                <c:pt idx="8">
                  <c:v>0.38373458602466237</c:v>
                </c:pt>
                <c:pt idx="9">
                  <c:v>0.341015854374633</c:v>
                </c:pt>
                <c:pt idx="10">
                  <c:v>0.30578391074574279</c:v>
                </c:pt>
                <c:pt idx="11">
                  <c:v>0.27040516735173226</c:v>
                </c:pt>
                <c:pt idx="12">
                  <c:v>0.23737522019964769</c:v>
                </c:pt>
              </c:numCache>
            </c:numRef>
          </c:val>
          <c:smooth val="0"/>
          <c:extLst>
            <c:ext xmlns:c16="http://schemas.microsoft.com/office/drawing/2014/chart" uri="{C3380CC4-5D6E-409C-BE32-E72D297353CC}">
              <c16:uniqueId val="{00000001-EFD6-426F-BC54-5495E23727B4}"/>
            </c:ext>
          </c:extLst>
        </c:ser>
        <c:ser>
          <c:idx val="2"/>
          <c:order val="2"/>
          <c:tx>
            <c:strRef>
              <c:f>Sheet1!$D$1</c:f>
              <c:strCache>
                <c:ptCount val="1"/>
                <c:pt idx="0">
                  <c:v>Reminfl-Bio</c:v>
                </c:pt>
              </c:strCache>
            </c:strRef>
          </c:tx>
          <c:spPr>
            <a:ln w="28575" cap="rnd">
              <a:solidFill>
                <a:srgbClr val="00B0F0"/>
              </a:solidFill>
              <a:round/>
            </a:ln>
            <a:effectLst/>
          </c:spPr>
          <c:marker>
            <c:symbol val="none"/>
          </c:marker>
          <c:dLbls>
            <c:dLbl>
              <c:idx val="6"/>
              <c:layout>
                <c:manualLayout>
                  <c:x val="-5.2702220768149857E-2"/>
                  <c:y val="1.3121171744600695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00B0F0"/>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FD6-426F-BC54-5495E23727B4}"/>
                </c:ext>
              </c:extLst>
            </c:dLbl>
            <c:dLbl>
              <c:idx val="12"/>
              <c:layout>
                <c:manualLayout>
                  <c:x val="-4.9582964593902308E-3"/>
                  <c:y val="-2.0415088236232583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00B0F0"/>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EFD6-426F-BC54-5495E23727B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Sheet1!$A$2:$A$14</c:f>
              <c:numCache>
                <c:formatCode>General</c:formatCode>
                <c:ptCount val="13"/>
                <c:pt idx="0">
                  <c:v>1</c:v>
                </c:pt>
                <c:pt idx="1">
                  <c:v>2</c:v>
                </c:pt>
                <c:pt idx="2">
                  <c:v>3</c:v>
                </c:pt>
                <c:pt idx="3">
                  <c:v>4</c:v>
                </c:pt>
                <c:pt idx="4">
                  <c:v>5</c:v>
                </c:pt>
                <c:pt idx="5">
                  <c:v>6</c:v>
                </c:pt>
                <c:pt idx="6">
                  <c:v>7</c:v>
                </c:pt>
                <c:pt idx="7">
                  <c:v>8</c:v>
                </c:pt>
                <c:pt idx="8">
                  <c:v>9</c:v>
                </c:pt>
                <c:pt idx="9">
                  <c:v>10</c:v>
                </c:pt>
                <c:pt idx="10">
                  <c:v>11</c:v>
                </c:pt>
                <c:pt idx="11">
                  <c:v>12</c:v>
                </c:pt>
                <c:pt idx="12">
                  <c:v>13</c:v>
                </c:pt>
              </c:numCache>
            </c:numRef>
          </c:cat>
          <c:val>
            <c:numRef>
              <c:f>Sheet1!$D$2:$D$14</c:f>
              <c:numCache>
                <c:formatCode>0%</c:formatCode>
                <c:ptCount val="13"/>
                <c:pt idx="0">
                  <c:v>1</c:v>
                </c:pt>
                <c:pt idx="1">
                  <c:v>0.91004101071570309</c:v>
                </c:pt>
                <c:pt idx="2">
                  <c:v>0.86096044450324116</c:v>
                </c:pt>
                <c:pt idx="3">
                  <c:v>0.83132689509194335</c:v>
                </c:pt>
                <c:pt idx="4">
                  <c:v>0.7631961899722185</c:v>
                </c:pt>
                <c:pt idx="5">
                  <c:v>0.7373991268686334</c:v>
                </c:pt>
                <c:pt idx="6">
                  <c:v>0.67112051858711474</c:v>
                </c:pt>
                <c:pt idx="7">
                  <c:v>0.63804736076200552</c:v>
                </c:pt>
                <c:pt idx="8">
                  <c:v>0.58142611456541871</c:v>
                </c:pt>
                <c:pt idx="9">
                  <c:v>0.54941129779071307</c:v>
                </c:pt>
                <c:pt idx="10">
                  <c:v>0.51805794417250961</c:v>
                </c:pt>
                <c:pt idx="11">
                  <c:v>0.48987961370551658</c:v>
                </c:pt>
                <c:pt idx="12">
                  <c:v>0.46791903690964415</c:v>
                </c:pt>
              </c:numCache>
            </c:numRef>
          </c:val>
          <c:smooth val="0"/>
          <c:extLst>
            <c:ext xmlns:c16="http://schemas.microsoft.com/office/drawing/2014/chart" uri="{C3380CC4-5D6E-409C-BE32-E72D297353CC}">
              <c16:uniqueId val="{00000002-EFD6-426F-BC54-5495E23727B4}"/>
            </c:ext>
          </c:extLst>
        </c:ser>
        <c:ser>
          <c:idx val="3"/>
          <c:order val="3"/>
          <c:tx>
            <c:strRef>
              <c:f>Sheet1!$E$1</c:f>
              <c:strCache>
                <c:ptCount val="1"/>
                <c:pt idx="0">
                  <c:v>Skyrizi</c:v>
                </c:pt>
              </c:strCache>
            </c:strRef>
          </c:tx>
          <c:spPr>
            <a:ln w="28575" cap="rnd">
              <a:solidFill>
                <a:srgbClr val="FF0000"/>
              </a:solidFill>
              <a:round/>
            </a:ln>
            <a:effectLst/>
          </c:spPr>
          <c:marker>
            <c:symbol val="none"/>
          </c:marker>
          <c:dLbls>
            <c:dLbl>
              <c:idx val="6"/>
              <c:layout>
                <c:manualLayout>
                  <c:x val="7.9454668673015587E-3"/>
                  <c:y val="3.827336673022565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FD6-426F-BC54-5495E23727B4}"/>
                </c:ext>
              </c:extLst>
            </c:dLbl>
            <c:dLbl>
              <c:idx val="12"/>
              <c:layout>
                <c:manualLayout>
                  <c:x val="-2.4872765845465748E-3"/>
                  <c:y val="7.5317950811284815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FD6-426F-BC54-5495E23727B4}"/>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Sheet1!$A$2:$A$14</c:f>
              <c:numCache>
                <c:formatCode>General</c:formatCode>
                <c:ptCount val="13"/>
                <c:pt idx="0">
                  <c:v>1</c:v>
                </c:pt>
                <c:pt idx="1">
                  <c:v>2</c:v>
                </c:pt>
                <c:pt idx="2">
                  <c:v>3</c:v>
                </c:pt>
                <c:pt idx="3">
                  <c:v>4</c:v>
                </c:pt>
                <c:pt idx="4">
                  <c:v>5</c:v>
                </c:pt>
                <c:pt idx="5">
                  <c:v>6</c:v>
                </c:pt>
                <c:pt idx="6">
                  <c:v>7</c:v>
                </c:pt>
                <c:pt idx="7">
                  <c:v>8</c:v>
                </c:pt>
                <c:pt idx="8">
                  <c:v>9</c:v>
                </c:pt>
                <c:pt idx="9">
                  <c:v>10</c:v>
                </c:pt>
                <c:pt idx="10">
                  <c:v>11</c:v>
                </c:pt>
                <c:pt idx="11">
                  <c:v>12</c:v>
                </c:pt>
                <c:pt idx="12">
                  <c:v>13</c:v>
                </c:pt>
              </c:numCache>
            </c:numRef>
          </c:cat>
          <c:val>
            <c:numRef>
              <c:f>Sheet1!$E$2:$E$14</c:f>
              <c:numCache>
                <c:formatCode>0%</c:formatCode>
                <c:ptCount val="13"/>
                <c:pt idx="0">
                  <c:v>1</c:v>
                </c:pt>
                <c:pt idx="1">
                  <c:v>0.96585365853658534</c:v>
                </c:pt>
                <c:pt idx="2">
                  <c:v>0.91463414634146345</c:v>
                </c:pt>
                <c:pt idx="3">
                  <c:v>0.78536585365853662</c:v>
                </c:pt>
                <c:pt idx="4">
                  <c:v>0.72926829268292681</c:v>
                </c:pt>
                <c:pt idx="5">
                  <c:v>0.70731707317073167</c:v>
                </c:pt>
                <c:pt idx="6">
                  <c:v>0.68292682926829273</c:v>
                </c:pt>
                <c:pt idx="7">
                  <c:v>0.66097560975609759</c:v>
                </c:pt>
                <c:pt idx="8">
                  <c:v>0.62926829268292683</c:v>
                </c:pt>
                <c:pt idx="9">
                  <c:v>0.61463414634146341</c:v>
                </c:pt>
                <c:pt idx="10">
                  <c:v>0.58292682926829265</c:v>
                </c:pt>
                <c:pt idx="11">
                  <c:v>0.56829268292682922</c:v>
                </c:pt>
                <c:pt idx="12">
                  <c:v>0.56341463414634141</c:v>
                </c:pt>
              </c:numCache>
            </c:numRef>
          </c:val>
          <c:smooth val="0"/>
          <c:extLst>
            <c:ext xmlns:c16="http://schemas.microsoft.com/office/drawing/2014/chart" uri="{C3380CC4-5D6E-409C-BE32-E72D297353CC}">
              <c16:uniqueId val="{00000003-EFD6-426F-BC54-5495E23727B4}"/>
            </c:ext>
          </c:extLst>
        </c:ser>
        <c:ser>
          <c:idx val="4"/>
          <c:order val="4"/>
          <c:tx>
            <c:strRef>
              <c:f>Sheet1!$F$1</c:f>
              <c:strCache>
                <c:ptCount val="1"/>
                <c:pt idx="0">
                  <c:v>Stelustek-Bio</c:v>
                </c:pt>
              </c:strCache>
            </c:strRef>
          </c:tx>
          <c:spPr>
            <a:ln w="28575" cap="rnd">
              <a:solidFill>
                <a:srgbClr val="FFFF00"/>
              </a:solidFill>
              <a:round/>
            </a:ln>
            <a:effectLst/>
          </c:spPr>
          <c:marker>
            <c:symbol val="none"/>
          </c:marker>
          <c:dLbls>
            <c:dLbl>
              <c:idx val="6"/>
              <c:layout>
                <c:manualLayout>
                  <c:x val="6.6550905346322853E-3"/>
                  <c:y val="-1.48257115727603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FD6-426F-BC54-5495E23727B4}"/>
                </c:ext>
              </c:extLst>
            </c:dLbl>
            <c:dLbl>
              <c:idx val="12"/>
              <c:layout>
                <c:manualLayout>
                  <c:x val="-2.5604317782097097E-2"/>
                  <c:y val="4.66574317254339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EFD6-426F-BC54-5495E23727B4}"/>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FF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Sheet1!$A$2:$A$14</c:f>
              <c:numCache>
                <c:formatCode>General</c:formatCode>
                <c:ptCount val="13"/>
                <c:pt idx="0">
                  <c:v>1</c:v>
                </c:pt>
                <c:pt idx="1">
                  <c:v>2</c:v>
                </c:pt>
                <c:pt idx="2">
                  <c:v>3</c:v>
                </c:pt>
                <c:pt idx="3">
                  <c:v>4</c:v>
                </c:pt>
                <c:pt idx="4">
                  <c:v>5</c:v>
                </c:pt>
                <c:pt idx="5">
                  <c:v>6</c:v>
                </c:pt>
                <c:pt idx="6">
                  <c:v>7</c:v>
                </c:pt>
                <c:pt idx="7">
                  <c:v>8</c:v>
                </c:pt>
                <c:pt idx="8">
                  <c:v>9</c:v>
                </c:pt>
                <c:pt idx="9">
                  <c:v>10</c:v>
                </c:pt>
                <c:pt idx="10">
                  <c:v>11</c:v>
                </c:pt>
                <c:pt idx="11">
                  <c:v>12</c:v>
                </c:pt>
                <c:pt idx="12">
                  <c:v>13</c:v>
                </c:pt>
              </c:numCache>
            </c:numRef>
          </c:cat>
          <c:val>
            <c:numRef>
              <c:f>Sheet1!$F$2:$F$14</c:f>
              <c:numCache>
                <c:formatCode>0%</c:formatCode>
                <c:ptCount val="13"/>
                <c:pt idx="0">
                  <c:v>1</c:v>
                </c:pt>
                <c:pt idx="1">
                  <c:v>0.99577239488116998</c:v>
                </c:pt>
                <c:pt idx="2">
                  <c:v>0.74337294332723947</c:v>
                </c:pt>
                <c:pt idx="3">
                  <c:v>0.7296617915904936</c:v>
                </c:pt>
                <c:pt idx="4">
                  <c:v>0.68361517367458868</c:v>
                </c:pt>
                <c:pt idx="5">
                  <c:v>0.66259140767824498</c:v>
                </c:pt>
                <c:pt idx="6">
                  <c:v>0.62214351005484458</c:v>
                </c:pt>
                <c:pt idx="7">
                  <c:v>0.59494972577696525</c:v>
                </c:pt>
                <c:pt idx="8">
                  <c:v>0.55918647166361979</c:v>
                </c:pt>
                <c:pt idx="9">
                  <c:v>0.53564899451553927</c:v>
                </c:pt>
                <c:pt idx="10">
                  <c:v>0.51211151736745886</c:v>
                </c:pt>
                <c:pt idx="11">
                  <c:v>0.48731718464351004</c:v>
                </c:pt>
                <c:pt idx="12">
                  <c:v>0.45669561243144424</c:v>
                </c:pt>
              </c:numCache>
            </c:numRef>
          </c:val>
          <c:smooth val="0"/>
          <c:extLst>
            <c:ext xmlns:c16="http://schemas.microsoft.com/office/drawing/2014/chart" uri="{C3380CC4-5D6E-409C-BE32-E72D297353CC}">
              <c16:uniqueId val="{00000004-EFD6-426F-BC54-5495E23727B4}"/>
            </c:ext>
          </c:extLst>
        </c:ser>
        <c:dLbls>
          <c:showLegendKey val="0"/>
          <c:showVal val="0"/>
          <c:showCatName val="0"/>
          <c:showSerName val="0"/>
          <c:showPercent val="0"/>
          <c:showBubbleSize val="0"/>
        </c:dLbls>
        <c:smooth val="0"/>
        <c:axId val="1769733599"/>
        <c:axId val="1769745599"/>
      </c:lineChart>
      <c:catAx>
        <c:axId val="1769733599"/>
        <c:scaling>
          <c:orientation val="minMax"/>
        </c:scaling>
        <c:delete val="0"/>
        <c:axPos val="b"/>
        <c:title>
          <c:tx>
            <c:rich>
              <a:bodyPr rot="0" spcFirstLastPara="1" vertOverflow="ellipsis" vert="horz" wrap="square" anchor="ctr" anchorCtr="1"/>
              <a:lstStyle/>
              <a:p>
                <a:pPr>
                  <a:defRPr sz="1330" b="1" i="0" u="none" strike="noStrike" kern="1200" baseline="0">
                    <a:solidFill>
                      <a:schemeClr val="tx1">
                        <a:lumMod val="50000"/>
                      </a:schemeClr>
                    </a:solidFill>
                    <a:latin typeface="+mn-lt"/>
                    <a:ea typeface="+mn-ea"/>
                    <a:cs typeface="+mn-cs"/>
                  </a:defRPr>
                </a:pPr>
                <a:r>
                  <a:rPr lang="en-US" b="1">
                    <a:solidFill>
                      <a:schemeClr val="tx1">
                        <a:lumMod val="50000"/>
                      </a:schemeClr>
                    </a:solidFill>
                  </a:rPr>
                  <a:t>Months</a:t>
                </a:r>
              </a:p>
            </c:rich>
          </c:tx>
          <c:overlay val="0"/>
          <c:spPr>
            <a:noFill/>
            <a:ln>
              <a:noFill/>
            </a:ln>
            <a:effectLst/>
          </c:spPr>
          <c:txPr>
            <a:bodyPr rot="0" spcFirstLastPara="1" vertOverflow="ellipsis" vert="horz" wrap="square" anchor="ctr" anchorCtr="1"/>
            <a:lstStyle/>
            <a:p>
              <a:pPr>
                <a:defRPr sz="1330" b="1" i="0" u="none" strike="noStrike" kern="1200" baseline="0">
                  <a:solidFill>
                    <a:schemeClr val="tx1">
                      <a:lumMod val="50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50000"/>
                  </a:schemeClr>
                </a:solidFill>
                <a:latin typeface="+mn-lt"/>
                <a:ea typeface="+mn-ea"/>
                <a:cs typeface="+mn-cs"/>
              </a:defRPr>
            </a:pPr>
            <a:endParaRPr lang="en-US"/>
          </a:p>
        </c:txPr>
        <c:crossAx val="1769745599"/>
        <c:crosses val="autoZero"/>
        <c:auto val="1"/>
        <c:lblAlgn val="ctr"/>
        <c:lblOffset val="100"/>
        <c:noMultiLvlLbl val="0"/>
      </c:catAx>
      <c:valAx>
        <c:axId val="1769745599"/>
        <c:scaling>
          <c:orientation val="minMax"/>
          <c:max val="1"/>
          <c:min val="0.2"/>
        </c:scaling>
        <c:delete val="0"/>
        <c:axPos val="l"/>
        <c:title>
          <c:tx>
            <c:rich>
              <a:bodyPr rot="-5400000" spcFirstLastPara="1" vertOverflow="ellipsis" vert="horz" wrap="square" anchor="ctr" anchorCtr="1"/>
              <a:lstStyle/>
              <a:p>
                <a:pPr>
                  <a:defRPr sz="1330" b="1" i="0" u="none" strike="noStrike" kern="1200" baseline="0">
                    <a:solidFill>
                      <a:schemeClr val="tx1">
                        <a:lumMod val="50000"/>
                      </a:schemeClr>
                    </a:solidFill>
                    <a:latin typeface="+mn-lt"/>
                    <a:ea typeface="+mn-ea"/>
                    <a:cs typeface="+mn-cs"/>
                  </a:defRPr>
                </a:pPr>
                <a:r>
                  <a:rPr lang="en-US" b="1">
                    <a:solidFill>
                      <a:schemeClr val="tx1">
                        <a:lumMod val="50000"/>
                      </a:schemeClr>
                    </a:solidFill>
                  </a:rPr>
                  <a:t>% Persistency</a:t>
                </a:r>
              </a:p>
            </c:rich>
          </c:tx>
          <c:overlay val="0"/>
          <c:spPr>
            <a:noFill/>
            <a:ln>
              <a:noFill/>
            </a:ln>
            <a:effectLst/>
          </c:spPr>
          <c:txPr>
            <a:bodyPr rot="-5400000" spcFirstLastPara="1" vertOverflow="ellipsis" vert="horz" wrap="square" anchor="ctr" anchorCtr="1"/>
            <a:lstStyle/>
            <a:p>
              <a:pPr>
                <a:defRPr sz="1330" b="1" i="0" u="none" strike="noStrike" kern="1200" baseline="0">
                  <a:solidFill>
                    <a:schemeClr val="tx1">
                      <a:lumMod val="50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schemeClr>
                </a:solidFill>
                <a:latin typeface="+mn-lt"/>
                <a:ea typeface="+mn-ea"/>
                <a:cs typeface="+mn-cs"/>
              </a:defRPr>
            </a:pPr>
            <a:endParaRPr lang="en-US"/>
          </a:p>
        </c:txPr>
        <c:crossAx val="17697335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Entyvio</c:v>
                </c:pt>
              </c:strCache>
            </c:strRef>
          </c:tx>
          <c:spPr>
            <a:ln w="28575" cap="rnd">
              <a:solidFill>
                <a:srgbClr val="7030A0"/>
              </a:solidFill>
              <a:round/>
            </a:ln>
            <a:effectLst/>
          </c:spPr>
          <c:marker>
            <c:symbol val="none"/>
          </c:marker>
          <c:dLbls>
            <c:dLbl>
              <c:idx val="6"/>
              <c:layout>
                <c:manualLayout>
                  <c:x val="-6.499192288266134E-2"/>
                  <c:y val="6.292514715507228E-3"/>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7030A0"/>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FD6-426F-BC54-5495E23727B4}"/>
                </c:ext>
              </c:extLst>
            </c:dLbl>
            <c:dLbl>
              <c:idx val="12"/>
              <c:layout>
                <c:manualLayout>
                  <c:x val="-5.8737200795328209E-2"/>
                  <c:y val="6.2925147155072836E-3"/>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7030A0"/>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FD6-426F-BC54-5495E23727B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Sheet1!$A$2:$A$14</c:f>
              <c:numCache>
                <c:formatCode>General</c:formatCode>
                <c:ptCount val="13"/>
                <c:pt idx="0">
                  <c:v>1</c:v>
                </c:pt>
                <c:pt idx="1">
                  <c:v>2</c:v>
                </c:pt>
                <c:pt idx="2">
                  <c:v>3</c:v>
                </c:pt>
                <c:pt idx="3">
                  <c:v>4</c:v>
                </c:pt>
                <c:pt idx="4">
                  <c:v>5</c:v>
                </c:pt>
                <c:pt idx="5">
                  <c:v>6</c:v>
                </c:pt>
                <c:pt idx="6">
                  <c:v>7</c:v>
                </c:pt>
                <c:pt idx="7">
                  <c:v>8</c:v>
                </c:pt>
                <c:pt idx="8">
                  <c:v>9</c:v>
                </c:pt>
                <c:pt idx="9">
                  <c:v>10</c:v>
                </c:pt>
                <c:pt idx="10">
                  <c:v>11</c:v>
                </c:pt>
                <c:pt idx="11">
                  <c:v>12</c:v>
                </c:pt>
                <c:pt idx="12">
                  <c:v>13</c:v>
                </c:pt>
              </c:numCache>
            </c:numRef>
          </c:cat>
          <c:val>
            <c:numRef>
              <c:f>Sheet1!$B$2:$B$14</c:f>
              <c:numCache>
                <c:formatCode>0%</c:formatCode>
                <c:ptCount val="13"/>
                <c:pt idx="0">
                  <c:v>1</c:v>
                </c:pt>
                <c:pt idx="1">
                  <c:v>0.92000530644733347</c:v>
                </c:pt>
                <c:pt idx="2">
                  <c:v>0.88418678694613961</c:v>
                </c:pt>
                <c:pt idx="3">
                  <c:v>0.85738922791191297</c:v>
                </c:pt>
                <c:pt idx="4">
                  <c:v>0.7898646855929955</c:v>
                </c:pt>
                <c:pt idx="5">
                  <c:v>0.77593526134253121</c:v>
                </c:pt>
                <c:pt idx="6">
                  <c:v>0.71305386044043517</c:v>
                </c:pt>
                <c:pt idx="7">
                  <c:v>0.69859379145661982</c:v>
                </c:pt>
                <c:pt idx="8">
                  <c:v>0.65216237728840543</c:v>
                </c:pt>
                <c:pt idx="9">
                  <c:v>0.63491642345449717</c:v>
                </c:pt>
                <c:pt idx="10">
                  <c:v>0.6110374104537013</c:v>
                </c:pt>
                <c:pt idx="11">
                  <c:v>0.58782170336959405</c:v>
                </c:pt>
                <c:pt idx="12">
                  <c:v>0.56725921995224193</c:v>
                </c:pt>
              </c:numCache>
            </c:numRef>
          </c:val>
          <c:smooth val="0"/>
          <c:extLst>
            <c:ext xmlns:c16="http://schemas.microsoft.com/office/drawing/2014/chart" uri="{C3380CC4-5D6E-409C-BE32-E72D297353CC}">
              <c16:uniqueId val="{00000000-EFD6-426F-BC54-5495E23727B4}"/>
            </c:ext>
          </c:extLst>
        </c:ser>
        <c:ser>
          <c:idx val="1"/>
          <c:order val="1"/>
          <c:tx>
            <c:strRef>
              <c:f>Sheet1!$C$1</c:f>
              <c:strCache>
                <c:ptCount val="1"/>
                <c:pt idx="0">
                  <c:v>Humada-Bio</c:v>
                </c:pt>
              </c:strCache>
            </c:strRef>
          </c:tx>
          <c:spPr>
            <a:ln w="28575" cap="rnd">
              <a:solidFill>
                <a:schemeClr val="accent1">
                  <a:lumMod val="60000"/>
                  <a:lumOff val="40000"/>
                </a:schemeClr>
              </a:solidFill>
              <a:round/>
            </a:ln>
            <a:effectLst/>
          </c:spPr>
          <c:marker>
            <c:symbol val="none"/>
          </c:marker>
          <c:dLbls>
            <c:dLbl>
              <c:idx val="6"/>
              <c:layout>
                <c:manualLayout>
                  <c:x val="-4.3779319229960305E-2"/>
                  <c:y val="1.59158600763366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FD6-426F-BC54-5495E23727B4}"/>
                </c:ext>
              </c:extLst>
            </c:dLbl>
            <c:dLbl>
              <c:idx val="12"/>
              <c:layout>
                <c:manualLayout>
                  <c:x val="-4.1198566564621945E-2"/>
                  <c:y val="2.988930173501723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FD6-426F-BC54-5495E23727B4}"/>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accent1">
                        <a:lumMod val="60000"/>
                        <a:lumOff val="4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Sheet1!$A$2:$A$14</c:f>
              <c:numCache>
                <c:formatCode>General</c:formatCode>
                <c:ptCount val="13"/>
                <c:pt idx="0">
                  <c:v>1</c:v>
                </c:pt>
                <c:pt idx="1">
                  <c:v>2</c:v>
                </c:pt>
                <c:pt idx="2">
                  <c:v>3</c:v>
                </c:pt>
                <c:pt idx="3">
                  <c:v>4</c:v>
                </c:pt>
                <c:pt idx="4">
                  <c:v>5</c:v>
                </c:pt>
                <c:pt idx="5">
                  <c:v>6</c:v>
                </c:pt>
                <c:pt idx="6">
                  <c:v>7</c:v>
                </c:pt>
                <c:pt idx="7">
                  <c:v>8</c:v>
                </c:pt>
                <c:pt idx="8">
                  <c:v>9</c:v>
                </c:pt>
                <c:pt idx="9">
                  <c:v>10</c:v>
                </c:pt>
                <c:pt idx="10">
                  <c:v>11</c:v>
                </c:pt>
                <c:pt idx="11">
                  <c:v>12</c:v>
                </c:pt>
                <c:pt idx="12">
                  <c:v>13</c:v>
                </c:pt>
              </c:numCache>
            </c:numRef>
          </c:cat>
          <c:val>
            <c:numRef>
              <c:f>Sheet1!$C$2:$C$14</c:f>
              <c:numCache>
                <c:formatCode>0%</c:formatCode>
                <c:ptCount val="13"/>
                <c:pt idx="0">
                  <c:v>1</c:v>
                </c:pt>
                <c:pt idx="1">
                  <c:v>0.91565224898558228</c:v>
                </c:pt>
                <c:pt idx="2">
                  <c:v>0.86514719848053179</c:v>
                </c:pt>
                <c:pt idx="3">
                  <c:v>0.77406544073210737</c:v>
                </c:pt>
                <c:pt idx="4">
                  <c:v>0.70897004230337568</c:v>
                </c:pt>
                <c:pt idx="5">
                  <c:v>0.64188897522230859</c:v>
                </c:pt>
                <c:pt idx="6">
                  <c:v>0.56280756280756283</c:v>
                </c:pt>
                <c:pt idx="7">
                  <c:v>0.50755417422084093</c:v>
                </c:pt>
                <c:pt idx="8">
                  <c:v>0.45411378744712078</c:v>
                </c:pt>
                <c:pt idx="9">
                  <c:v>0.41086074419407753</c:v>
                </c:pt>
                <c:pt idx="10">
                  <c:v>0.37788137788137788</c:v>
                </c:pt>
                <c:pt idx="11">
                  <c:v>0.33350600017266685</c:v>
                </c:pt>
                <c:pt idx="12">
                  <c:v>0.29577829577829579</c:v>
                </c:pt>
              </c:numCache>
            </c:numRef>
          </c:val>
          <c:smooth val="0"/>
          <c:extLst>
            <c:ext xmlns:c16="http://schemas.microsoft.com/office/drawing/2014/chart" uri="{C3380CC4-5D6E-409C-BE32-E72D297353CC}">
              <c16:uniqueId val="{00000001-EFD6-426F-BC54-5495E23727B4}"/>
            </c:ext>
          </c:extLst>
        </c:ser>
        <c:ser>
          <c:idx val="2"/>
          <c:order val="2"/>
          <c:tx>
            <c:strRef>
              <c:f>Sheet1!$D$1</c:f>
              <c:strCache>
                <c:ptCount val="1"/>
                <c:pt idx="0">
                  <c:v>Reminfl-Bio</c:v>
                </c:pt>
              </c:strCache>
            </c:strRef>
          </c:tx>
          <c:spPr>
            <a:ln w="28575" cap="rnd">
              <a:solidFill>
                <a:srgbClr val="00B0F0"/>
              </a:solidFill>
              <a:round/>
            </a:ln>
            <a:effectLst/>
          </c:spPr>
          <c:marker>
            <c:symbol val="none"/>
          </c:marker>
          <c:dLbls>
            <c:dLbl>
              <c:idx val="6"/>
              <c:layout>
                <c:manualLayout>
                  <c:x val="4.7281747384502791E-3"/>
                  <c:y val="-2.5902791024078289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00B0F0"/>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FD6-426F-BC54-5495E23727B4}"/>
                </c:ext>
              </c:extLst>
            </c:dLbl>
            <c:dLbl>
              <c:idx val="12"/>
              <c:layout>
                <c:manualLayout>
                  <c:x val="-4.9582964593902308E-3"/>
                  <c:y val="-2.0415088236232583E-2"/>
                </c:manualLayout>
              </c:layout>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00B0F0"/>
                      </a:solidFill>
                      <a:latin typeface="+mn-lt"/>
                      <a:ea typeface="+mn-ea"/>
                      <a:cs typeface="+mn-cs"/>
                    </a:defRPr>
                  </a:pPr>
                  <a:endParaRPr lang="en-US"/>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EFD6-426F-BC54-5495E23727B4}"/>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Sheet1!$A$2:$A$14</c:f>
              <c:numCache>
                <c:formatCode>General</c:formatCode>
                <c:ptCount val="13"/>
                <c:pt idx="0">
                  <c:v>1</c:v>
                </c:pt>
                <c:pt idx="1">
                  <c:v>2</c:v>
                </c:pt>
                <c:pt idx="2">
                  <c:v>3</c:v>
                </c:pt>
                <c:pt idx="3">
                  <c:v>4</c:v>
                </c:pt>
                <c:pt idx="4">
                  <c:v>5</c:v>
                </c:pt>
                <c:pt idx="5">
                  <c:v>6</c:v>
                </c:pt>
                <c:pt idx="6">
                  <c:v>7</c:v>
                </c:pt>
                <c:pt idx="7">
                  <c:v>8</c:v>
                </c:pt>
                <c:pt idx="8">
                  <c:v>9</c:v>
                </c:pt>
                <c:pt idx="9">
                  <c:v>10</c:v>
                </c:pt>
                <c:pt idx="10">
                  <c:v>11</c:v>
                </c:pt>
                <c:pt idx="11">
                  <c:v>12</c:v>
                </c:pt>
                <c:pt idx="12">
                  <c:v>13</c:v>
                </c:pt>
              </c:numCache>
            </c:numRef>
          </c:cat>
          <c:val>
            <c:numRef>
              <c:f>Sheet1!$D$2:$D$14</c:f>
              <c:numCache>
                <c:formatCode>0%</c:formatCode>
                <c:ptCount val="13"/>
                <c:pt idx="0">
                  <c:v>1</c:v>
                </c:pt>
                <c:pt idx="1">
                  <c:v>0.91918937100571818</c:v>
                </c:pt>
                <c:pt idx="2">
                  <c:v>0.88067608476286574</c:v>
                </c:pt>
                <c:pt idx="3">
                  <c:v>0.85208543558694916</c:v>
                </c:pt>
                <c:pt idx="4">
                  <c:v>0.80608812647157757</c:v>
                </c:pt>
                <c:pt idx="5">
                  <c:v>0.78868146653212245</c:v>
                </c:pt>
                <c:pt idx="6">
                  <c:v>0.73242515977127476</c:v>
                </c:pt>
                <c:pt idx="7">
                  <c:v>0.71072990245543222</c:v>
                </c:pt>
                <c:pt idx="8">
                  <c:v>0.66691893710057182</c:v>
                </c:pt>
                <c:pt idx="9">
                  <c:v>0.64631685166498487</c:v>
                </c:pt>
                <c:pt idx="10">
                  <c:v>0.62041708711738985</c:v>
                </c:pt>
                <c:pt idx="11">
                  <c:v>0.59737638748738653</c:v>
                </c:pt>
                <c:pt idx="12">
                  <c:v>0.57593340060544906</c:v>
                </c:pt>
              </c:numCache>
            </c:numRef>
          </c:val>
          <c:smooth val="0"/>
          <c:extLst>
            <c:ext xmlns:c16="http://schemas.microsoft.com/office/drawing/2014/chart" uri="{C3380CC4-5D6E-409C-BE32-E72D297353CC}">
              <c16:uniqueId val="{00000002-EFD6-426F-BC54-5495E23727B4}"/>
            </c:ext>
          </c:extLst>
        </c:ser>
        <c:ser>
          <c:idx val="3"/>
          <c:order val="3"/>
          <c:tx>
            <c:strRef>
              <c:f>Sheet1!$E$1</c:f>
              <c:strCache>
                <c:ptCount val="1"/>
                <c:pt idx="0">
                  <c:v>Skyrizi</c:v>
                </c:pt>
              </c:strCache>
            </c:strRef>
          </c:tx>
          <c:spPr>
            <a:ln w="28575" cap="rnd">
              <a:solidFill>
                <a:srgbClr val="FF0000"/>
              </a:solidFill>
              <a:round/>
            </a:ln>
            <a:effectLst/>
          </c:spPr>
          <c:marker>
            <c:symbol val="none"/>
          </c:marker>
          <c:dLbls>
            <c:dLbl>
              <c:idx val="6"/>
              <c:layout>
                <c:manualLayout>
                  <c:x val="7.9454668673015587E-3"/>
                  <c:y val="3.827336673022565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FD6-426F-BC54-5495E23727B4}"/>
                </c:ext>
              </c:extLst>
            </c:dLbl>
            <c:dLbl>
              <c:idx val="12"/>
              <c:layout>
                <c:manualLayout>
                  <c:x val="-2.4872765845465748E-3"/>
                  <c:y val="7.5317950811284815E-3"/>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FD6-426F-BC54-5495E23727B4}"/>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Sheet1!$A$2:$A$14</c:f>
              <c:numCache>
                <c:formatCode>General</c:formatCode>
                <c:ptCount val="13"/>
                <c:pt idx="0">
                  <c:v>1</c:v>
                </c:pt>
                <c:pt idx="1">
                  <c:v>2</c:v>
                </c:pt>
                <c:pt idx="2">
                  <c:v>3</c:v>
                </c:pt>
                <c:pt idx="3">
                  <c:v>4</c:v>
                </c:pt>
                <c:pt idx="4">
                  <c:v>5</c:v>
                </c:pt>
                <c:pt idx="5">
                  <c:v>6</c:v>
                </c:pt>
                <c:pt idx="6">
                  <c:v>7</c:v>
                </c:pt>
                <c:pt idx="7">
                  <c:v>8</c:v>
                </c:pt>
                <c:pt idx="8">
                  <c:v>9</c:v>
                </c:pt>
                <c:pt idx="9">
                  <c:v>10</c:v>
                </c:pt>
                <c:pt idx="10">
                  <c:v>11</c:v>
                </c:pt>
                <c:pt idx="11">
                  <c:v>12</c:v>
                </c:pt>
                <c:pt idx="12">
                  <c:v>13</c:v>
                </c:pt>
              </c:numCache>
            </c:numRef>
          </c:cat>
          <c:val>
            <c:numRef>
              <c:f>Sheet1!$E$2:$E$14</c:f>
              <c:numCache>
                <c:formatCode>0%</c:formatCode>
                <c:ptCount val="13"/>
                <c:pt idx="0">
                  <c:v>1</c:v>
                </c:pt>
                <c:pt idx="1">
                  <c:v>0.96773111123538957</c:v>
                </c:pt>
                <c:pt idx="2">
                  <c:v>0.92019461998769647</c:v>
                </c:pt>
                <c:pt idx="3">
                  <c:v>0.72797941949555389</c:v>
                </c:pt>
                <c:pt idx="4">
                  <c:v>0.66640568200883621</c:v>
                </c:pt>
                <c:pt idx="5">
                  <c:v>0.64431519489961409</c:v>
                </c:pt>
                <c:pt idx="6">
                  <c:v>0.62434986857558306</c:v>
                </c:pt>
                <c:pt idx="7">
                  <c:v>0.60544712264414746</c:v>
                </c:pt>
                <c:pt idx="8">
                  <c:v>0.58464291706280413</c:v>
                </c:pt>
                <c:pt idx="9">
                  <c:v>0.56708237794306804</c:v>
                </c:pt>
                <c:pt idx="10">
                  <c:v>0.54823555729545326</c:v>
                </c:pt>
                <c:pt idx="11">
                  <c:v>0.5321290755550584</c:v>
                </c:pt>
                <c:pt idx="12">
                  <c:v>0.51652592136905096</c:v>
                </c:pt>
              </c:numCache>
            </c:numRef>
          </c:val>
          <c:smooth val="0"/>
          <c:extLst>
            <c:ext xmlns:c16="http://schemas.microsoft.com/office/drawing/2014/chart" uri="{C3380CC4-5D6E-409C-BE32-E72D297353CC}">
              <c16:uniqueId val="{00000003-EFD6-426F-BC54-5495E23727B4}"/>
            </c:ext>
          </c:extLst>
        </c:ser>
        <c:ser>
          <c:idx val="4"/>
          <c:order val="4"/>
          <c:tx>
            <c:strRef>
              <c:f>Sheet1!$F$1</c:f>
              <c:strCache>
                <c:ptCount val="1"/>
                <c:pt idx="0">
                  <c:v>Stelustek-Bio</c:v>
                </c:pt>
              </c:strCache>
            </c:strRef>
          </c:tx>
          <c:spPr>
            <a:ln w="28575" cap="rnd">
              <a:solidFill>
                <a:srgbClr val="FFFF00"/>
              </a:solidFill>
              <a:round/>
            </a:ln>
            <a:effectLst/>
          </c:spPr>
          <c:marker>
            <c:symbol val="none"/>
          </c:marker>
          <c:dLbls>
            <c:dLbl>
              <c:idx val="6"/>
              <c:layout>
                <c:manualLayout>
                  <c:x val="6.6550905346322853E-3"/>
                  <c:y val="-1.48257115727603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FD6-426F-BC54-5495E23727B4}"/>
                </c:ext>
              </c:extLst>
            </c:dLbl>
            <c:dLbl>
              <c:idx val="12"/>
              <c:layout>
                <c:manualLayout>
                  <c:x val="-2.5604317782097097E-2"/>
                  <c:y val="4.665743172543397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EFD6-426F-BC54-5495E23727B4}"/>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FF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Sheet1!$A$2:$A$14</c:f>
              <c:numCache>
                <c:formatCode>General</c:formatCode>
                <c:ptCount val="13"/>
                <c:pt idx="0">
                  <c:v>1</c:v>
                </c:pt>
                <c:pt idx="1">
                  <c:v>2</c:v>
                </c:pt>
                <c:pt idx="2">
                  <c:v>3</c:v>
                </c:pt>
                <c:pt idx="3">
                  <c:v>4</c:v>
                </c:pt>
                <c:pt idx="4">
                  <c:v>5</c:v>
                </c:pt>
                <c:pt idx="5">
                  <c:v>6</c:v>
                </c:pt>
                <c:pt idx="6">
                  <c:v>7</c:v>
                </c:pt>
                <c:pt idx="7">
                  <c:v>8</c:v>
                </c:pt>
                <c:pt idx="8">
                  <c:v>9</c:v>
                </c:pt>
                <c:pt idx="9">
                  <c:v>10</c:v>
                </c:pt>
                <c:pt idx="10">
                  <c:v>11</c:v>
                </c:pt>
                <c:pt idx="11">
                  <c:v>12</c:v>
                </c:pt>
                <c:pt idx="12">
                  <c:v>13</c:v>
                </c:pt>
              </c:numCache>
            </c:numRef>
          </c:cat>
          <c:val>
            <c:numRef>
              <c:f>Sheet1!$F$2:$F$14</c:f>
              <c:numCache>
                <c:formatCode>0%</c:formatCode>
                <c:ptCount val="13"/>
                <c:pt idx="0">
                  <c:v>1</c:v>
                </c:pt>
                <c:pt idx="1">
                  <c:v>0.99385977438240758</c:v>
                </c:pt>
                <c:pt idx="2">
                  <c:v>0.77516778523489938</c:v>
                </c:pt>
                <c:pt idx="3">
                  <c:v>0.76345851777809515</c:v>
                </c:pt>
                <c:pt idx="4">
                  <c:v>0.72161930601170932</c:v>
                </c:pt>
                <c:pt idx="5">
                  <c:v>0.69977152648864771</c:v>
                </c:pt>
                <c:pt idx="6">
                  <c:v>0.66557189775810366</c:v>
                </c:pt>
                <c:pt idx="7">
                  <c:v>0.63972583178637732</c:v>
                </c:pt>
                <c:pt idx="8">
                  <c:v>0.60859631586462948</c:v>
                </c:pt>
                <c:pt idx="9">
                  <c:v>0.58632014850778236</c:v>
                </c:pt>
                <c:pt idx="10">
                  <c:v>0.56240182778809078</c:v>
                </c:pt>
                <c:pt idx="11">
                  <c:v>0.53905469084677993</c:v>
                </c:pt>
                <c:pt idx="12">
                  <c:v>0.51020991003855487</c:v>
                </c:pt>
              </c:numCache>
            </c:numRef>
          </c:val>
          <c:smooth val="0"/>
          <c:extLst>
            <c:ext xmlns:c16="http://schemas.microsoft.com/office/drawing/2014/chart" uri="{C3380CC4-5D6E-409C-BE32-E72D297353CC}">
              <c16:uniqueId val="{00000004-EFD6-426F-BC54-5495E23727B4}"/>
            </c:ext>
          </c:extLst>
        </c:ser>
        <c:dLbls>
          <c:showLegendKey val="0"/>
          <c:showVal val="0"/>
          <c:showCatName val="0"/>
          <c:showSerName val="0"/>
          <c:showPercent val="0"/>
          <c:showBubbleSize val="0"/>
        </c:dLbls>
        <c:smooth val="0"/>
        <c:axId val="1769733599"/>
        <c:axId val="1769745599"/>
      </c:lineChart>
      <c:catAx>
        <c:axId val="1769733599"/>
        <c:scaling>
          <c:orientation val="minMax"/>
        </c:scaling>
        <c:delete val="0"/>
        <c:axPos val="b"/>
        <c:title>
          <c:tx>
            <c:rich>
              <a:bodyPr rot="0" spcFirstLastPara="1" vertOverflow="ellipsis" vert="horz" wrap="square" anchor="ctr" anchorCtr="1"/>
              <a:lstStyle/>
              <a:p>
                <a:pPr>
                  <a:defRPr sz="1330" b="1" i="0" u="none" strike="noStrike" kern="1200" baseline="0">
                    <a:solidFill>
                      <a:schemeClr val="tx1">
                        <a:lumMod val="50000"/>
                      </a:schemeClr>
                    </a:solidFill>
                    <a:latin typeface="+mn-lt"/>
                    <a:ea typeface="+mn-ea"/>
                    <a:cs typeface="+mn-cs"/>
                  </a:defRPr>
                </a:pPr>
                <a:r>
                  <a:rPr lang="en-US" b="1">
                    <a:solidFill>
                      <a:schemeClr val="tx1">
                        <a:lumMod val="50000"/>
                      </a:schemeClr>
                    </a:solidFill>
                  </a:rPr>
                  <a:t>Months</a:t>
                </a:r>
              </a:p>
            </c:rich>
          </c:tx>
          <c:overlay val="0"/>
          <c:spPr>
            <a:noFill/>
            <a:ln>
              <a:noFill/>
            </a:ln>
            <a:effectLst/>
          </c:spPr>
          <c:txPr>
            <a:bodyPr rot="0" spcFirstLastPara="1" vertOverflow="ellipsis" vert="horz" wrap="square" anchor="ctr" anchorCtr="1"/>
            <a:lstStyle/>
            <a:p>
              <a:pPr>
                <a:defRPr sz="1330" b="1" i="0" u="none" strike="noStrike" kern="1200" baseline="0">
                  <a:solidFill>
                    <a:schemeClr val="tx1">
                      <a:lumMod val="50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50000"/>
                  </a:schemeClr>
                </a:solidFill>
                <a:latin typeface="+mn-lt"/>
                <a:ea typeface="+mn-ea"/>
                <a:cs typeface="+mn-cs"/>
              </a:defRPr>
            </a:pPr>
            <a:endParaRPr lang="en-US"/>
          </a:p>
        </c:txPr>
        <c:crossAx val="1769745599"/>
        <c:crosses val="autoZero"/>
        <c:auto val="1"/>
        <c:lblAlgn val="ctr"/>
        <c:lblOffset val="100"/>
        <c:noMultiLvlLbl val="0"/>
      </c:catAx>
      <c:valAx>
        <c:axId val="1769745599"/>
        <c:scaling>
          <c:orientation val="minMax"/>
          <c:max val="1"/>
          <c:min val="0.2"/>
        </c:scaling>
        <c:delete val="0"/>
        <c:axPos val="l"/>
        <c:title>
          <c:tx>
            <c:rich>
              <a:bodyPr rot="-5400000" spcFirstLastPara="1" vertOverflow="ellipsis" vert="horz" wrap="square" anchor="ctr" anchorCtr="1"/>
              <a:lstStyle/>
              <a:p>
                <a:pPr>
                  <a:defRPr sz="1330" b="1" i="0" u="none" strike="noStrike" kern="1200" baseline="0">
                    <a:solidFill>
                      <a:schemeClr val="tx1">
                        <a:lumMod val="50000"/>
                      </a:schemeClr>
                    </a:solidFill>
                    <a:latin typeface="+mn-lt"/>
                    <a:ea typeface="+mn-ea"/>
                    <a:cs typeface="+mn-cs"/>
                  </a:defRPr>
                </a:pPr>
                <a:r>
                  <a:rPr lang="en-US" b="1">
                    <a:solidFill>
                      <a:schemeClr val="tx1">
                        <a:lumMod val="50000"/>
                      </a:schemeClr>
                    </a:solidFill>
                  </a:rPr>
                  <a:t>% Persistency</a:t>
                </a:r>
              </a:p>
            </c:rich>
          </c:tx>
          <c:overlay val="0"/>
          <c:spPr>
            <a:noFill/>
            <a:ln>
              <a:noFill/>
            </a:ln>
            <a:effectLst/>
          </c:spPr>
          <c:txPr>
            <a:bodyPr rot="-5400000" spcFirstLastPara="1" vertOverflow="ellipsis" vert="horz" wrap="square" anchor="ctr" anchorCtr="1"/>
            <a:lstStyle/>
            <a:p>
              <a:pPr>
                <a:defRPr sz="1330" b="1" i="0" u="none" strike="noStrike" kern="1200" baseline="0">
                  <a:solidFill>
                    <a:schemeClr val="tx1">
                      <a:lumMod val="50000"/>
                    </a:schemeClr>
                  </a:solidFill>
                  <a:latin typeface="+mn-lt"/>
                  <a:ea typeface="+mn-ea"/>
                  <a:cs typeface="+mn-cs"/>
                </a:defRPr>
              </a:pPr>
              <a:endParaRPr lang="en-US"/>
            </a:p>
          </c:txPr>
        </c:title>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schemeClr>
                </a:solidFill>
                <a:latin typeface="+mn-lt"/>
                <a:ea typeface="+mn-ea"/>
                <a:cs typeface="+mn-cs"/>
              </a:defRPr>
            </a:pPr>
            <a:endParaRPr lang="en-US"/>
          </a:p>
        </c:txPr>
        <c:crossAx val="17697335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58497446305262"/>
          <c:y val="0.1434924979948049"/>
          <c:w val="0.3123464704638208"/>
          <c:h val="0.70055458668452331"/>
        </c:manualLayout>
      </c:layout>
      <c:pieChart>
        <c:varyColors val="1"/>
        <c:ser>
          <c:idx val="0"/>
          <c:order val="0"/>
          <c:tx>
            <c:strRef>
              <c:f>Sheet1!$B$1</c:f>
              <c:strCache>
                <c:ptCount val="1"/>
                <c:pt idx="0">
                  <c:v>Sales</c:v>
                </c:pt>
              </c:strCache>
            </c:strRef>
          </c:tx>
          <c:dPt>
            <c:idx val="0"/>
            <c:bubble3D val="0"/>
            <c:spPr>
              <a:solidFill>
                <a:srgbClr val="5B8595"/>
              </a:solidFill>
              <a:ln w="19050">
                <a:solidFill>
                  <a:schemeClr val="lt1"/>
                </a:solidFill>
              </a:ln>
              <a:effectLst/>
            </c:spPr>
            <c:extLst>
              <c:ext xmlns:c16="http://schemas.microsoft.com/office/drawing/2014/chart" uri="{C3380CC4-5D6E-409C-BE32-E72D297353CC}">
                <c16:uniqueId val="{00000002-152B-4CF4-80A9-1018AD9CD5A2}"/>
              </c:ext>
            </c:extLst>
          </c:dPt>
          <c:dPt>
            <c:idx val="1"/>
            <c:bubble3D val="0"/>
            <c:spPr>
              <a:solidFill>
                <a:srgbClr val="E34848"/>
              </a:solidFill>
              <a:ln w="19050">
                <a:solidFill>
                  <a:schemeClr val="lt1"/>
                </a:solidFill>
              </a:ln>
              <a:effectLst/>
            </c:spPr>
            <c:extLst>
              <c:ext xmlns:c16="http://schemas.microsoft.com/office/drawing/2014/chart" uri="{C3380CC4-5D6E-409C-BE32-E72D297353CC}">
                <c16:uniqueId val="{00000003-152B-4CF4-80A9-1018AD9CD5A2}"/>
              </c:ext>
            </c:extLst>
          </c:dPt>
          <c:dPt>
            <c:idx val="2"/>
            <c:bubble3D val="0"/>
            <c:spPr>
              <a:solidFill>
                <a:srgbClr val="B98CDC"/>
              </a:solidFill>
              <a:ln w="19050">
                <a:solidFill>
                  <a:schemeClr val="lt1"/>
                </a:solidFill>
              </a:ln>
              <a:effectLst/>
            </c:spPr>
            <c:extLst>
              <c:ext xmlns:c16="http://schemas.microsoft.com/office/drawing/2014/chart" uri="{C3380CC4-5D6E-409C-BE32-E72D297353CC}">
                <c16:uniqueId val="{00000001-152B-4CF4-80A9-1018AD9CD5A2}"/>
              </c:ext>
            </c:extLst>
          </c:dPt>
          <c:dPt>
            <c:idx val="3"/>
            <c:bubble3D val="0"/>
            <c:spPr>
              <a:solidFill>
                <a:srgbClr val="EC8585"/>
              </a:solidFill>
              <a:ln w="19050">
                <a:solidFill>
                  <a:schemeClr val="lt1"/>
                </a:solidFill>
              </a:ln>
              <a:effectLst/>
            </c:spPr>
            <c:extLst>
              <c:ext xmlns:c16="http://schemas.microsoft.com/office/drawing/2014/chart" uri="{C3380CC4-5D6E-409C-BE32-E72D297353CC}">
                <c16:uniqueId val="{00000004-152B-4CF4-80A9-1018AD9CD5A2}"/>
              </c:ext>
            </c:extLst>
          </c:dPt>
          <c:dLbls>
            <c:dLbl>
              <c:idx val="0"/>
              <c:tx>
                <c:rich>
                  <a:bodyPr/>
                  <a:lstStyle/>
                  <a:p>
                    <a:r>
                      <a:rPr lang="en-US"/>
                      <a:t>16%</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52B-4CF4-80A9-1018AD9CD5A2}"/>
                </c:ext>
              </c:extLst>
            </c:dLbl>
            <c:dLbl>
              <c:idx val="2"/>
              <c:tx>
                <c:rich>
                  <a:bodyPr/>
                  <a:lstStyle/>
                  <a:p>
                    <a:r>
                      <a:rPr lang="en-US"/>
                      <a:t>25%</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152B-4CF4-80A9-1018AD9CD5A2}"/>
                </c:ext>
              </c:extLst>
            </c:dLbl>
            <c:dLbl>
              <c:idx val="3"/>
              <c:layout>
                <c:manualLayout>
                  <c:x val="0.12440816421161581"/>
                  <c:y val="-1.3024079511198432E-2"/>
                </c:manualLayout>
              </c:layout>
              <c:tx>
                <c:rich>
                  <a:bodyPr/>
                  <a:lstStyle/>
                  <a:p>
                    <a:r>
                      <a:rPr lang="en-US"/>
                      <a:t>47%</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52B-4CF4-80A9-1018AD9CD5A2}"/>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HCP Personal Promotion (PP)</c:v>
                </c:pt>
                <c:pt idx="1">
                  <c:v>HCP Non-Personal Promotion (NPP)</c:v>
                </c:pt>
                <c:pt idx="2">
                  <c:v>Direct-To-Consumer (DTC)</c:v>
                </c:pt>
                <c:pt idx="3">
                  <c:v>Unattributed Revenue</c:v>
                </c:pt>
              </c:strCache>
            </c:strRef>
          </c:cat>
          <c:val>
            <c:numRef>
              <c:f>Sheet1!$B$2:$B$5</c:f>
              <c:numCache>
                <c:formatCode>0%</c:formatCode>
                <c:ptCount val="4"/>
                <c:pt idx="0" formatCode="0.0%">
                  <c:v>0.157</c:v>
                </c:pt>
                <c:pt idx="1">
                  <c:v>0.12</c:v>
                </c:pt>
                <c:pt idx="2" formatCode="0.0%">
                  <c:v>0.246</c:v>
                </c:pt>
                <c:pt idx="3" formatCode="0.0%">
                  <c:v>0.47699999999999998</c:v>
                </c:pt>
              </c:numCache>
            </c:numRef>
          </c:val>
          <c:extLst>
            <c:ext xmlns:c16="http://schemas.microsoft.com/office/drawing/2014/chart" uri="{C3380CC4-5D6E-409C-BE32-E72D297353CC}">
              <c16:uniqueId val="{00000000-152B-4CF4-80A9-1018AD9CD5A2}"/>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52684961055362389"/>
          <c:y val="0.14577658079280631"/>
          <c:w val="0.3481504714673197"/>
          <c:h val="0.6835255131950422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rgbClr val="B98CDC"/>
              </a:solidFill>
              <a:ln w="19050">
                <a:solidFill>
                  <a:schemeClr val="lt1"/>
                </a:solidFill>
              </a:ln>
              <a:effectLst/>
            </c:spPr>
            <c:extLst>
              <c:ext xmlns:c16="http://schemas.microsoft.com/office/drawing/2014/chart" uri="{C3380CC4-5D6E-409C-BE32-E72D297353CC}">
                <c16:uniqueId val="{00000001-6F19-4340-8F58-1D700F732D2B}"/>
              </c:ext>
            </c:extLst>
          </c:dPt>
          <c:dPt>
            <c:idx val="1"/>
            <c:bubble3D val="0"/>
            <c:spPr>
              <a:solidFill>
                <a:srgbClr val="E34848"/>
              </a:solidFill>
              <a:ln w="19050">
                <a:solidFill>
                  <a:schemeClr val="lt1"/>
                </a:solidFill>
              </a:ln>
              <a:effectLst/>
            </c:spPr>
            <c:extLst>
              <c:ext xmlns:c16="http://schemas.microsoft.com/office/drawing/2014/chart" uri="{C3380CC4-5D6E-409C-BE32-E72D297353CC}">
                <c16:uniqueId val="{00000003-6F19-4340-8F58-1D700F732D2B}"/>
              </c:ext>
            </c:extLst>
          </c:dPt>
          <c:dPt>
            <c:idx val="2"/>
            <c:bubble3D val="0"/>
            <c:spPr>
              <a:solidFill>
                <a:srgbClr val="5B8595"/>
              </a:solidFill>
              <a:ln w="19050">
                <a:solidFill>
                  <a:schemeClr val="lt1"/>
                </a:solidFill>
              </a:ln>
              <a:effectLst/>
            </c:spPr>
            <c:extLst>
              <c:ext xmlns:c16="http://schemas.microsoft.com/office/drawing/2014/chart" uri="{C3380CC4-5D6E-409C-BE32-E72D297353CC}">
                <c16:uniqueId val="{00000005-6F19-4340-8F58-1D700F732D2B}"/>
              </c:ext>
            </c:extLst>
          </c:dPt>
          <c:dLbls>
            <c:dLbl>
              <c:idx val="2"/>
              <c:layout>
                <c:manualLayout>
                  <c:x val="0"/>
                  <c:y val="4.6708044732218054E-2"/>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F19-4340-8F58-1D700F732D2B}"/>
                </c:ext>
              </c:extLst>
            </c:dLbl>
            <c:numFmt formatCode="&quot;$&quot;#,##0,,&quot;M&quot;"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rect">
                    <a:avLst/>
                  </a:prstGeom>
                </c15:spPr>
              </c:ext>
            </c:extLst>
          </c:dLbls>
          <c:cat>
            <c:strRef>
              <c:f>Sheet1!$A$2:$A$4</c:f>
              <c:strCache>
                <c:ptCount val="3"/>
                <c:pt idx="0">
                  <c:v>HCP Personal Promotion (PP)</c:v>
                </c:pt>
                <c:pt idx="1">
                  <c:v>HCP Non-Personal Promotion (NPP)</c:v>
                </c:pt>
                <c:pt idx="2">
                  <c:v>Direct to Consumer (DTC) Promotion</c:v>
                </c:pt>
              </c:strCache>
            </c:strRef>
          </c:cat>
          <c:val>
            <c:numRef>
              <c:f>Sheet1!$B$2:$B$4</c:f>
              <c:numCache>
                <c:formatCode>General</c:formatCode>
                <c:ptCount val="3"/>
                <c:pt idx="0">
                  <c:v>79400000</c:v>
                </c:pt>
                <c:pt idx="1">
                  <c:v>12000000</c:v>
                </c:pt>
                <c:pt idx="2">
                  <c:v>149000000</c:v>
                </c:pt>
              </c:numCache>
            </c:numRef>
          </c:val>
          <c:extLst>
            <c:ext xmlns:c16="http://schemas.microsoft.com/office/drawing/2014/chart" uri="{C3380CC4-5D6E-409C-BE32-E72D297353CC}">
              <c16:uniqueId val="{00000006-6F19-4340-8F58-1D700F732D2B}"/>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userShapes r:id="rId2"/>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2306557714398936E-3"/>
          <c:y val="2.7895047270259359E-2"/>
          <c:w val="0.95238336971419868"/>
          <c:h val="0.78014436370904405"/>
        </c:manualLayout>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bg1">
                  <a:lumMod val="50000"/>
                </a:schemeClr>
              </a:solidFill>
              <a:ln>
                <a:noFill/>
              </a:ln>
              <a:effectLst/>
            </c:spPr>
            <c:extLst>
              <c:ext xmlns:c16="http://schemas.microsoft.com/office/drawing/2014/chart" uri="{C3380CC4-5D6E-409C-BE32-E72D297353CC}">
                <c16:uniqueId val="{00000001-6A18-4C76-9BFD-441CDEAA1D0F}"/>
              </c:ext>
            </c:extLst>
          </c:dPt>
          <c:dPt>
            <c:idx val="1"/>
            <c:invertIfNegative val="0"/>
            <c:bubble3D val="0"/>
            <c:spPr>
              <a:solidFill>
                <a:schemeClr val="bg2">
                  <a:lumMod val="95000"/>
                </a:schemeClr>
              </a:solidFill>
              <a:ln>
                <a:noFill/>
              </a:ln>
              <a:effectLst/>
            </c:spPr>
            <c:extLst>
              <c:ext xmlns:c16="http://schemas.microsoft.com/office/drawing/2014/chart" uri="{C3380CC4-5D6E-409C-BE32-E72D297353CC}">
                <c16:uniqueId val="{00000003-6A18-4C76-9BFD-441CDEAA1D0F}"/>
              </c:ext>
            </c:extLst>
          </c:dPt>
          <c:dPt>
            <c:idx val="2"/>
            <c:invertIfNegative val="0"/>
            <c:bubble3D val="0"/>
            <c:spPr>
              <a:solidFill>
                <a:schemeClr val="bg1"/>
              </a:solidFill>
              <a:ln>
                <a:noFill/>
              </a:ln>
              <a:effectLst/>
            </c:spPr>
            <c:extLst>
              <c:ext xmlns:c16="http://schemas.microsoft.com/office/drawing/2014/chart" uri="{C3380CC4-5D6E-409C-BE32-E72D297353CC}">
                <c16:uniqueId val="{00000005-6A18-4C76-9BFD-441CDEAA1D0F}"/>
              </c:ext>
            </c:extLst>
          </c:dPt>
          <c:dPt>
            <c:idx val="3"/>
            <c:invertIfNegative val="0"/>
            <c:bubble3D val="0"/>
            <c:spPr>
              <a:solidFill>
                <a:schemeClr val="bg1"/>
              </a:solidFill>
              <a:ln>
                <a:noFill/>
              </a:ln>
              <a:effectLst/>
            </c:spPr>
            <c:extLst>
              <c:ext xmlns:c16="http://schemas.microsoft.com/office/drawing/2014/chart" uri="{C3380CC4-5D6E-409C-BE32-E72D297353CC}">
                <c16:uniqueId val="{00000007-6A18-4C76-9BFD-441CDEAA1D0F}"/>
              </c:ext>
            </c:extLst>
          </c:dPt>
          <c:dLbls>
            <c:dLbl>
              <c:idx val="1"/>
              <c:tx>
                <c:rich>
                  <a:bodyPr/>
                  <a:lstStyle/>
                  <a:p>
                    <a:r>
                      <a:rPr lang="en-US"/>
                      <a:t>48%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A18-4C76-9BFD-441CDEAA1D0F}"/>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000000"/>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FY25 Sales</c:v>
                </c:pt>
                <c:pt idx="1">
                  <c:v>Unattributed FY25 Sales</c:v>
                </c:pt>
                <c:pt idx="2">
                  <c:v>FY25 Sales attributed to 
Promotional Activity</c:v>
                </c:pt>
                <c:pt idx="3">
                  <c:v>FY25 Promotional Impact
by Category</c:v>
                </c:pt>
              </c:strCache>
            </c:strRef>
          </c:cat>
          <c:val>
            <c:numRef>
              <c:f>Sheet1!$B$2:$B$5</c:f>
              <c:numCache>
                <c:formatCode>0.00%</c:formatCode>
                <c:ptCount val="4"/>
                <c:pt idx="0" formatCode="0.0%">
                  <c:v>1</c:v>
                </c:pt>
                <c:pt idx="1">
                  <c:v>0.47729684331370303</c:v>
                </c:pt>
                <c:pt idx="2">
                  <c:v>0.47729684331370303</c:v>
                </c:pt>
                <c:pt idx="3">
                  <c:v>0.47729684331370303</c:v>
                </c:pt>
              </c:numCache>
            </c:numRef>
          </c:val>
          <c:extLst>
            <c:ext xmlns:c16="http://schemas.microsoft.com/office/drawing/2014/chart" uri="{C3380CC4-5D6E-409C-BE32-E72D297353CC}">
              <c16:uniqueId val="{00000008-6A18-4C76-9BFD-441CDEAA1D0F}"/>
            </c:ext>
          </c:extLst>
        </c:ser>
        <c:ser>
          <c:idx val="1"/>
          <c:order val="1"/>
          <c:tx>
            <c:strRef>
              <c:f>Sheet1!$C$1</c:f>
              <c:strCache>
                <c:ptCount val="1"/>
                <c:pt idx="0">
                  <c:v>Series 2</c:v>
                </c:pt>
              </c:strCache>
            </c:strRef>
          </c:tx>
          <c:spPr>
            <a:solidFill>
              <a:srgbClr val="7F7F7F"/>
            </a:solidFill>
            <a:ln>
              <a:noFill/>
            </a:ln>
            <a:effectLst/>
          </c:spPr>
          <c:invertIfNegative val="0"/>
          <c:dPt>
            <c:idx val="1"/>
            <c:invertIfNegative val="0"/>
            <c:bubble3D val="0"/>
            <c:extLst>
              <c:ext xmlns:c16="http://schemas.microsoft.com/office/drawing/2014/chart" uri="{C3380CC4-5D6E-409C-BE32-E72D297353CC}">
                <c16:uniqueId val="{00000009-6A18-4C76-9BFD-441CDEAA1D0F}"/>
              </c:ext>
            </c:extLst>
          </c:dPt>
          <c:dPt>
            <c:idx val="2"/>
            <c:invertIfNegative val="0"/>
            <c:bubble3D val="0"/>
            <c:spPr>
              <a:solidFill>
                <a:schemeClr val="accent2">
                  <a:lumMod val="20000"/>
                  <a:lumOff val="80000"/>
                </a:schemeClr>
              </a:solidFill>
              <a:ln>
                <a:noFill/>
              </a:ln>
              <a:effectLst/>
            </c:spPr>
            <c:extLst>
              <c:ext xmlns:c16="http://schemas.microsoft.com/office/drawing/2014/chart" uri="{C3380CC4-5D6E-409C-BE32-E72D297353CC}">
                <c16:uniqueId val="{0000000B-6A18-4C76-9BFD-441CDEAA1D0F}"/>
              </c:ext>
            </c:extLst>
          </c:dPt>
          <c:dPt>
            <c:idx val="3"/>
            <c:invertIfNegative val="0"/>
            <c:bubble3D val="0"/>
            <c:spPr>
              <a:solidFill>
                <a:srgbClr val="5B8595"/>
              </a:solidFill>
              <a:ln w="25400">
                <a:solidFill>
                  <a:schemeClr val="bg1"/>
                </a:solidFill>
              </a:ln>
              <a:effectLst/>
            </c:spPr>
            <c:extLst>
              <c:ext xmlns:c16="http://schemas.microsoft.com/office/drawing/2014/chart" uri="{C3380CC4-5D6E-409C-BE32-E72D297353CC}">
                <c16:uniqueId val="{0000000D-6A18-4C76-9BFD-441CDEAA1D0F}"/>
              </c:ext>
            </c:extLst>
          </c:dPt>
          <c:dLbls>
            <c:dLbl>
              <c:idx val="2"/>
              <c:layout>
                <c:manualLayout>
                  <c:x val="-8.1937014689401181E-17"/>
                  <c:y val="5.4964597605636684E-2"/>
                </c:manualLayout>
              </c:layout>
              <c:tx>
                <c:rich>
                  <a:bodyPr rot="0" spcFirstLastPara="1" vertOverflow="ellipsis" vert="horz" wrap="square" lIns="0" tIns="0" rIns="0" bIns="0" anchor="ctr" anchorCtr="0">
                    <a:spAutoFit/>
                  </a:bodyPr>
                  <a:lstStyle/>
                  <a:p>
                    <a:pPr>
                      <a:defRPr sz="1200" b="1" i="0" u="none" strike="noStrike" kern="1200" baseline="0">
                        <a:solidFill>
                          <a:schemeClr val="accent2"/>
                        </a:solidFill>
                        <a:latin typeface="+mn-lt"/>
                        <a:ea typeface="+mn-ea"/>
                        <a:cs typeface="+mn-cs"/>
                      </a:defRPr>
                    </a:pPr>
                    <a:r>
                      <a:rPr lang="en-US" sz="1200">
                        <a:solidFill>
                          <a:schemeClr val="accent2"/>
                        </a:solidFill>
                      </a:rPr>
                      <a:t>52%</a:t>
                    </a:r>
                  </a:p>
                </c:rich>
              </c:tx>
              <c:numFmt formatCode="0.0%" sourceLinked="0"/>
              <c:spPr>
                <a:noFill/>
                <a:ln>
                  <a:noFill/>
                </a:ln>
                <a:effectLst/>
              </c:sp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15:showDataLabelsRange val="0"/>
                </c:ext>
                <c:ext xmlns:c16="http://schemas.microsoft.com/office/drawing/2014/chart" uri="{C3380CC4-5D6E-409C-BE32-E72D297353CC}">
                  <c16:uniqueId val="{0000000B-6A18-4C76-9BFD-441CDEAA1D0F}"/>
                </c:ext>
              </c:extLst>
            </c:dLbl>
            <c:dLbl>
              <c:idx val="3"/>
              <c:layout>
                <c:manualLayout>
                  <c:x val="-2.3348080618374834E-2"/>
                  <c:y val="-2.9237436995625437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A18-4C76-9BFD-441CDEAA1D0F}"/>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FY25 Sales</c:v>
                </c:pt>
                <c:pt idx="1">
                  <c:v>Unattributed FY25 Sales</c:v>
                </c:pt>
                <c:pt idx="2">
                  <c:v>FY25 Sales attributed to 
Promotional Activity</c:v>
                </c:pt>
                <c:pt idx="3">
                  <c:v>FY25 Promotional Impact
by Category</c:v>
                </c:pt>
              </c:strCache>
            </c:strRef>
          </c:cat>
          <c:val>
            <c:numRef>
              <c:f>Sheet1!$C$2:$C$5</c:f>
              <c:numCache>
                <c:formatCode>General</c:formatCode>
                <c:ptCount val="4"/>
                <c:pt idx="2" formatCode="0.0%">
                  <c:v>0.52270315668629697</c:v>
                </c:pt>
                <c:pt idx="3" formatCode="0.00%">
                  <c:v>0.24629999999999999</c:v>
                </c:pt>
              </c:numCache>
            </c:numRef>
          </c:val>
          <c:extLst>
            <c:ext xmlns:c16="http://schemas.microsoft.com/office/drawing/2014/chart" uri="{C3380CC4-5D6E-409C-BE32-E72D297353CC}">
              <c16:uniqueId val="{0000000E-6A18-4C76-9BFD-441CDEAA1D0F}"/>
            </c:ext>
          </c:extLst>
        </c:ser>
        <c:ser>
          <c:idx val="2"/>
          <c:order val="2"/>
          <c:tx>
            <c:strRef>
              <c:f>Sheet1!$D$1</c:f>
              <c:strCache>
                <c:ptCount val="1"/>
                <c:pt idx="0">
                  <c:v>Series 3</c:v>
                </c:pt>
              </c:strCache>
            </c:strRef>
          </c:tx>
          <c:spPr>
            <a:solidFill>
              <a:schemeClr val="accent2">
                <a:lumMod val="60000"/>
                <a:lumOff val="40000"/>
              </a:schemeClr>
            </a:solidFill>
            <a:ln w="25400">
              <a:solidFill>
                <a:schemeClr val="bg1"/>
              </a:solidFill>
            </a:ln>
            <a:effectLst/>
          </c:spPr>
          <c:invertIfNegative val="0"/>
          <c:dPt>
            <c:idx val="1"/>
            <c:invertIfNegative val="0"/>
            <c:bubble3D val="0"/>
            <c:extLst>
              <c:ext xmlns:c16="http://schemas.microsoft.com/office/drawing/2014/chart" uri="{C3380CC4-5D6E-409C-BE32-E72D297353CC}">
                <c16:uniqueId val="{0000000F-6A18-4C76-9BFD-441CDEAA1D0F}"/>
              </c:ext>
            </c:extLst>
          </c:dPt>
          <c:dPt>
            <c:idx val="2"/>
            <c:invertIfNegative val="0"/>
            <c:bubble3D val="0"/>
            <c:extLst>
              <c:ext xmlns:c16="http://schemas.microsoft.com/office/drawing/2014/chart" uri="{C3380CC4-5D6E-409C-BE32-E72D297353CC}">
                <c16:uniqueId val="{00000010-6A18-4C76-9BFD-441CDEAA1D0F}"/>
              </c:ext>
            </c:extLst>
          </c:dPt>
          <c:dLbls>
            <c:dLbl>
              <c:idx val="3"/>
              <c:layout>
                <c:manualLayout>
                  <c:x val="-2.5015800662544586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6A18-4C76-9BFD-441CDEAA1D0F}"/>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FY25 Sales</c:v>
                </c:pt>
                <c:pt idx="1">
                  <c:v>Unattributed FY25 Sales</c:v>
                </c:pt>
                <c:pt idx="2">
                  <c:v>FY25 Sales attributed to 
Promotional Activity</c:v>
                </c:pt>
                <c:pt idx="3">
                  <c:v>FY25 Promotional Impact
by Category</c:v>
                </c:pt>
              </c:strCache>
            </c:strRef>
          </c:cat>
          <c:val>
            <c:numRef>
              <c:f>Sheet1!$D$2:$D$5</c:f>
              <c:numCache>
                <c:formatCode>General</c:formatCode>
                <c:ptCount val="4"/>
                <c:pt idx="3" formatCode="0.00%">
                  <c:v>0.11930315668629697</c:v>
                </c:pt>
              </c:numCache>
            </c:numRef>
          </c:val>
          <c:extLst>
            <c:ext xmlns:c16="http://schemas.microsoft.com/office/drawing/2014/chart" uri="{C3380CC4-5D6E-409C-BE32-E72D297353CC}">
              <c16:uniqueId val="{00000012-6A18-4C76-9BFD-441CDEAA1D0F}"/>
            </c:ext>
          </c:extLst>
        </c:ser>
        <c:ser>
          <c:idx val="3"/>
          <c:order val="3"/>
          <c:tx>
            <c:strRef>
              <c:f>Sheet1!$E$1</c:f>
              <c:strCache>
                <c:ptCount val="1"/>
                <c:pt idx="0">
                  <c:v>Series 4</c:v>
                </c:pt>
              </c:strCache>
            </c:strRef>
          </c:tx>
          <c:spPr>
            <a:solidFill>
              <a:srgbClr val="B381D9"/>
            </a:solidFill>
            <a:ln>
              <a:solidFill>
                <a:schemeClr val="bg1"/>
              </a:solidFill>
            </a:ln>
            <a:effectLst/>
          </c:spPr>
          <c:invertIfNegative val="0"/>
          <c:dPt>
            <c:idx val="1"/>
            <c:invertIfNegative val="0"/>
            <c:bubble3D val="0"/>
            <c:extLst>
              <c:ext xmlns:c16="http://schemas.microsoft.com/office/drawing/2014/chart" uri="{C3380CC4-5D6E-409C-BE32-E72D297353CC}">
                <c16:uniqueId val="{00000013-6A18-4C76-9BFD-441CDEAA1D0F}"/>
              </c:ext>
            </c:extLst>
          </c:dPt>
          <c:dPt>
            <c:idx val="2"/>
            <c:invertIfNegative val="0"/>
            <c:bubble3D val="0"/>
            <c:extLst>
              <c:ext xmlns:c16="http://schemas.microsoft.com/office/drawing/2014/chart" uri="{C3380CC4-5D6E-409C-BE32-E72D297353CC}">
                <c16:uniqueId val="{00000014-6A18-4C76-9BFD-441CDEAA1D0F}"/>
              </c:ext>
            </c:extLst>
          </c:dPt>
          <c:dLbls>
            <c:dLbl>
              <c:idx val="3"/>
              <c:layout>
                <c:manualLayout>
                  <c:x val="-2.5015800662544586E-2"/>
                  <c:y val="2.923743699562543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6A18-4C76-9BFD-441CDEAA1D0F}"/>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FY25 Sales</c:v>
                </c:pt>
                <c:pt idx="1">
                  <c:v>Unattributed FY25 Sales</c:v>
                </c:pt>
                <c:pt idx="2">
                  <c:v>FY25 Sales attributed to 
Promotional Activity</c:v>
                </c:pt>
                <c:pt idx="3">
                  <c:v>FY25 Promotional Impact
by Category</c:v>
                </c:pt>
              </c:strCache>
            </c:strRef>
          </c:cat>
          <c:val>
            <c:numRef>
              <c:f>Sheet1!$E$2:$E$5</c:f>
              <c:numCache>
                <c:formatCode>General</c:formatCode>
                <c:ptCount val="4"/>
                <c:pt idx="3" formatCode="0.00%">
                  <c:v>0.15710000000000002</c:v>
                </c:pt>
              </c:numCache>
            </c:numRef>
          </c:val>
          <c:extLst>
            <c:ext xmlns:c16="http://schemas.microsoft.com/office/drawing/2014/chart" uri="{C3380CC4-5D6E-409C-BE32-E72D297353CC}">
              <c16:uniqueId val="{00000016-6A18-4C76-9BFD-441CDEAA1D0F}"/>
            </c:ext>
          </c:extLst>
        </c:ser>
        <c:dLbls>
          <c:showLegendKey val="0"/>
          <c:showVal val="0"/>
          <c:showCatName val="0"/>
          <c:showSerName val="0"/>
          <c:showPercent val="0"/>
          <c:showBubbleSize val="0"/>
        </c:dLbls>
        <c:gapWidth val="70"/>
        <c:overlap val="100"/>
        <c:axId val="989580008"/>
        <c:axId val="989569928"/>
      </c:barChart>
      <c:catAx>
        <c:axId val="989580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en-US"/>
          </a:p>
        </c:txPr>
        <c:crossAx val="989569928"/>
        <c:crosses val="autoZero"/>
        <c:auto val="1"/>
        <c:lblAlgn val="ctr"/>
        <c:lblOffset val="100"/>
        <c:noMultiLvlLbl val="0"/>
      </c:catAx>
      <c:valAx>
        <c:axId val="989569928"/>
        <c:scaling>
          <c:orientation val="minMax"/>
        </c:scaling>
        <c:delete val="1"/>
        <c:axPos val="l"/>
        <c:numFmt formatCode="0.0%" sourceLinked="1"/>
        <c:majorTickMark val="none"/>
        <c:minorTickMark val="none"/>
        <c:tickLblPos val="nextTo"/>
        <c:crossAx val="9895800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userShapes r:id="rId2"/>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633395354154052E-2"/>
          <c:y val="3.6509959761065705E-2"/>
          <c:w val="0.52872902260106358"/>
          <c:h val="0.17453308721643762"/>
        </c:manualLayout>
      </c:layout>
      <c:barChart>
        <c:barDir val="col"/>
        <c:grouping val="stacked"/>
        <c:varyColors val="0"/>
        <c:ser>
          <c:idx val="0"/>
          <c:order val="0"/>
          <c:tx>
            <c:strRef>
              <c:f>Sheet1!$B$1</c:f>
              <c:strCache>
                <c:ptCount val="1"/>
                <c:pt idx="0">
                  <c:v>IV TRx</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numCache>
            </c:numRef>
          </c:val>
          <c:extLst>
            <c:ext xmlns:c16="http://schemas.microsoft.com/office/drawing/2014/chart" uri="{C3380CC4-5D6E-409C-BE32-E72D297353CC}">
              <c16:uniqueId val="{00000000-8C50-4A3A-AA09-3E5FA51D7EBC}"/>
            </c:ext>
          </c:extLst>
        </c:ser>
        <c:ser>
          <c:idx val="1"/>
          <c:order val="1"/>
          <c:tx>
            <c:strRef>
              <c:f>Sheet1!$C$1</c:f>
              <c:strCache>
                <c:ptCount val="1"/>
                <c:pt idx="0">
                  <c:v>SC TRx</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0%</c:formatCode>
                <c:ptCount val="1"/>
              </c:numCache>
            </c:numRef>
          </c:val>
          <c:extLst>
            <c:ext xmlns:c16="http://schemas.microsoft.com/office/drawing/2014/chart" uri="{C3380CC4-5D6E-409C-BE32-E72D297353CC}">
              <c16:uniqueId val="{00000001-8C50-4A3A-AA09-3E5FA51D7EBC}"/>
            </c:ext>
          </c:extLst>
        </c:ser>
        <c:ser>
          <c:idx val="2"/>
          <c:order val="2"/>
          <c:tx>
            <c:strRef>
              <c:f>Sheet1!$D$1</c:f>
              <c:strCache>
                <c:ptCount val="1"/>
                <c:pt idx="0">
                  <c:v>Oral TRx</c:v>
                </c:pt>
              </c:strCache>
            </c:strRef>
          </c:tx>
          <c:spPr>
            <a:solidFill>
              <a:schemeClr val="bg1">
                <a:lumMod val="85000"/>
              </a:schemeClr>
            </a:solidFill>
            <a:ln>
              <a:noFill/>
            </a:ln>
            <a:effectLst/>
          </c:spPr>
          <c:invertIfNegative val="0"/>
          <c:dLbls>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0%</c:formatCode>
                <c:ptCount val="1"/>
              </c:numCache>
            </c:numRef>
          </c:val>
          <c:extLst>
            <c:ext xmlns:c16="http://schemas.microsoft.com/office/drawing/2014/chart" uri="{C3380CC4-5D6E-409C-BE32-E72D297353CC}">
              <c16:uniqueId val="{00000002-8C50-4A3A-AA09-3E5FA51D7EBC}"/>
            </c:ext>
          </c:extLst>
        </c:ser>
        <c:dLbls>
          <c:dLblPos val="ctr"/>
          <c:showLegendKey val="0"/>
          <c:showVal val="1"/>
          <c:showCatName val="0"/>
          <c:showSerName val="0"/>
          <c:showPercent val="0"/>
          <c:showBubbleSize val="0"/>
        </c:dLbls>
        <c:gapWidth val="150"/>
        <c:overlap val="100"/>
        <c:axId val="1022260287"/>
        <c:axId val="1022250207"/>
      </c:barChart>
      <c:catAx>
        <c:axId val="1022260287"/>
        <c:scaling>
          <c:orientation val="minMax"/>
        </c:scaling>
        <c:delete val="1"/>
        <c:axPos val="b"/>
        <c:numFmt formatCode="General" sourceLinked="1"/>
        <c:majorTickMark val="out"/>
        <c:minorTickMark val="none"/>
        <c:tickLblPos val="nextTo"/>
        <c:crossAx val="1022250207"/>
        <c:crosses val="autoZero"/>
        <c:auto val="1"/>
        <c:lblAlgn val="ctr"/>
        <c:lblOffset val="100"/>
        <c:noMultiLvlLbl val="0"/>
      </c:catAx>
      <c:valAx>
        <c:axId val="1022250207"/>
        <c:scaling>
          <c:orientation val="minMax"/>
          <c:max val="1"/>
        </c:scaling>
        <c:delete val="1"/>
        <c:axPos val="l"/>
        <c:numFmt formatCode="0%" sourceLinked="1"/>
        <c:majorTickMark val="out"/>
        <c:minorTickMark val="none"/>
        <c:tickLblPos val="nextTo"/>
        <c:crossAx val="1022260287"/>
        <c:crosses val="autoZero"/>
        <c:crossBetween val="between"/>
      </c:valAx>
      <c:spPr>
        <a:noFill/>
        <a:ln w="25400">
          <a:noFill/>
        </a:ln>
        <a:effectLst/>
      </c:spPr>
    </c:plotArea>
    <c:legend>
      <c:legendPos val="r"/>
      <c:legendEntry>
        <c:idx val="2"/>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Entry>
      <c:layout>
        <c:manualLayout>
          <c:xMode val="edge"/>
          <c:yMode val="edge"/>
          <c:x val="0.21431078198954459"/>
          <c:y val="0.10074520461346591"/>
          <c:w val="0.74665451303629959"/>
          <c:h val="0.89925479538653408"/>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i="0">
          <a:solidFill>
            <a:schemeClr val="tx1"/>
          </a:solidFill>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 HCPs</c:v>
                </c:pt>
              </c:strCache>
            </c:strRef>
          </c:tx>
          <c:dPt>
            <c:idx val="0"/>
            <c:bubble3D val="0"/>
            <c:spPr>
              <a:solidFill>
                <a:srgbClr val="A2348D"/>
              </a:solidFill>
              <a:ln w="19050">
                <a:solidFill>
                  <a:schemeClr val="lt1"/>
                </a:solidFill>
              </a:ln>
              <a:effectLst/>
            </c:spPr>
            <c:extLst>
              <c:ext xmlns:c16="http://schemas.microsoft.com/office/drawing/2014/chart" uri="{C3380CC4-5D6E-409C-BE32-E72D297353CC}">
                <c16:uniqueId val="{00000001-D5DF-4108-9281-B8E7151EA2E8}"/>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5DF-4108-9281-B8E7151EA2E8}"/>
              </c:ext>
            </c:extLst>
          </c:dPt>
          <c:cat>
            <c:strRef>
              <c:f>Sheet1!$A$2:$A$3</c:f>
              <c:strCache>
                <c:ptCount val="2"/>
                <c:pt idx="0">
                  <c:v>Pen</c:v>
                </c:pt>
                <c:pt idx="1">
                  <c:v>IV</c:v>
                </c:pt>
              </c:strCache>
            </c:strRef>
          </c:cat>
          <c:val>
            <c:numRef>
              <c:f>Sheet1!$B$2:$B$3</c:f>
              <c:numCache>
                <c:formatCode>General</c:formatCode>
                <c:ptCount val="2"/>
                <c:pt idx="0">
                  <c:v>0.38024586689275114</c:v>
                </c:pt>
                <c:pt idx="1">
                  <c:v>0.61975413310724892</c:v>
                </c:pt>
              </c:numCache>
            </c:numRef>
          </c:val>
          <c:extLst>
            <c:ext xmlns:c16="http://schemas.microsoft.com/office/drawing/2014/chart" uri="{C3380CC4-5D6E-409C-BE32-E72D297353CC}">
              <c16:uniqueId val="{00000004-D5DF-4108-9281-B8E7151EA2E8}"/>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 HCPs</c:v>
                </c:pt>
              </c:strCache>
            </c:strRef>
          </c:tx>
          <c:dPt>
            <c:idx val="0"/>
            <c:bubble3D val="0"/>
            <c:spPr>
              <a:solidFill>
                <a:srgbClr val="9F1897"/>
              </a:solidFill>
              <a:ln w="19050">
                <a:solidFill>
                  <a:schemeClr val="lt1"/>
                </a:solidFill>
              </a:ln>
              <a:effectLst/>
            </c:spPr>
            <c:extLst>
              <c:ext xmlns:c16="http://schemas.microsoft.com/office/drawing/2014/chart" uri="{C3380CC4-5D6E-409C-BE32-E72D297353CC}">
                <c16:uniqueId val="{00000001-9A6C-498E-85F7-34A5385AE191}"/>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9A6C-498E-85F7-34A5385AE191}"/>
              </c:ext>
            </c:extLst>
          </c:dPt>
          <c:cat>
            <c:strRef>
              <c:f>Sheet1!$A$2:$A$3</c:f>
              <c:strCache>
                <c:ptCount val="2"/>
                <c:pt idx="0">
                  <c:v>Pen</c:v>
                </c:pt>
                <c:pt idx="1">
                  <c:v>IV</c:v>
                </c:pt>
              </c:strCache>
            </c:strRef>
          </c:cat>
          <c:val>
            <c:numRef>
              <c:f>Sheet1!$B$2:$B$3</c:f>
              <c:numCache>
                <c:formatCode>General</c:formatCode>
                <c:ptCount val="2"/>
                <c:pt idx="0">
                  <c:v>0.43106562311860325</c:v>
                </c:pt>
                <c:pt idx="1">
                  <c:v>0.56893437688139681</c:v>
                </c:pt>
              </c:numCache>
            </c:numRef>
          </c:val>
          <c:extLst>
            <c:ext xmlns:c16="http://schemas.microsoft.com/office/drawing/2014/chart" uri="{C3380CC4-5D6E-409C-BE32-E72D297353CC}">
              <c16:uniqueId val="{00000004-9A6C-498E-85F7-34A5385AE191}"/>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 HCPs</c:v>
                </c:pt>
              </c:strCache>
            </c:strRef>
          </c:tx>
          <c:dPt>
            <c:idx val="0"/>
            <c:bubble3D val="0"/>
            <c:spPr>
              <a:solidFill>
                <a:srgbClr val="9F1897"/>
              </a:solidFill>
              <a:ln w="19050">
                <a:solidFill>
                  <a:schemeClr val="lt1"/>
                </a:solidFill>
              </a:ln>
              <a:effectLst/>
            </c:spPr>
            <c:extLst>
              <c:ext xmlns:c16="http://schemas.microsoft.com/office/drawing/2014/chart" uri="{C3380CC4-5D6E-409C-BE32-E72D297353CC}">
                <c16:uniqueId val="{00000001-E00A-4132-8ECF-4C30A522968B}"/>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E00A-4132-8ECF-4C30A522968B}"/>
              </c:ext>
            </c:extLst>
          </c:dPt>
          <c:cat>
            <c:strRef>
              <c:f>Sheet1!$A$2:$A$3</c:f>
              <c:strCache>
                <c:ptCount val="2"/>
                <c:pt idx="0">
                  <c:v>Pen</c:v>
                </c:pt>
                <c:pt idx="1">
                  <c:v>IV</c:v>
                </c:pt>
              </c:strCache>
            </c:strRef>
          </c:cat>
          <c:val>
            <c:numRef>
              <c:f>Sheet1!$B$2:$B$3</c:f>
              <c:numCache>
                <c:formatCode>General</c:formatCode>
                <c:ptCount val="2"/>
                <c:pt idx="0">
                  <c:v>0.26253838280450359</c:v>
                </c:pt>
                <c:pt idx="1">
                  <c:v>0.73746161719549641</c:v>
                </c:pt>
              </c:numCache>
            </c:numRef>
          </c:val>
          <c:extLst>
            <c:ext xmlns:c16="http://schemas.microsoft.com/office/drawing/2014/chart" uri="{C3380CC4-5D6E-409C-BE32-E72D297353CC}">
              <c16:uniqueId val="{00000004-E00A-4132-8ECF-4C30A522968B}"/>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 HCPs</c:v>
                </c:pt>
              </c:strCache>
            </c:strRef>
          </c:tx>
          <c:dPt>
            <c:idx val="0"/>
            <c:bubble3D val="0"/>
            <c:spPr>
              <a:solidFill>
                <a:srgbClr val="9F1897"/>
              </a:solidFill>
              <a:ln w="19050">
                <a:solidFill>
                  <a:schemeClr val="lt1"/>
                </a:solidFill>
              </a:ln>
              <a:effectLst/>
            </c:spPr>
            <c:extLst>
              <c:ext xmlns:c16="http://schemas.microsoft.com/office/drawing/2014/chart" uri="{C3380CC4-5D6E-409C-BE32-E72D297353CC}">
                <c16:uniqueId val="{00000001-B1E0-45F0-AAE4-8B8991E49FD4}"/>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B1E0-45F0-AAE4-8B8991E49FD4}"/>
              </c:ext>
            </c:extLst>
          </c:dPt>
          <c:cat>
            <c:strRef>
              <c:f>Sheet1!$A$2:$A$3</c:f>
              <c:strCache>
                <c:ptCount val="2"/>
                <c:pt idx="0">
                  <c:v>Pen</c:v>
                </c:pt>
                <c:pt idx="1">
                  <c:v>IV</c:v>
                </c:pt>
              </c:strCache>
            </c:strRef>
          </c:cat>
          <c:val>
            <c:numRef>
              <c:f>Sheet1!$B$2:$B$3</c:f>
              <c:numCache>
                <c:formatCode>General</c:formatCode>
                <c:ptCount val="2"/>
                <c:pt idx="0">
                  <c:v>0.29168612797758059</c:v>
                </c:pt>
                <c:pt idx="1">
                  <c:v>0.70831387202241936</c:v>
                </c:pt>
              </c:numCache>
            </c:numRef>
          </c:val>
          <c:extLst>
            <c:ext xmlns:c16="http://schemas.microsoft.com/office/drawing/2014/chart" uri="{C3380CC4-5D6E-409C-BE32-E72D297353CC}">
              <c16:uniqueId val="{00000004-B1E0-45F0-AAE4-8B8991E49FD4}"/>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633395354154052E-2"/>
          <c:y val="3.6509959761065705E-2"/>
          <c:w val="0.83388461208706655"/>
          <c:h val="0.90228770586309948"/>
        </c:manualLayout>
      </c:layout>
      <c:barChart>
        <c:barDir val="bar"/>
        <c:grouping val="stacked"/>
        <c:varyColors val="0"/>
        <c:ser>
          <c:idx val="0"/>
          <c:order val="0"/>
          <c:tx>
            <c:strRef>
              <c:f>Sheet1!$B$1</c:f>
              <c:strCache>
                <c:ptCount val="1"/>
                <c:pt idx="0">
                  <c:v>IV TRx</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0.48711776699882148</c:v>
                </c:pt>
              </c:numCache>
            </c:numRef>
          </c:val>
          <c:extLst>
            <c:ext xmlns:c16="http://schemas.microsoft.com/office/drawing/2014/chart" uri="{C3380CC4-5D6E-409C-BE32-E72D297353CC}">
              <c16:uniqueId val="{00000000-877A-4153-8DE6-D48F39911101}"/>
            </c:ext>
          </c:extLst>
        </c:ser>
        <c:ser>
          <c:idx val="1"/>
          <c:order val="1"/>
          <c:tx>
            <c:strRef>
              <c:f>Sheet1!$C$1</c:f>
              <c:strCache>
                <c:ptCount val="1"/>
                <c:pt idx="0">
                  <c:v>SC TRx</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0%</c:formatCode>
                <c:ptCount val="1"/>
                <c:pt idx="0">
                  <c:v>0.41479154232322529</c:v>
                </c:pt>
              </c:numCache>
            </c:numRef>
          </c:val>
          <c:extLst>
            <c:ext xmlns:c16="http://schemas.microsoft.com/office/drawing/2014/chart" uri="{C3380CC4-5D6E-409C-BE32-E72D297353CC}">
              <c16:uniqueId val="{00000001-877A-4153-8DE6-D48F39911101}"/>
            </c:ext>
          </c:extLst>
        </c:ser>
        <c:ser>
          <c:idx val="2"/>
          <c:order val="2"/>
          <c:tx>
            <c:strRef>
              <c:f>Sheet1!$D$1</c:f>
              <c:strCache>
                <c:ptCount val="1"/>
                <c:pt idx="0">
                  <c:v>Oral TRx</c:v>
                </c:pt>
              </c:strCache>
            </c:strRef>
          </c:tx>
          <c:spPr>
            <a:solidFill>
              <a:schemeClr val="bg1">
                <a:lumMod val="85000"/>
              </a:schemeClr>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0%</c:formatCode>
                <c:ptCount val="1"/>
                <c:pt idx="0">
                  <c:v>9.8090690677953257E-2</c:v>
                </c:pt>
              </c:numCache>
            </c:numRef>
          </c:val>
          <c:extLst>
            <c:ext xmlns:c16="http://schemas.microsoft.com/office/drawing/2014/chart" uri="{C3380CC4-5D6E-409C-BE32-E72D297353CC}">
              <c16:uniqueId val="{00000002-877A-4153-8DE6-D48F39911101}"/>
            </c:ext>
          </c:extLst>
        </c:ser>
        <c:dLbls>
          <c:dLblPos val="ctr"/>
          <c:showLegendKey val="0"/>
          <c:showVal val="1"/>
          <c:showCatName val="0"/>
          <c:showSerName val="0"/>
          <c:showPercent val="0"/>
          <c:showBubbleSize val="0"/>
        </c:dLbls>
        <c:gapWidth val="150"/>
        <c:overlap val="100"/>
        <c:axId val="1022260287"/>
        <c:axId val="1022250207"/>
      </c:barChart>
      <c:catAx>
        <c:axId val="1022260287"/>
        <c:scaling>
          <c:orientation val="minMax"/>
        </c:scaling>
        <c:delete val="1"/>
        <c:axPos val="l"/>
        <c:numFmt formatCode="General" sourceLinked="1"/>
        <c:majorTickMark val="out"/>
        <c:minorTickMark val="none"/>
        <c:tickLblPos val="nextTo"/>
        <c:crossAx val="1022250207"/>
        <c:crosses val="autoZero"/>
        <c:auto val="1"/>
        <c:lblAlgn val="ctr"/>
        <c:lblOffset val="100"/>
        <c:noMultiLvlLbl val="0"/>
      </c:catAx>
      <c:valAx>
        <c:axId val="1022250207"/>
        <c:scaling>
          <c:orientation val="minMax"/>
          <c:max val="1"/>
        </c:scaling>
        <c:delete val="1"/>
        <c:axPos val="b"/>
        <c:numFmt formatCode="0%" sourceLinked="1"/>
        <c:majorTickMark val="out"/>
        <c:minorTickMark val="none"/>
        <c:tickLblPos val="nextTo"/>
        <c:crossAx val="10222602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b="1">
          <a:solidFill>
            <a:schemeClr val="bg1"/>
          </a:solidFill>
        </a:defRPr>
      </a:pPr>
      <a:endParaRPr lang="en-US"/>
    </a:p>
  </c:txPr>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633395354154052E-2"/>
          <c:y val="3.6509959761065705E-2"/>
          <c:w val="0.83388461208706655"/>
          <c:h val="0.81873375067175991"/>
        </c:manualLayout>
      </c:layout>
      <c:barChart>
        <c:barDir val="bar"/>
        <c:grouping val="stacked"/>
        <c:varyColors val="0"/>
        <c:ser>
          <c:idx val="0"/>
          <c:order val="0"/>
          <c:tx>
            <c:strRef>
              <c:f>Sheet1!$B$1</c:f>
              <c:strCache>
                <c:ptCount val="1"/>
                <c:pt idx="0">
                  <c:v>IV TRx</c:v>
                </c:pt>
              </c:strCache>
            </c:strRef>
          </c:tx>
          <c:spPr>
            <a:solidFill>
              <a:schemeClr val="accent1">
                <a:lumMod val="60000"/>
                <a:lumOff val="40000"/>
              </a:schemeClr>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General</c:formatCode>
                <c:ptCount val="1"/>
                <c:pt idx="0">
                  <c:v>0.25274583477985701</c:v>
                </c:pt>
              </c:numCache>
            </c:numRef>
          </c:val>
          <c:extLst>
            <c:ext xmlns:c16="http://schemas.microsoft.com/office/drawing/2014/chart" uri="{C3380CC4-5D6E-409C-BE32-E72D297353CC}">
              <c16:uniqueId val="{00000000-10A5-46B7-86AF-3A3DEAEF4274}"/>
            </c:ext>
          </c:extLst>
        </c:ser>
        <c:ser>
          <c:idx val="1"/>
          <c:order val="1"/>
          <c:tx>
            <c:strRef>
              <c:f>Sheet1!$C$1</c:f>
              <c:strCache>
                <c:ptCount val="1"/>
                <c:pt idx="0">
                  <c:v>SC TRx</c:v>
                </c:pt>
              </c:strCache>
            </c:strRef>
          </c:tx>
          <c:spPr>
            <a:solidFill>
              <a:schemeClr val="accent1">
                <a:lumMod val="20000"/>
                <a:lumOff val="80000"/>
              </a:schemeClr>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General</c:formatCode>
                <c:ptCount val="1"/>
                <c:pt idx="0">
                  <c:v>0.60345690997963086</c:v>
                </c:pt>
              </c:numCache>
            </c:numRef>
          </c:val>
          <c:extLst>
            <c:ext xmlns:c16="http://schemas.microsoft.com/office/drawing/2014/chart" uri="{C3380CC4-5D6E-409C-BE32-E72D297353CC}">
              <c16:uniqueId val="{00000001-10A5-46B7-86AF-3A3DEAEF4274}"/>
            </c:ext>
          </c:extLst>
        </c:ser>
        <c:ser>
          <c:idx val="2"/>
          <c:order val="2"/>
          <c:tx>
            <c:strRef>
              <c:f>Sheet1!$D$1</c:f>
              <c:strCache>
                <c:ptCount val="1"/>
                <c:pt idx="0">
                  <c:v>Oral TRx</c:v>
                </c:pt>
              </c:strCache>
            </c:strRef>
          </c:tx>
          <c:spPr>
            <a:solidFill>
              <a:schemeClr val="bg1">
                <a:lumMod val="85000"/>
              </a:schemeClr>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General</c:formatCode>
                <c:ptCount val="1"/>
                <c:pt idx="0">
                  <c:v>0.15</c:v>
                </c:pt>
              </c:numCache>
            </c:numRef>
          </c:val>
          <c:extLst>
            <c:ext xmlns:c16="http://schemas.microsoft.com/office/drawing/2014/chart" uri="{C3380CC4-5D6E-409C-BE32-E72D297353CC}">
              <c16:uniqueId val="{00000002-10A5-46B7-86AF-3A3DEAEF4274}"/>
            </c:ext>
          </c:extLst>
        </c:ser>
        <c:dLbls>
          <c:dLblPos val="ctr"/>
          <c:showLegendKey val="0"/>
          <c:showVal val="1"/>
          <c:showCatName val="0"/>
          <c:showSerName val="0"/>
          <c:showPercent val="0"/>
          <c:showBubbleSize val="0"/>
        </c:dLbls>
        <c:gapWidth val="150"/>
        <c:overlap val="100"/>
        <c:axId val="1022260287"/>
        <c:axId val="1022250207"/>
      </c:barChart>
      <c:catAx>
        <c:axId val="1022260287"/>
        <c:scaling>
          <c:orientation val="minMax"/>
        </c:scaling>
        <c:delete val="1"/>
        <c:axPos val="l"/>
        <c:numFmt formatCode="General" sourceLinked="1"/>
        <c:majorTickMark val="out"/>
        <c:minorTickMark val="none"/>
        <c:tickLblPos val="nextTo"/>
        <c:crossAx val="1022250207"/>
        <c:crosses val="autoZero"/>
        <c:auto val="1"/>
        <c:lblAlgn val="ctr"/>
        <c:lblOffset val="100"/>
        <c:noMultiLvlLbl val="0"/>
      </c:catAx>
      <c:valAx>
        <c:axId val="1022250207"/>
        <c:scaling>
          <c:orientation val="minMax"/>
          <c:max val="1"/>
        </c:scaling>
        <c:delete val="1"/>
        <c:axPos val="b"/>
        <c:numFmt formatCode="General" sourceLinked="1"/>
        <c:majorTickMark val="out"/>
        <c:minorTickMark val="none"/>
        <c:tickLblPos val="nextTo"/>
        <c:crossAx val="10222602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633395354154052E-2"/>
          <c:y val="3.6509959761065705E-2"/>
          <c:w val="0.82001390347406633"/>
          <c:h val="0.81873375067175991"/>
        </c:manualLayout>
      </c:layout>
      <c:barChart>
        <c:barDir val="bar"/>
        <c:grouping val="stacked"/>
        <c:varyColors val="0"/>
        <c:ser>
          <c:idx val="0"/>
          <c:order val="0"/>
          <c:tx>
            <c:strRef>
              <c:f>Sheet1!$B$1</c:f>
              <c:strCache>
                <c:ptCount val="1"/>
                <c:pt idx="0">
                  <c:v>IV TRx</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0.32739212007504692</c:v>
                </c:pt>
              </c:numCache>
            </c:numRef>
          </c:val>
          <c:extLst>
            <c:ext xmlns:c16="http://schemas.microsoft.com/office/drawing/2014/chart" uri="{C3380CC4-5D6E-409C-BE32-E72D297353CC}">
              <c16:uniqueId val="{00000000-2F07-4BE3-8E06-441B958C8D41}"/>
            </c:ext>
          </c:extLst>
        </c:ser>
        <c:ser>
          <c:idx val="1"/>
          <c:order val="1"/>
          <c:tx>
            <c:strRef>
              <c:f>Sheet1!$C$1</c:f>
              <c:strCache>
                <c:ptCount val="1"/>
                <c:pt idx="0">
                  <c:v>SC TRx</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0%</c:formatCode>
                <c:ptCount val="1"/>
                <c:pt idx="0">
                  <c:v>0.54116777531411675</c:v>
                </c:pt>
              </c:numCache>
            </c:numRef>
          </c:val>
          <c:extLst>
            <c:ext xmlns:c16="http://schemas.microsoft.com/office/drawing/2014/chart" uri="{C3380CC4-5D6E-409C-BE32-E72D297353CC}">
              <c16:uniqueId val="{00000001-2F07-4BE3-8E06-441B958C8D41}"/>
            </c:ext>
          </c:extLst>
        </c:ser>
        <c:ser>
          <c:idx val="2"/>
          <c:order val="2"/>
          <c:tx>
            <c:strRef>
              <c:f>Sheet1!$D$1</c:f>
              <c:strCache>
                <c:ptCount val="1"/>
                <c:pt idx="0">
                  <c:v>Oral TRx</c:v>
                </c:pt>
              </c:strCache>
            </c:strRef>
          </c:tx>
          <c:spPr>
            <a:solidFill>
              <a:schemeClr val="bg1">
                <a:lumMod val="85000"/>
              </a:schemeClr>
            </a:solidFill>
            <a:ln>
              <a:noFill/>
            </a:ln>
            <a:effectLst/>
          </c:spPr>
          <c:invertIfNegative val="0"/>
          <c:dLbls>
            <c:dLbl>
              <c:idx val="0"/>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F07-4BE3-8E06-441B958C8D41}"/>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0%</c:formatCode>
                <c:ptCount val="1"/>
                <c:pt idx="0">
                  <c:v>0.13144010461083633</c:v>
                </c:pt>
              </c:numCache>
            </c:numRef>
          </c:val>
          <c:extLst>
            <c:ext xmlns:c16="http://schemas.microsoft.com/office/drawing/2014/chart" uri="{C3380CC4-5D6E-409C-BE32-E72D297353CC}">
              <c16:uniqueId val="{00000003-2F07-4BE3-8E06-441B958C8D41}"/>
            </c:ext>
          </c:extLst>
        </c:ser>
        <c:dLbls>
          <c:dLblPos val="ctr"/>
          <c:showLegendKey val="0"/>
          <c:showVal val="1"/>
          <c:showCatName val="0"/>
          <c:showSerName val="0"/>
          <c:showPercent val="0"/>
          <c:showBubbleSize val="0"/>
        </c:dLbls>
        <c:gapWidth val="150"/>
        <c:overlap val="100"/>
        <c:axId val="1022260287"/>
        <c:axId val="1022250207"/>
      </c:barChart>
      <c:catAx>
        <c:axId val="1022260287"/>
        <c:scaling>
          <c:orientation val="minMax"/>
        </c:scaling>
        <c:delete val="1"/>
        <c:axPos val="l"/>
        <c:numFmt formatCode="General" sourceLinked="1"/>
        <c:majorTickMark val="out"/>
        <c:minorTickMark val="none"/>
        <c:tickLblPos val="nextTo"/>
        <c:crossAx val="1022250207"/>
        <c:crosses val="autoZero"/>
        <c:auto val="1"/>
        <c:lblAlgn val="ctr"/>
        <c:lblOffset val="100"/>
        <c:noMultiLvlLbl val="0"/>
      </c:catAx>
      <c:valAx>
        <c:axId val="1022250207"/>
        <c:scaling>
          <c:orientation val="minMax"/>
          <c:max val="1"/>
        </c:scaling>
        <c:delete val="1"/>
        <c:axPos val="b"/>
        <c:numFmt formatCode="0%" sourceLinked="1"/>
        <c:majorTickMark val="out"/>
        <c:minorTickMark val="none"/>
        <c:tickLblPos val="nextTo"/>
        <c:crossAx val="10222602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633395354154052E-2"/>
          <c:y val="3.6509959761065705E-2"/>
          <c:w val="0.81307854916756639"/>
          <c:h val="0.81873375067175991"/>
        </c:manualLayout>
      </c:layout>
      <c:barChart>
        <c:barDir val="bar"/>
        <c:grouping val="stacked"/>
        <c:varyColors val="0"/>
        <c:ser>
          <c:idx val="0"/>
          <c:order val="0"/>
          <c:tx>
            <c:strRef>
              <c:f>Sheet1!$B$1</c:f>
              <c:strCache>
                <c:ptCount val="1"/>
                <c:pt idx="0">
                  <c:v>IV TRx</c:v>
                </c:pt>
              </c:strCache>
            </c:strRef>
          </c:tx>
          <c:spPr>
            <a:solidFill>
              <a:schemeClr val="accent1">
                <a:lumMod val="60000"/>
                <a:lumOff val="40000"/>
              </a:schemeClr>
            </a:solidFill>
            <a:ln>
              <a:noFill/>
            </a:ln>
            <a:effectLst/>
          </c:spPr>
          <c:invertIfNegative val="0"/>
          <c:dLbls>
            <c:dLbl>
              <c:idx val="0"/>
              <c:layout>
                <c:manualLayout>
                  <c:x val="2.0806062919500195E-2"/>
                  <c:y val="-4.5029296841299121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0DE-47C9-A880-59F25DB35C5F}"/>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0.16052103253010133</c:v>
                </c:pt>
              </c:numCache>
            </c:numRef>
          </c:val>
          <c:extLst>
            <c:ext xmlns:c16="http://schemas.microsoft.com/office/drawing/2014/chart" uri="{C3380CC4-5D6E-409C-BE32-E72D297353CC}">
              <c16:uniqueId val="{00000001-10DE-47C9-A880-59F25DB35C5F}"/>
            </c:ext>
          </c:extLst>
        </c:ser>
        <c:ser>
          <c:idx val="1"/>
          <c:order val="1"/>
          <c:tx>
            <c:strRef>
              <c:f>Sheet1!$C$1</c:f>
              <c:strCache>
                <c:ptCount val="1"/>
                <c:pt idx="0">
                  <c:v>SC TRx</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0%</c:formatCode>
                <c:ptCount val="1"/>
                <c:pt idx="0">
                  <c:v>0.67373489636029427</c:v>
                </c:pt>
              </c:numCache>
            </c:numRef>
          </c:val>
          <c:extLst>
            <c:ext xmlns:c16="http://schemas.microsoft.com/office/drawing/2014/chart" uri="{C3380CC4-5D6E-409C-BE32-E72D297353CC}">
              <c16:uniqueId val="{00000002-10DE-47C9-A880-59F25DB35C5F}"/>
            </c:ext>
          </c:extLst>
        </c:ser>
        <c:ser>
          <c:idx val="2"/>
          <c:order val="2"/>
          <c:tx>
            <c:strRef>
              <c:f>Sheet1!$D$1</c:f>
              <c:strCache>
                <c:ptCount val="1"/>
                <c:pt idx="0">
                  <c:v>Oral TRx</c:v>
                </c:pt>
              </c:strCache>
            </c:strRef>
          </c:tx>
          <c:spPr>
            <a:solidFill>
              <a:schemeClr val="bg1">
                <a:lumMod val="8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0%</c:formatCode>
                <c:ptCount val="1"/>
                <c:pt idx="0">
                  <c:v>0.16574407110960435</c:v>
                </c:pt>
              </c:numCache>
            </c:numRef>
          </c:val>
          <c:extLst>
            <c:ext xmlns:c16="http://schemas.microsoft.com/office/drawing/2014/chart" uri="{C3380CC4-5D6E-409C-BE32-E72D297353CC}">
              <c16:uniqueId val="{00000003-10DE-47C9-A880-59F25DB35C5F}"/>
            </c:ext>
          </c:extLst>
        </c:ser>
        <c:dLbls>
          <c:dLblPos val="ctr"/>
          <c:showLegendKey val="0"/>
          <c:showVal val="1"/>
          <c:showCatName val="0"/>
          <c:showSerName val="0"/>
          <c:showPercent val="0"/>
          <c:showBubbleSize val="0"/>
        </c:dLbls>
        <c:gapWidth val="150"/>
        <c:overlap val="100"/>
        <c:axId val="1022260287"/>
        <c:axId val="1022250207"/>
      </c:barChart>
      <c:catAx>
        <c:axId val="1022260287"/>
        <c:scaling>
          <c:orientation val="minMax"/>
        </c:scaling>
        <c:delete val="1"/>
        <c:axPos val="l"/>
        <c:numFmt formatCode="General" sourceLinked="1"/>
        <c:majorTickMark val="out"/>
        <c:minorTickMark val="none"/>
        <c:tickLblPos val="nextTo"/>
        <c:crossAx val="1022250207"/>
        <c:crosses val="autoZero"/>
        <c:auto val="1"/>
        <c:lblAlgn val="ctr"/>
        <c:lblOffset val="100"/>
        <c:noMultiLvlLbl val="0"/>
      </c:catAx>
      <c:valAx>
        <c:axId val="1022250207"/>
        <c:scaling>
          <c:orientation val="minMax"/>
          <c:max val="1"/>
        </c:scaling>
        <c:delete val="1"/>
        <c:axPos val="b"/>
        <c:numFmt formatCode="0%" sourceLinked="1"/>
        <c:majorTickMark val="out"/>
        <c:minorTickMark val="none"/>
        <c:tickLblPos val="nextTo"/>
        <c:crossAx val="10222602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197674675626091E-2"/>
          <c:y val="0"/>
          <c:w val="0.84560465064874779"/>
          <c:h val="0.9788464485352415"/>
        </c:manualLayout>
      </c:layout>
      <c:barChart>
        <c:barDir val="bar"/>
        <c:grouping val="stacked"/>
        <c:varyColors val="0"/>
        <c:ser>
          <c:idx val="0"/>
          <c:order val="0"/>
          <c:tx>
            <c:strRef>
              <c:f>Sheet1!$B$1</c:f>
              <c:strCache>
                <c:ptCount val="1"/>
                <c:pt idx="0">
                  <c:v>UC</c:v>
                </c:pt>
              </c:strCache>
            </c:strRef>
          </c:tx>
          <c:spPr>
            <a:solidFill>
              <a:srgbClr val="F6DAF3"/>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Sheet1!$B$2</c:f>
              <c:numCache>
                <c:formatCode>0%</c:formatCode>
                <c:ptCount val="1"/>
                <c:pt idx="0">
                  <c:v>0.37320303813421962</c:v>
                </c:pt>
              </c:numCache>
            </c:numRef>
          </c:val>
          <c:extLst>
            <c:ext xmlns:c16="http://schemas.microsoft.com/office/drawing/2014/chart" uri="{C3380CC4-5D6E-409C-BE32-E72D297353CC}">
              <c16:uniqueId val="{00000000-0007-4398-B5BD-8C45EBA73A46}"/>
            </c:ext>
          </c:extLst>
        </c:ser>
        <c:ser>
          <c:idx val="1"/>
          <c:order val="1"/>
          <c:tx>
            <c:strRef>
              <c:f>Sheet1!$C$1</c:f>
              <c:strCache>
                <c:ptCount val="1"/>
                <c:pt idx="0">
                  <c:v>CD</c:v>
                </c:pt>
              </c:strCache>
            </c:strRef>
          </c:tx>
          <c:spPr>
            <a:solidFill>
              <a:srgbClr val="FFEDAB"/>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Sheet1!$C$2</c:f>
              <c:numCache>
                <c:formatCode>0%</c:formatCode>
                <c:ptCount val="1"/>
                <c:pt idx="0">
                  <c:v>0.62679696186578038</c:v>
                </c:pt>
              </c:numCache>
            </c:numRef>
          </c:val>
          <c:extLst>
            <c:ext xmlns:c16="http://schemas.microsoft.com/office/drawing/2014/chart" uri="{C3380CC4-5D6E-409C-BE32-E72D297353CC}">
              <c16:uniqueId val="{00000001-0007-4398-B5BD-8C45EBA73A46}"/>
            </c:ext>
          </c:extLst>
        </c:ser>
        <c:dLbls>
          <c:dLblPos val="ctr"/>
          <c:showLegendKey val="0"/>
          <c:showVal val="1"/>
          <c:showCatName val="0"/>
          <c:showSerName val="0"/>
          <c:showPercent val="0"/>
          <c:showBubbleSize val="0"/>
        </c:dLbls>
        <c:gapWidth val="150"/>
        <c:overlap val="100"/>
        <c:axId val="1398895952"/>
        <c:axId val="1398891632"/>
      </c:barChart>
      <c:catAx>
        <c:axId val="1398895952"/>
        <c:scaling>
          <c:orientation val="minMax"/>
        </c:scaling>
        <c:delete val="1"/>
        <c:axPos val="l"/>
        <c:numFmt formatCode="General" sourceLinked="1"/>
        <c:majorTickMark val="none"/>
        <c:minorTickMark val="none"/>
        <c:tickLblPos val="nextTo"/>
        <c:crossAx val="1398891632"/>
        <c:crosses val="autoZero"/>
        <c:auto val="1"/>
        <c:lblAlgn val="ctr"/>
        <c:lblOffset val="100"/>
        <c:noMultiLvlLbl val="0"/>
      </c:catAx>
      <c:valAx>
        <c:axId val="1398891632"/>
        <c:scaling>
          <c:orientation val="minMax"/>
          <c:max val="1"/>
          <c:min val="0"/>
        </c:scaling>
        <c:delete val="1"/>
        <c:axPos val="b"/>
        <c:numFmt formatCode="0%" sourceLinked="1"/>
        <c:majorTickMark val="out"/>
        <c:minorTickMark val="none"/>
        <c:tickLblPos val="nextTo"/>
        <c:crossAx val="13988959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solidFill>
            <a:schemeClr val="tx1"/>
          </a:solidFill>
        </a:defRPr>
      </a:pPr>
      <a:endParaRPr lang="en-US"/>
    </a:p>
  </c:txPr>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197674675626091E-2"/>
          <c:y val="0"/>
          <c:w val="0.84560465064874779"/>
          <c:h val="0.9788464485352415"/>
        </c:manualLayout>
      </c:layout>
      <c:barChart>
        <c:barDir val="bar"/>
        <c:grouping val="stacked"/>
        <c:varyColors val="0"/>
        <c:ser>
          <c:idx val="0"/>
          <c:order val="0"/>
          <c:tx>
            <c:strRef>
              <c:f>Sheet1!$B$1</c:f>
              <c:strCache>
                <c:ptCount val="1"/>
                <c:pt idx="0">
                  <c:v>UC</c:v>
                </c:pt>
              </c:strCache>
            </c:strRef>
          </c:tx>
          <c:spPr>
            <a:solidFill>
              <a:srgbClr val="F6DAF3"/>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Sheet1!$B$2</c:f>
              <c:numCache>
                <c:formatCode>0%</c:formatCode>
                <c:ptCount val="1"/>
                <c:pt idx="0">
                  <c:v>0.3785607196401799</c:v>
                </c:pt>
              </c:numCache>
            </c:numRef>
          </c:val>
          <c:extLst>
            <c:ext xmlns:c16="http://schemas.microsoft.com/office/drawing/2014/chart" uri="{C3380CC4-5D6E-409C-BE32-E72D297353CC}">
              <c16:uniqueId val="{00000000-5D68-4270-8B56-032D4DC8BB0B}"/>
            </c:ext>
          </c:extLst>
        </c:ser>
        <c:ser>
          <c:idx val="1"/>
          <c:order val="1"/>
          <c:tx>
            <c:strRef>
              <c:f>Sheet1!$C$1</c:f>
              <c:strCache>
                <c:ptCount val="1"/>
                <c:pt idx="0">
                  <c:v>CD</c:v>
                </c:pt>
              </c:strCache>
            </c:strRef>
          </c:tx>
          <c:spPr>
            <a:solidFill>
              <a:srgbClr val="FFEDAB"/>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Sheet1!$C$2</c:f>
              <c:numCache>
                <c:formatCode>0%</c:formatCode>
                <c:ptCount val="1"/>
                <c:pt idx="0">
                  <c:v>0.6214392803598201</c:v>
                </c:pt>
              </c:numCache>
            </c:numRef>
          </c:val>
          <c:extLst>
            <c:ext xmlns:c16="http://schemas.microsoft.com/office/drawing/2014/chart" uri="{C3380CC4-5D6E-409C-BE32-E72D297353CC}">
              <c16:uniqueId val="{00000001-5D68-4270-8B56-032D4DC8BB0B}"/>
            </c:ext>
          </c:extLst>
        </c:ser>
        <c:dLbls>
          <c:dLblPos val="ctr"/>
          <c:showLegendKey val="0"/>
          <c:showVal val="1"/>
          <c:showCatName val="0"/>
          <c:showSerName val="0"/>
          <c:showPercent val="0"/>
          <c:showBubbleSize val="0"/>
        </c:dLbls>
        <c:gapWidth val="150"/>
        <c:overlap val="100"/>
        <c:axId val="1398895952"/>
        <c:axId val="1398891632"/>
      </c:barChart>
      <c:catAx>
        <c:axId val="1398895952"/>
        <c:scaling>
          <c:orientation val="minMax"/>
        </c:scaling>
        <c:delete val="1"/>
        <c:axPos val="l"/>
        <c:numFmt formatCode="General" sourceLinked="1"/>
        <c:majorTickMark val="none"/>
        <c:minorTickMark val="none"/>
        <c:tickLblPos val="nextTo"/>
        <c:crossAx val="1398891632"/>
        <c:crosses val="autoZero"/>
        <c:auto val="1"/>
        <c:lblAlgn val="ctr"/>
        <c:lblOffset val="100"/>
        <c:noMultiLvlLbl val="0"/>
      </c:catAx>
      <c:valAx>
        <c:axId val="1398891632"/>
        <c:scaling>
          <c:orientation val="minMax"/>
          <c:max val="1"/>
          <c:min val="0"/>
        </c:scaling>
        <c:delete val="1"/>
        <c:axPos val="b"/>
        <c:numFmt formatCode="0%" sourceLinked="1"/>
        <c:majorTickMark val="out"/>
        <c:minorTickMark val="none"/>
        <c:tickLblPos val="nextTo"/>
        <c:crossAx val="13988959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solidFill>
            <a:schemeClr val="tx1"/>
          </a:solidFill>
        </a:defRPr>
      </a:pPr>
      <a:endParaRPr lang="en-US"/>
    </a:p>
  </c:txPr>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197674675626091E-2"/>
          <c:y val="0"/>
          <c:w val="0.84560465064874779"/>
          <c:h val="0.9788464485352415"/>
        </c:manualLayout>
      </c:layout>
      <c:barChart>
        <c:barDir val="bar"/>
        <c:grouping val="stacked"/>
        <c:varyColors val="0"/>
        <c:ser>
          <c:idx val="0"/>
          <c:order val="0"/>
          <c:tx>
            <c:strRef>
              <c:f>Sheet1!$B$1</c:f>
              <c:strCache>
                <c:ptCount val="1"/>
                <c:pt idx="0">
                  <c:v>UC</c:v>
                </c:pt>
              </c:strCache>
            </c:strRef>
          </c:tx>
          <c:spPr>
            <a:solidFill>
              <a:srgbClr val="F6DAF3"/>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Sheet1!$B$2</c:f>
              <c:numCache>
                <c:formatCode>0%</c:formatCode>
                <c:ptCount val="1"/>
                <c:pt idx="0">
                  <c:v>0.33570973757220174</c:v>
                </c:pt>
              </c:numCache>
            </c:numRef>
          </c:val>
          <c:extLst>
            <c:ext xmlns:c16="http://schemas.microsoft.com/office/drawing/2014/chart" uri="{C3380CC4-5D6E-409C-BE32-E72D297353CC}">
              <c16:uniqueId val="{00000000-70BD-48F7-96F3-C4AB3B6E6B1A}"/>
            </c:ext>
          </c:extLst>
        </c:ser>
        <c:ser>
          <c:idx val="1"/>
          <c:order val="1"/>
          <c:tx>
            <c:strRef>
              <c:f>Sheet1!$C$1</c:f>
              <c:strCache>
                <c:ptCount val="1"/>
                <c:pt idx="0">
                  <c:v>CD</c:v>
                </c:pt>
              </c:strCache>
            </c:strRef>
          </c:tx>
          <c:spPr>
            <a:solidFill>
              <a:srgbClr val="FFEDAB"/>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Sheet1!$C$2</c:f>
              <c:numCache>
                <c:formatCode>0%</c:formatCode>
                <c:ptCount val="1"/>
                <c:pt idx="0">
                  <c:v>0.66429026242779821</c:v>
                </c:pt>
              </c:numCache>
            </c:numRef>
          </c:val>
          <c:extLst>
            <c:ext xmlns:c16="http://schemas.microsoft.com/office/drawing/2014/chart" uri="{C3380CC4-5D6E-409C-BE32-E72D297353CC}">
              <c16:uniqueId val="{00000001-70BD-48F7-96F3-C4AB3B6E6B1A}"/>
            </c:ext>
          </c:extLst>
        </c:ser>
        <c:dLbls>
          <c:dLblPos val="ctr"/>
          <c:showLegendKey val="0"/>
          <c:showVal val="1"/>
          <c:showCatName val="0"/>
          <c:showSerName val="0"/>
          <c:showPercent val="0"/>
          <c:showBubbleSize val="0"/>
        </c:dLbls>
        <c:gapWidth val="150"/>
        <c:overlap val="100"/>
        <c:axId val="1398895952"/>
        <c:axId val="1398891632"/>
      </c:barChart>
      <c:catAx>
        <c:axId val="1398895952"/>
        <c:scaling>
          <c:orientation val="minMax"/>
        </c:scaling>
        <c:delete val="1"/>
        <c:axPos val="l"/>
        <c:numFmt formatCode="General" sourceLinked="1"/>
        <c:majorTickMark val="none"/>
        <c:minorTickMark val="none"/>
        <c:tickLblPos val="nextTo"/>
        <c:crossAx val="1398891632"/>
        <c:crosses val="autoZero"/>
        <c:auto val="1"/>
        <c:lblAlgn val="ctr"/>
        <c:lblOffset val="100"/>
        <c:noMultiLvlLbl val="0"/>
      </c:catAx>
      <c:valAx>
        <c:axId val="1398891632"/>
        <c:scaling>
          <c:orientation val="minMax"/>
          <c:max val="1"/>
          <c:min val="0"/>
        </c:scaling>
        <c:delete val="1"/>
        <c:axPos val="b"/>
        <c:numFmt formatCode="0%" sourceLinked="1"/>
        <c:majorTickMark val="out"/>
        <c:minorTickMark val="none"/>
        <c:tickLblPos val="nextTo"/>
        <c:crossAx val="13988959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solidFill>
            <a:schemeClr val="tx1"/>
          </a:solidFill>
        </a:defRPr>
      </a:pPr>
      <a:endParaRPr lang="en-US"/>
    </a:p>
  </c:txPr>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197674675626091E-2"/>
          <c:y val="0"/>
          <c:w val="0.84560465064874779"/>
          <c:h val="0.9788464485352415"/>
        </c:manualLayout>
      </c:layout>
      <c:barChart>
        <c:barDir val="bar"/>
        <c:grouping val="stacked"/>
        <c:varyColors val="0"/>
        <c:ser>
          <c:idx val="0"/>
          <c:order val="0"/>
          <c:tx>
            <c:strRef>
              <c:f>Sheet1!$B$1</c:f>
              <c:strCache>
                <c:ptCount val="1"/>
                <c:pt idx="0">
                  <c:v>UC</c:v>
                </c:pt>
              </c:strCache>
            </c:strRef>
          </c:tx>
          <c:spPr>
            <a:solidFill>
              <a:srgbClr val="F6DAF3"/>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Sheet1!$B$2</c:f>
              <c:numCache>
                <c:formatCode>0%</c:formatCode>
                <c:ptCount val="1"/>
                <c:pt idx="0">
                  <c:v>0.35947785123033027</c:v>
                </c:pt>
              </c:numCache>
            </c:numRef>
          </c:val>
          <c:extLst>
            <c:ext xmlns:c16="http://schemas.microsoft.com/office/drawing/2014/chart" uri="{C3380CC4-5D6E-409C-BE32-E72D297353CC}">
              <c16:uniqueId val="{00000000-C5AF-49ED-93DB-C3D17A3D9A85}"/>
            </c:ext>
          </c:extLst>
        </c:ser>
        <c:ser>
          <c:idx val="1"/>
          <c:order val="1"/>
          <c:tx>
            <c:strRef>
              <c:f>Sheet1!$C$1</c:f>
              <c:strCache>
                <c:ptCount val="1"/>
                <c:pt idx="0">
                  <c:v>CD</c:v>
                </c:pt>
              </c:strCache>
            </c:strRef>
          </c:tx>
          <c:spPr>
            <a:solidFill>
              <a:srgbClr val="FFEDAB"/>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Sheet1!$C$2</c:f>
              <c:numCache>
                <c:formatCode>0%</c:formatCode>
                <c:ptCount val="1"/>
                <c:pt idx="0">
                  <c:v>0.64052214876966984</c:v>
                </c:pt>
              </c:numCache>
            </c:numRef>
          </c:val>
          <c:extLst>
            <c:ext xmlns:c16="http://schemas.microsoft.com/office/drawing/2014/chart" uri="{C3380CC4-5D6E-409C-BE32-E72D297353CC}">
              <c16:uniqueId val="{00000001-C5AF-49ED-93DB-C3D17A3D9A85}"/>
            </c:ext>
          </c:extLst>
        </c:ser>
        <c:dLbls>
          <c:dLblPos val="ctr"/>
          <c:showLegendKey val="0"/>
          <c:showVal val="1"/>
          <c:showCatName val="0"/>
          <c:showSerName val="0"/>
          <c:showPercent val="0"/>
          <c:showBubbleSize val="0"/>
        </c:dLbls>
        <c:gapWidth val="150"/>
        <c:overlap val="100"/>
        <c:axId val="1398895952"/>
        <c:axId val="1398891632"/>
      </c:barChart>
      <c:catAx>
        <c:axId val="1398895952"/>
        <c:scaling>
          <c:orientation val="minMax"/>
        </c:scaling>
        <c:delete val="1"/>
        <c:axPos val="l"/>
        <c:numFmt formatCode="General" sourceLinked="1"/>
        <c:majorTickMark val="none"/>
        <c:minorTickMark val="none"/>
        <c:tickLblPos val="nextTo"/>
        <c:crossAx val="1398891632"/>
        <c:crosses val="autoZero"/>
        <c:auto val="1"/>
        <c:lblAlgn val="ctr"/>
        <c:lblOffset val="100"/>
        <c:noMultiLvlLbl val="0"/>
      </c:catAx>
      <c:valAx>
        <c:axId val="1398891632"/>
        <c:scaling>
          <c:orientation val="minMax"/>
          <c:max val="1"/>
          <c:min val="0"/>
        </c:scaling>
        <c:delete val="1"/>
        <c:axPos val="b"/>
        <c:numFmt formatCode="0%" sourceLinked="1"/>
        <c:majorTickMark val="out"/>
        <c:minorTickMark val="none"/>
        <c:tickLblPos val="nextTo"/>
        <c:crossAx val="13988959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solidFill>
            <a:schemeClr val="tx1"/>
          </a:solidFill>
        </a:defRPr>
      </a:pPr>
      <a:endParaRPr lang="en-US"/>
    </a:p>
  </c:txPr>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197674675626091E-2"/>
          <c:y val="0"/>
          <c:w val="0.84560465064874779"/>
          <c:h val="0.9788464485352415"/>
        </c:manualLayout>
      </c:layout>
      <c:barChart>
        <c:barDir val="bar"/>
        <c:grouping val="stacked"/>
        <c:varyColors val="0"/>
        <c:ser>
          <c:idx val="0"/>
          <c:order val="0"/>
          <c:tx>
            <c:strRef>
              <c:f>Sheet1!$B$1</c:f>
              <c:strCache>
                <c:ptCount val="1"/>
                <c:pt idx="0">
                  <c:v>UC</c:v>
                </c:pt>
              </c:strCache>
            </c:strRef>
          </c:tx>
          <c:spPr>
            <a:solidFill>
              <a:srgbClr val="F6DAF3"/>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Sheet1!$B$2</c:f>
              <c:numCache>
                <c:formatCode>0%</c:formatCode>
                <c:ptCount val="1"/>
                <c:pt idx="0">
                  <c:v>0.52830222746504729</c:v>
                </c:pt>
              </c:numCache>
            </c:numRef>
          </c:val>
          <c:extLst>
            <c:ext xmlns:c16="http://schemas.microsoft.com/office/drawing/2014/chart" uri="{C3380CC4-5D6E-409C-BE32-E72D297353CC}">
              <c16:uniqueId val="{00000000-2A82-4726-A6BC-67C7800256F2}"/>
            </c:ext>
          </c:extLst>
        </c:ser>
        <c:ser>
          <c:idx val="1"/>
          <c:order val="1"/>
          <c:tx>
            <c:strRef>
              <c:f>Sheet1!$C$1</c:f>
              <c:strCache>
                <c:ptCount val="1"/>
                <c:pt idx="0">
                  <c:v>CD</c:v>
                </c:pt>
              </c:strCache>
            </c:strRef>
          </c:tx>
          <c:spPr>
            <a:solidFill>
              <a:srgbClr val="FFEDAB"/>
            </a:solidFill>
            <a:ln>
              <a:solidFill>
                <a:schemeClr val="bg1"/>
              </a:solidFill>
            </a:ln>
            <a:effectLst/>
          </c:spPr>
          <c:invertIfNegative val="0"/>
          <c:dPt>
            <c:idx val="0"/>
            <c:invertIfNegative val="0"/>
            <c:bubble3D val="0"/>
            <c:spPr>
              <a:solidFill>
                <a:srgbClr val="FFEDAB"/>
              </a:solidFill>
              <a:ln>
                <a:solidFill>
                  <a:schemeClr val="bg1"/>
                </a:solidFill>
              </a:ln>
              <a:effectLst/>
            </c:spPr>
            <c:extLst>
              <c:ext xmlns:c16="http://schemas.microsoft.com/office/drawing/2014/chart" uri="{C3380CC4-5D6E-409C-BE32-E72D297353CC}">
                <c16:uniqueId val="{00000002-2A82-4726-A6BC-67C7800256F2}"/>
              </c:ext>
            </c:extLst>
          </c:dPt>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Sheet1!$C$2</c:f>
              <c:numCache>
                <c:formatCode>0%</c:formatCode>
                <c:ptCount val="1"/>
                <c:pt idx="0">
                  <c:v>0.47169777253495276</c:v>
                </c:pt>
              </c:numCache>
            </c:numRef>
          </c:val>
          <c:extLst>
            <c:ext xmlns:c16="http://schemas.microsoft.com/office/drawing/2014/chart" uri="{C3380CC4-5D6E-409C-BE32-E72D297353CC}">
              <c16:uniqueId val="{00000001-2A82-4726-A6BC-67C7800256F2}"/>
            </c:ext>
          </c:extLst>
        </c:ser>
        <c:dLbls>
          <c:dLblPos val="ctr"/>
          <c:showLegendKey val="0"/>
          <c:showVal val="1"/>
          <c:showCatName val="0"/>
          <c:showSerName val="0"/>
          <c:showPercent val="0"/>
          <c:showBubbleSize val="0"/>
        </c:dLbls>
        <c:gapWidth val="150"/>
        <c:overlap val="100"/>
        <c:axId val="1398895952"/>
        <c:axId val="1398891632"/>
      </c:barChart>
      <c:catAx>
        <c:axId val="1398895952"/>
        <c:scaling>
          <c:orientation val="minMax"/>
        </c:scaling>
        <c:delete val="1"/>
        <c:axPos val="l"/>
        <c:numFmt formatCode="General" sourceLinked="1"/>
        <c:majorTickMark val="none"/>
        <c:minorTickMark val="none"/>
        <c:tickLblPos val="nextTo"/>
        <c:crossAx val="1398891632"/>
        <c:crosses val="autoZero"/>
        <c:auto val="1"/>
        <c:lblAlgn val="ctr"/>
        <c:lblOffset val="100"/>
        <c:noMultiLvlLbl val="0"/>
      </c:catAx>
      <c:valAx>
        <c:axId val="1398891632"/>
        <c:scaling>
          <c:orientation val="minMax"/>
          <c:max val="1"/>
          <c:min val="0"/>
        </c:scaling>
        <c:delete val="1"/>
        <c:axPos val="b"/>
        <c:numFmt formatCode="0%" sourceLinked="1"/>
        <c:majorTickMark val="out"/>
        <c:minorTickMark val="none"/>
        <c:tickLblPos val="nextTo"/>
        <c:crossAx val="13988959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solidFill>
            <a:schemeClr val="tx1"/>
          </a:solidFill>
        </a:defRPr>
      </a:pPr>
      <a:endParaRPr lang="en-US"/>
    </a:p>
  </c:txPr>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197674675626091E-2"/>
          <c:y val="0"/>
          <c:w val="0.84560465064874779"/>
          <c:h val="0.9788464485352415"/>
        </c:manualLayout>
      </c:layout>
      <c:barChart>
        <c:barDir val="bar"/>
        <c:grouping val="stacked"/>
        <c:varyColors val="0"/>
        <c:ser>
          <c:idx val="0"/>
          <c:order val="0"/>
          <c:tx>
            <c:strRef>
              <c:f>Sheet1!$B$1</c:f>
              <c:strCache>
                <c:ptCount val="1"/>
                <c:pt idx="0">
                  <c:v>UC</c:v>
                </c:pt>
              </c:strCache>
            </c:strRef>
          </c:tx>
          <c:spPr>
            <a:solidFill>
              <a:srgbClr val="F6DAF3"/>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Sheet1!$B$2</c:f>
              <c:numCache>
                <c:formatCode>0%</c:formatCode>
                <c:ptCount val="1"/>
                <c:pt idx="0">
                  <c:v>0.7922655715263518</c:v>
                </c:pt>
              </c:numCache>
            </c:numRef>
          </c:val>
          <c:extLst>
            <c:ext xmlns:c16="http://schemas.microsoft.com/office/drawing/2014/chart" uri="{C3380CC4-5D6E-409C-BE32-E72D297353CC}">
              <c16:uniqueId val="{00000000-F886-4C0A-A834-08B9313475B7}"/>
            </c:ext>
          </c:extLst>
        </c:ser>
        <c:ser>
          <c:idx val="1"/>
          <c:order val="1"/>
          <c:tx>
            <c:strRef>
              <c:f>Sheet1!$C$1</c:f>
              <c:strCache>
                <c:ptCount val="1"/>
                <c:pt idx="0">
                  <c:v>CD</c:v>
                </c:pt>
              </c:strCache>
            </c:strRef>
          </c:tx>
          <c:spPr>
            <a:solidFill>
              <a:srgbClr val="FFEDAB"/>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Sheet1!$C$2</c:f>
              <c:numCache>
                <c:formatCode>0%</c:formatCode>
                <c:ptCount val="1"/>
                <c:pt idx="0">
                  <c:v>0.20773442847364817</c:v>
                </c:pt>
              </c:numCache>
            </c:numRef>
          </c:val>
          <c:extLst>
            <c:ext xmlns:c16="http://schemas.microsoft.com/office/drawing/2014/chart" uri="{C3380CC4-5D6E-409C-BE32-E72D297353CC}">
              <c16:uniqueId val="{00000001-F886-4C0A-A834-08B9313475B7}"/>
            </c:ext>
          </c:extLst>
        </c:ser>
        <c:dLbls>
          <c:dLblPos val="ctr"/>
          <c:showLegendKey val="0"/>
          <c:showVal val="1"/>
          <c:showCatName val="0"/>
          <c:showSerName val="0"/>
          <c:showPercent val="0"/>
          <c:showBubbleSize val="0"/>
        </c:dLbls>
        <c:gapWidth val="150"/>
        <c:overlap val="100"/>
        <c:axId val="1398895952"/>
        <c:axId val="1398891632"/>
      </c:barChart>
      <c:catAx>
        <c:axId val="1398895952"/>
        <c:scaling>
          <c:orientation val="minMax"/>
        </c:scaling>
        <c:delete val="1"/>
        <c:axPos val="l"/>
        <c:numFmt formatCode="General" sourceLinked="1"/>
        <c:majorTickMark val="none"/>
        <c:minorTickMark val="none"/>
        <c:tickLblPos val="nextTo"/>
        <c:crossAx val="1398891632"/>
        <c:crosses val="autoZero"/>
        <c:auto val="1"/>
        <c:lblAlgn val="ctr"/>
        <c:lblOffset val="100"/>
        <c:noMultiLvlLbl val="0"/>
      </c:catAx>
      <c:valAx>
        <c:axId val="1398891632"/>
        <c:scaling>
          <c:orientation val="minMax"/>
          <c:max val="1"/>
          <c:min val="0"/>
        </c:scaling>
        <c:delete val="1"/>
        <c:axPos val="b"/>
        <c:numFmt formatCode="0%" sourceLinked="1"/>
        <c:majorTickMark val="out"/>
        <c:minorTickMark val="none"/>
        <c:tickLblPos val="nextTo"/>
        <c:crossAx val="13988959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solidFill>
            <a:schemeClr val="tx1"/>
          </a:solidFill>
        </a:defRPr>
      </a:pPr>
      <a:endParaRPr lang="en-US"/>
    </a:p>
  </c:txPr>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197674675626091E-2"/>
          <c:y val="0"/>
          <c:w val="0.84560465064874779"/>
          <c:h val="0.9788464485352415"/>
        </c:manualLayout>
      </c:layout>
      <c:barChart>
        <c:barDir val="bar"/>
        <c:grouping val="stacked"/>
        <c:varyColors val="0"/>
        <c:ser>
          <c:idx val="0"/>
          <c:order val="0"/>
          <c:tx>
            <c:strRef>
              <c:f>Sheet1!$B$1</c:f>
              <c:strCache>
                <c:ptCount val="1"/>
                <c:pt idx="0">
                  <c:v>UC</c:v>
                </c:pt>
              </c:strCache>
            </c:strRef>
          </c:tx>
          <c:spPr>
            <a:solidFill>
              <a:srgbClr val="F6DAF3"/>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Sheet1!$B$2</c:f>
              <c:numCache>
                <c:formatCode>0%</c:formatCode>
                <c:ptCount val="1"/>
                <c:pt idx="0">
                  <c:v>0.25542565560005165</c:v>
                </c:pt>
              </c:numCache>
            </c:numRef>
          </c:val>
          <c:extLst>
            <c:ext xmlns:c16="http://schemas.microsoft.com/office/drawing/2014/chart" uri="{C3380CC4-5D6E-409C-BE32-E72D297353CC}">
              <c16:uniqueId val="{00000000-78C1-439B-8B67-48384B6CCAFF}"/>
            </c:ext>
          </c:extLst>
        </c:ser>
        <c:ser>
          <c:idx val="1"/>
          <c:order val="1"/>
          <c:tx>
            <c:strRef>
              <c:f>Sheet1!$C$1</c:f>
              <c:strCache>
                <c:ptCount val="1"/>
                <c:pt idx="0">
                  <c:v>CD</c:v>
                </c:pt>
              </c:strCache>
            </c:strRef>
          </c:tx>
          <c:spPr>
            <a:solidFill>
              <a:srgbClr val="FFEDAB"/>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Sheet1!$C$2</c:f>
              <c:numCache>
                <c:formatCode>0%</c:formatCode>
                <c:ptCount val="1"/>
                <c:pt idx="0">
                  <c:v>0.7445743443999483</c:v>
                </c:pt>
              </c:numCache>
            </c:numRef>
          </c:val>
          <c:extLst>
            <c:ext xmlns:c16="http://schemas.microsoft.com/office/drawing/2014/chart" uri="{C3380CC4-5D6E-409C-BE32-E72D297353CC}">
              <c16:uniqueId val="{00000001-78C1-439B-8B67-48384B6CCAFF}"/>
            </c:ext>
          </c:extLst>
        </c:ser>
        <c:dLbls>
          <c:dLblPos val="ctr"/>
          <c:showLegendKey val="0"/>
          <c:showVal val="1"/>
          <c:showCatName val="0"/>
          <c:showSerName val="0"/>
          <c:showPercent val="0"/>
          <c:showBubbleSize val="0"/>
        </c:dLbls>
        <c:gapWidth val="150"/>
        <c:overlap val="100"/>
        <c:axId val="1398895952"/>
        <c:axId val="1398891632"/>
      </c:barChart>
      <c:catAx>
        <c:axId val="1398895952"/>
        <c:scaling>
          <c:orientation val="minMax"/>
        </c:scaling>
        <c:delete val="1"/>
        <c:axPos val="l"/>
        <c:numFmt formatCode="General" sourceLinked="1"/>
        <c:majorTickMark val="none"/>
        <c:minorTickMark val="none"/>
        <c:tickLblPos val="nextTo"/>
        <c:crossAx val="1398891632"/>
        <c:crosses val="autoZero"/>
        <c:auto val="1"/>
        <c:lblAlgn val="ctr"/>
        <c:lblOffset val="100"/>
        <c:noMultiLvlLbl val="0"/>
      </c:catAx>
      <c:valAx>
        <c:axId val="1398891632"/>
        <c:scaling>
          <c:orientation val="minMax"/>
          <c:max val="1"/>
          <c:min val="0"/>
        </c:scaling>
        <c:delete val="1"/>
        <c:axPos val="b"/>
        <c:numFmt formatCode="0%" sourceLinked="1"/>
        <c:majorTickMark val="out"/>
        <c:minorTickMark val="none"/>
        <c:tickLblPos val="nextTo"/>
        <c:crossAx val="13988959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solidFill>
            <a:schemeClr val="tx1"/>
          </a:solidFill>
        </a:defRPr>
      </a:pPr>
      <a:endParaRPr lang="en-US"/>
    </a:p>
  </c:txPr>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197674675626091E-2"/>
          <c:y val="0"/>
          <c:w val="0.84560465064874779"/>
          <c:h val="0.9788464485352415"/>
        </c:manualLayout>
      </c:layout>
      <c:barChart>
        <c:barDir val="bar"/>
        <c:grouping val="stacked"/>
        <c:varyColors val="0"/>
        <c:ser>
          <c:idx val="0"/>
          <c:order val="0"/>
          <c:tx>
            <c:strRef>
              <c:f>Sheet1!$B$1</c:f>
              <c:strCache>
                <c:ptCount val="1"/>
                <c:pt idx="0">
                  <c:v>UC</c:v>
                </c:pt>
              </c:strCache>
            </c:strRef>
          </c:tx>
          <c:spPr>
            <a:solidFill>
              <a:srgbClr val="F6DAF3"/>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Sheet1!$B$2</c:f>
              <c:numCache>
                <c:formatCode>0%</c:formatCode>
                <c:ptCount val="1"/>
                <c:pt idx="0">
                  <c:v>0.62153758289177274</c:v>
                </c:pt>
              </c:numCache>
            </c:numRef>
          </c:val>
          <c:extLst>
            <c:ext xmlns:c16="http://schemas.microsoft.com/office/drawing/2014/chart" uri="{C3380CC4-5D6E-409C-BE32-E72D297353CC}">
              <c16:uniqueId val="{00000000-9E8C-45DA-AC63-937DDFF38805}"/>
            </c:ext>
          </c:extLst>
        </c:ser>
        <c:ser>
          <c:idx val="1"/>
          <c:order val="1"/>
          <c:tx>
            <c:strRef>
              <c:f>Sheet1!$C$1</c:f>
              <c:strCache>
                <c:ptCount val="1"/>
                <c:pt idx="0">
                  <c:v>CD</c:v>
                </c:pt>
              </c:strCache>
            </c:strRef>
          </c:tx>
          <c:spPr>
            <a:solidFill>
              <a:srgbClr val="FFEDAB"/>
            </a:solidFill>
            <a:ln>
              <a:solidFill>
                <a:schemeClr val="bg1"/>
              </a:solid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High UC / High CD</c:v>
                </c:pt>
              </c:strCache>
            </c:strRef>
          </c:cat>
          <c:val>
            <c:numRef>
              <c:f>Sheet1!$C$2</c:f>
              <c:numCache>
                <c:formatCode>0%</c:formatCode>
                <c:ptCount val="1"/>
                <c:pt idx="0">
                  <c:v>0.37846241710822731</c:v>
                </c:pt>
              </c:numCache>
            </c:numRef>
          </c:val>
          <c:extLst>
            <c:ext xmlns:c16="http://schemas.microsoft.com/office/drawing/2014/chart" uri="{C3380CC4-5D6E-409C-BE32-E72D297353CC}">
              <c16:uniqueId val="{00000001-9E8C-45DA-AC63-937DDFF38805}"/>
            </c:ext>
          </c:extLst>
        </c:ser>
        <c:dLbls>
          <c:dLblPos val="ctr"/>
          <c:showLegendKey val="0"/>
          <c:showVal val="1"/>
          <c:showCatName val="0"/>
          <c:showSerName val="0"/>
          <c:showPercent val="0"/>
          <c:showBubbleSize val="0"/>
        </c:dLbls>
        <c:gapWidth val="150"/>
        <c:overlap val="100"/>
        <c:axId val="1398895952"/>
        <c:axId val="1398891632"/>
      </c:barChart>
      <c:catAx>
        <c:axId val="1398895952"/>
        <c:scaling>
          <c:orientation val="minMax"/>
        </c:scaling>
        <c:delete val="1"/>
        <c:axPos val="l"/>
        <c:numFmt formatCode="General" sourceLinked="1"/>
        <c:majorTickMark val="none"/>
        <c:minorTickMark val="none"/>
        <c:tickLblPos val="nextTo"/>
        <c:crossAx val="1398891632"/>
        <c:crosses val="autoZero"/>
        <c:auto val="1"/>
        <c:lblAlgn val="ctr"/>
        <c:lblOffset val="100"/>
        <c:noMultiLvlLbl val="0"/>
      </c:catAx>
      <c:valAx>
        <c:axId val="1398891632"/>
        <c:scaling>
          <c:orientation val="minMax"/>
          <c:max val="1"/>
          <c:min val="0"/>
        </c:scaling>
        <c:delete val="1"/>
        <c:axPos val="b"/>
        <c:numFmt formatCode="0%" sourceLinked="1"/>
        <c:majorTickMark val="out"/>
        <c:minorTickMark val="none"/>
        <c:tickLblPos val="nextTo"/>
        <c:crossAx val="13988959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a:solidFill>
            <a:schemeClr val="tx1"/>
          </a:solidFill>
        </a:defRPr>
      </a:pPr>
      <a:endParaRPr lang="en-US"/>
    </a:p>
  </c:txPr>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
          <c:y val="0"/>
          <c:w val="1"/>
          <c:h val="1"/>
        </c:manualLayout>
      </c:layout>
      <c:barChart>
        <c:barDir val="bar"/>
        <c:grouping val="percentStacked"/>
        <c:varyColors val="0"/>
        <c:ser>
          <c:idx val="0"/>
          <c:order val="0"/>
          <c:tx>
            <c:strRef>
              <c:f>Sheet1!$B$1</c:f>
              <c:strCache>
                <c:ptCount val="1"/>
                <c:pt idx="0">
                  <c:v>Series 1</c:v>
                </c:pt>
              </c:strCache>
            </c:strRef>
          </c:tx>
          <c:spPr>
            <a:solidFill>
              <a:srgbClr val="F6DAF3"/>
            </a:solidFill>
            <a:ln>
              <a:noFill/>
            </a:ln>
            <a:effectLst/>
          </c:spPr>
          <c:invertIfNegative val="0"/>
          <c:dLbls>
            <c:dLbl>
              <c:idx val="0"/>
              <c:layout>
                <c:manualLayout>
                  <c:x val="0"/>
                  <c:y val="-3.653740480855263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j-lt"/>
                      <a:ea typeface="+mn-ea"/>
                      <a:cs typeface="Arial" panose="020B0604020202020204" pitchFamily="34" charset="0"/>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FE4-4F22-86D8-533CF706E75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j-lt"/>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0.55000000000000004</c:v>
                </c:pt>
              </c:numCache>
            </c:numRef>
          </c:val>
          <c:extLst>
            <c:ext xmlns:c16="http://schemas.microsoft.com/office/drawing/2014/chart" uri="{C3380CC4-5D6E-409C-BE32-E72D297353CC}">
              <c16:uniqueId val="{00000001-5FE4-4F22-86D8-533CF706E75A}"/>
            </c:ext>
          </c:extLst>
        </c:ser>
        <c:ser>
          <c:idx val="1"/>
          <c:order val="1"/>
          <c:tx>
            <c:strRef>
              <c:f>Sheet1!$C$1</c:f>
              <c:strCache>
                <c:ptCount val="1"/>
                <c:pt idx="0">
                  <c:v>Column1</c:v>
                </c:pt>
              </c:strCache>
            </c:strRef>
          </c:tx>
          <c:spPr>
            <a:solidFill>
              <a:srgbClr val="FFEDAB"/>
            </a:solidFill>
            <a:ln>
              <a:noFill/>
            </a:ln>
            <a:effectLst/>
          </c:spPr>
          <c:invertIfNegative val="0"/>
          <c:dLbls>
            <c:dLbl>
              <c:idx val="0"/>
              <c:layout>
                <c:manualLayout>
                  <c:x val="0"/>
                  <c:y val="-6.94444444444444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FE4-4F22-86D8-533CF706E75A}"/>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j-lt"/>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0%</c:formatCode>
                <c:ptCount val="1"/>
                <c:pt idx="0">
                  <c:v>0.45</c:v>
                </c:pt>
              </c:numCache>
            </c:numRef>
          </c:val>
          <c:extLst>
            <c:ext xmlns:c16="http://schemas.microsoft.com/office/drawing/2014/chart" uri="{C3380CC4-5D6E-409C-BE32-E72D297353CC}">
              <c16:uniqueId val="{00000003-5FE4-4F22-86D8-533CF706E75A}"/>
            </c:ext>
          </c:extLst>
        </c:ser>
        <c:dLbls>
          <c:showLegendKey val="0"/>
          <c:showVal val="1"/>
          <c:showCatName val="0"/>
          <c:showSerName val="0"/>
          <c:showPercent val="0"/>
          <c:showBubbleSize val="0"/>
        </c:dLbls>
        <c:gapWidth val="55"/>
        <c:overlap val="100"/>
        <c:axId val="762987696"/>
        <c:axId val="762980152"/>
      </c:barChart>
      <c:catAx>
        <c:axId val="762987696"/>
        <c:scaling>
          <c:orientation val="minMax"/>
        </c:scaling>
        <c:delete val="1"/>
        <c:axPos val="l"/>
        <c:numFmt formatCode="General" sourceLinked="1"/>
        <c:majorTickMark val="out"/>
        <c:minorTickMark val="none"/>
        <c:tickLblPos val="nextTo"/>
        <c:crossAx val="762980152"/>
        <c:crosses val="autoZero"/>
        <c:auto val="1"/>
        <c:lblAlgn val="ctr"/>
        <c:lblOffset val="100"/>
        <c:noMultiLvlLbl val="0"/>
      </c:catAx>
      <c:valAx>
        <c:axId val="762980152"/>
        <c:scaling>
          <c:orientation val="minMax"/>
          <c:max val="1"/>
        </c:scaling>
        <c:delete val="1"/>
        <c:axPos val="b"/>
        <c:numFmt formatCode="0%" sourceLinked="1"/>
        <c:majorTickMark val="out"/>
        <c:minorTickMark val="none"/>
        <c:tickLblPos val="nextTo"/>
        <c:crossAx val="7629876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
          <c:y val="0"/>
          <c:w val="1"/>
          <c:h val="1"/>
        </c:manualLayout>
      </c:layout>
      <c:barChart>
        <c:barDir val="bar"/>
        <c:grouping val="percentStacked"/>
        <c:varyColors val="0"/>
        <c:ser>
          <c:idx val="0"/>
          <c:order val="0"/>
          <c:tx>
            <c:strRef>
              <c:f>Sheet1!$B$1</c:f>
              <c:strCache>
                <c:ptCount val="1"/>
                <c:pt idx="0">
                  <c:v>Series 1</c:v>
                </c:pt>
              </c:strCache>
            </c:strRef>
          </c:tx>
          <c:spPr>
            <a:solidFill>
              <a:srgbClr val="F6DAF3"/>
            </a:solidFill>
            <a:ln>
              <a:noFill/>
            </a:ln>
            <a:effectLst/>
          </c:spPr>
          <c:invertIfNegative val="0"/>
          <c:dLbls>
            <c:dLbl>
              <c:idx val="0"/>
              <c:layout>
                <c:manualLayout>
                  <c:x val="0"/>
                  <c:y val="-3.65374048085526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EA5-439E-9120-657A3D5677A1}"/>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j-lt"/>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0.41</c:v>
                </c:pt>
              </c:numCache>
            </c:numRef>
          </c:val>
          <c:extLst>
            <c:ext xmlns:c16="http://schemas.microsoft.com/office/drawing/2014/chart" uri="{C3380CC4-5D6E-409C-BE32-E72D297353CC}">
              <c16:uniqueId val="{00000001-6EA5-439E-9120-657A3D5677A1}"/>
            </c:ext>
          </c:extLst>
        </c:ser>
        <c:ser>
          <c:idx val="1"/>
          <c:order val="1"/>
          <c:tx>
            <c:strRef>
              <c:f>Sheet1!$C$1</c:f>
              <c:strCache>
                <c:ptCount val="1"/>
                <c:pt idx="0">
                  <c:v>Column1</c:v>
                </c:pt>
              </c:strCache>
            </c:strRef>
          </c:tx>
          <c:spPr>
            <a:solidFill>
              <a:srgbClr val="FFEDAB"/>
            </a:solidFill>
            <a:ln>
              <a:noFill/>
            </a:ln>
            <a:effectLst/>
          </c:spPr>
          <c:invertIfNegative val="0"/>
          <c:dLbls>
            <c:dLbl>
              <c:idx val="0"/>
              <c:layout>
                <c:manualLayout>
                  <c:x val="1.8115942028985508E-2"/>
                  <c:y val="-6.94444444444444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EA5-439E-9120-657A3D5677A1}"/>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j-lt"/>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0%</c:formatCode>
                <c:ptCount val="1"/>
                <c:pt idx="0">
                  <c:v>0.59</c:v>
                </c:pt>
              </c:numCache>
            </c:numRef>
          </c:val>
          <c:extLst>
            <c:ext xmlns:c16="http://schemas.microsoft.com/office/drawing/2014/chart" uri="{C3380CC4-5D6E-409C-BE32-E72D297353CC}">
              <c16:uniqueId val="{00000003-6EA5-439E-9120-657A3D5677A1}"/>
            </c:ext>
          </c:extLst>
        </c:ser>
        <c:dLbls>
          <c:showLegendKey val="0"/>
          <c:showVal val="1"/>
          <c:showCatName val="0"/>
          <c:showSerName val="0"/>
          <c:showPercent val="0"/>
          <c:showBubbleSize val="0"/>
        </c:dLbls>
        <c:gapWidth val="55"/>
        <c:overlap val="100"/>
        <c:axId val="762987696"/>
        <c:axId val="762980152"/>
      </c:barChart>
      <c:catAx>
        <c:axId val="762987696"/>
        <c:scaling>
          <c:orientation val="minMax"/>
        </c:scaling>
        <c:delete val="1"/>
        <c:axPos val="l"/>
        <c:numFmt formatCode="General" sourceLinked="1"/>
        <c:majorTickMark val="out"/>
        <c:minorTickMark val="none"/>
        <c:tickLblPos val="nextTo"/>
        <c:crossAx val="762980152"/>
        <c:crosses val="autoZero"/>
        <c:auto val="1"/>
        <c:lblAlgn val="ctr"/>
        <c:lblOffset val="100"/>
        <c:noMultiLvlLbl val="0"/>
      </c:catAx>
      <c:valAx>
        <c:axId val="762980152"/>
        <c:scaling>
          <c:orientation val="minMax"/>
          <c:max val="1"/>
        </c:scaling>
        <c:delete val="1"/>
        <c:axPos val="b"/>
        <c:numFmt formatCode="0%" sourceLinked="1"/>
        <c:majorTickMark val="out"/>
        <c:minorTickMark val="none"/>
        <c:tickLblPos val="nextTo"/>
        <c:crossAx val="7629876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
          <c:y val="0"/>
          <c:w val="1"/>
          <c:h val="1"/>
        </c:manualLayout>
      </c:layout>
      <c:barChart>
        <c:barDir val="bar"/>
        <c:grouping val="percentStacked"/>
        <c:varyColors val="0"/>
        <c:ser>
          <c:idx val="0"/>
          <c:order val="0"/>
          <c:tx>
            <c:strRef>
              <c:f>Sheet1!$B$1</c:f>
              <c:strCache>
                <c:ptCount val="1"/>
                <c:pt idx="0">
                  <c:v>Series 1</c:v>
                </c:pt>
              </c:strCache>
            </c:strRef>
          </c:tx>
          <c:spPr>
            <a:solidFill>
              <a:srgbClr val="F6DAF3"/>
            </a:solidFill>
            <a:ln>
              <a:noFill/>
            </a:ln>
            <a:effectLst/>
          </c:spPr>
          <c:invertIfNegative val="0"/>
          <c:dLbls>
            <c:dLbl>
              <c:idx val="0"/>
              <c:layout>
                <c:manualLayout>
                  <c:x val="0"/>
                  <c:y val="-3.653740480855263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j-lt"/>
                      <a:ea typeface="+mn-ea"/>
                      <a:cs typeface="Arial" panose="020B0604020202020204" pitchFamily="34" charset="0"/>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B9D-40B5-9B68-D871A4C6A2C2}"/>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j-lt"/>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0.54</c:v>
                </c:pt>
              </c:numCache>
            </c:numRef>
          </c:val>
          <c:extLst>
            <c:ext xmlns:c16="http://schemas.microsoft.com/office/drawing/2014/chart" uri="{C3380CC4-5D6E-409C-BE32-E72D297353CC}">
              <c16:uniqueId val="{00000001-6B9D-40B5-9B68-D871A4C6A2C2}"/>
            </c:ext>
          </c:extLst>
        </c:ser>
        <c:ser>
          <c:idx val="1"/>
          <c:order val="1"/>
          <c:tx>
            <c:strRef>
              <c:f>Sheet1!$C$1</c:f>
              <c:strCache>
                <c:ptCount val="1"/>
                <c:pt idx="0">
                  <c:v>Column1</c:v>
                </c:pt>
              </c:strCache>
            </c:strRef>
          </c:tx>
          <c:spPr>
            <a:solidFill>
              <a:srgbClr val="FFEDAB"/>
            </a:solidFill>
            <a:ln>
              <a:noFill/>
            </a:ln>
            <a:effectLst/>
          </c:spPr>
          <c:invertIfNegative val="0"/>
          <c:dPt>
            <c:idx val="0"/>
            <c:invertIfNegative val="0"/>
            <c:bubble3D val="0"/>
            <c:spPr>
              <a:solidFill>
                <a:srgbClr val="FFEDAB"/>
              </a:solidFill>
              <a:ln>
                <a:noFill/>
              </a:ln>
              <a:effectLst/>
            </c:spPr>
            <c:extLst>
              <c:ext xmlns:c16="http://schemas.microsoft.com/office/drawing/2014/chart" uri="{C3380CC4-5D6E-409C-BE32-E72D297353CC}">
                <c16:uniqueId val="{00000002-6B9D-40B5-9B68-D871A4C6A2C2}"/>
              </c:ext>
            </c:extLst>
          </c:dPt>
          <c:dLbls>
            <c:dLbl>
              <c:idx val="0"/>
              <c:layout>
                <c:manualLayout>
                  <c:x val="0"/>
                  <c:y val="-6.944444444444444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B9D-40B5-9B68-D871A4C6A2C2}"/>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j-lt"/>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0%</c:formatCode>
                <c:ptCount val="1"/>
                <c:pt idx="0">
                  <c:v>0.46</c:v>
                </c:pt>
              </c:numCache>
            </c:numRef>
          </c:val>
          <c:extLst>
            <c:ext xmlns:c16="http://schemas.microsoft.com/office/drawing/2014/chart" uri="{C3380CC4-5D6E-409C-BE32-E72D297353CC}">
              <c16:uniqueId val="{00000003-6B9D-40B5-9B68-D871A4C6A2C2}"/>
            </c:ext>
          </c:extLst>
        </c:ser>
        <c:dLbls>
          <c:showLegendKey val="0"/>
          <c:showVal val="1"/>
          <c:showCatName val="0"/>
          <c:showSerName val="0"/>
          <c:showPercent val="0"/>
          <c:showBubbleSize val="0"/>
        </c:dLbls>
        <c:gapWidth val="55"/>
        <c:overlap val="100"/>
        <c:axId val="762987696"/>
        <c:axId val="762980152"/>
      </c:barChart>
      <c:catAx>
        <c:axId val="762987696"/>
        <c:scaling>
          <c:orientation val="minMax"/>
        </c:scaling>
        <c:delete val="1"/>
        <c:axPos val="l"/>
        <c:numFmt formatCode="General" sourceLinked="1"/>
        <c:majorTickMark val="out"/>
        <c:minorTickMark val="none"/>
        <c:tickLblPos val="nextTo"/>
        <c:crossAx val="762980152"/>
        <c:crosses val="autoZero"/>
        <c:auto val="1"/>
        <c:lblAlgn val="ctr"/>
        <c:lblOffset val="100"/>
        <c:noMultiLvlLbl val="0"/>
      </c:catAx>
      <c:valAx>
        <c:axId val="762980152"/>
        <c:scaling>
          <c:orientation val="minMax"/>
          <c:max val="1"/>
        </c:scaling>
        <c:delete val="1"/>
        <c:axPos val="b"/>
        <c:numFmt formatCode="0%" sourceLinked="1"/>
        <c:majorTickMark val="out"/>
        <c:minorTickMark val="none"/>
        <c:tickLblPos val="nextTo"/>
        <c:crossAx val="7629876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
          <c:y val="0"/>
          <c:w val="1"/>
          <c:h val="1"/>
        </c:manualLayout>
      </c:layout>
      <c:barChart>
        <c:barDir val="bar"/>
        <c:grouping val="percentStacked"/>
        <c:varyColors val="0"/>
        <c:ser>
          <c:idx val="0"/>
          <c:order val="0"/>
          <c:tx>
            <c:strRef>
              <c:f>Sheet1!$B$1</c:f>
              <c:strCache>
                <c:ptCount val="1"/>
                <c:pt idx="0">
                  <c:v>Series 1</c:v>
                </c:pt>
              </c:strCache>
            </c:strRef>
          </c:tx>
          <c:spPr>
            <a:solidFill>
              <a:srgbClr val="F6DAF3"/>
            </a:solidFill>
            <a:ln>
              <a:noFill/>
            </a:ln>
            <a:effectLst/>
          </c:spPr>
          <c:invertIfNegative val="0"/>
          <c:dLbls>
            <c:dLbl>
              <c:idx val="0"/>
              <c:layout>
                <c:manualLayout>
                  <c:x val="0"/>
                  <c:y val="-3.653740480855263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j-lt"/>
                      <a:ea typeface="+mn-ea"/>
                      <a:cs typeface="Arial" panose="020B0604020202020204" pitchFamily="34" charset="0"/>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944B-4B8B-9968-BF2AF533C956}"/>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j-lt"/>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0%</c:formatCode>
                <c:ptCount val="1"/>
                <c:pt idx="0">
                  <c:v>0.59</c:v>
                </c:pt>
              </c:numCache>
            </c:numRef>
          </c:val>
          <c:extLst>
            <c:ext xmlns:c16="http://schemas.microsoft.com/office/drawing/2014/chart" uri="{C3380CC4-5D6E-409C-BE32-E72D297353CC}">
              <c16:uniqueId val="{00000001-944B-4B8B-9968-BF2AF533C956}"/>
            </c:ext>
          </c:extLst>
        </c:ser>
        <c:ser>
          <c:idx val="1"/>
          <c:order val="1"/>
          <c:tx>
            <c:strRef>
              <c:f>Sheet1!$C$1</c:f>
              <c:strCache>
                <c:ptCount val="1"/>
                <c:pt idx="0">
                  <c:v>Column1</c:v>
                </c:pt>
              </c:strCache>
            </c:strRef>
          </c:tx>
          <c:spPr>
            <a:solidFill>
              <a:srgbClr val="FFEDAB"/>
            </a:solidFill>
            <a:ln>
              <a:noFill/>
            </a:ln>
            <a:effectLst/>
          </c:spPr>
          <c:invertIfNegative val="0"/>
          <c:dLbls>
            <c:dLbl>
              <c:idx val="0"/>
              <c:layout>
                <c:manualLayout>
                  <c:x val="0"/>
                  <c:y val="-3.472222222222226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44B-4B8B-9968-BF2AF533C956}"/>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mj-lt"/>
                    <a:ea typeface="+mn-ea"/>
                    <a:cs typeface="Arial" panose="020B0604020202020204"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0%</c:formatCode>
                <c:ptCount val="1"/>
                <c:pt idx="0">
                  <c:v>0.41</c:v>
                </c:pt>
              </c:numCache>
            </c:numRef>
          </c:val>
          <c:extLst>
            <c:ext xmlns:c16="http://schemas.microsoft.com/office/drawing/2014/chart" uri="{C3380CC4-5D6E-409C-BE32-E72D297353CC}">
              <c16:uniqueId val="{00000003-944B-4B8B-9968-BF2AF533C956}"/>
            </c:ext>
          </c:extLst>
        </c:ser>
        <c:dLbls>
          <c:showLegendKey val="0"/>
          <c:showVal val="1"/>
          <c:showCatName val="0"/>
          <c:showSerName val="0"/>
          <c:showPercent val="0"/>
          <c:showBubbleSize val="0"/>
        </c:dLbls>
        <c:gapWidth val="55"/>
        <c:overlap val="100"/>
        <c:axId val="762987696"/>
        <c:axId val="762980152"/>
      </c:barChart>
      <c:catAx>
        <c:axId val="762987696"/>
        <c:scaling>
          <c:orientation val="minMax"/>
        </c:scaling>
        <c:delete val="1"/>
        <c:axPos val="l"/>
        <c:numFmt formatCode="General" sourceLinked="1"/>
        <c:majorTickMark val="out"/>
        <c:minorTickMark val="none"/>
        <c:tickLblPos val="nextTo"/>
        <c:crossAx val="762980152"/>
        <c:crosses val="autoZero"/>
        <c:auto val="1"/>
        <c:lblAlgn val="ctr"/>
        <c:lblOffset val="100"/>
        <c:noMultiLvlLbl val="0"/>
      </c:catAx>
      <c:valAx>
        <c:axId val="762980152"/>
        <c:scaling>
          <c:orientation val="minMax"/>
          <c:max val="1"/>
        </c:scaling>
        <c:delete val="1"/>
        <c:axPos val="b"/>
        <c:numFmt formatCode="0%" sourceLinked="1"/>
        <c:majorTickMark val="out"/>
        <c:minorTickMark val="none"/>
        <c:tickLblPos val="nextTo"/>
        <c:crossAx val="7629876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 of Lives</c:v>
                </c:pt>
              </c:strCache>
            </c:strRef>
          </c:tx>
          <c:spPr>
            <a:solidFill>
              <a:srgbClr val="54A250"/>
            </a:solidFill>
          </c:spPr>
          <c:dPt>
            <c:idx val="0"/>
            <c:bubble3D val="0"/>
            <c:spPr>
              <a:solidFill>
                <a:srgbClr val="9F1897"/>
              </a:solidFill>
              <a:ln w="19050">
                <a:solidFill>
                  <a:schemeClr val="lt1"/>
                </a:solidFill>
              </a:ln>
              <a:effectLst/>
            </c:spPr>
            <c:extLst>
              <c:ext xmlns:c16="http://schemas.microsoft.com/office/drawing/2014/chart" uri="{C3380CC4-5D6E-409C-BE32-E72D297353CC}">
                <c16:uniqueId val="{00000001-C4D1-4299-82E5-0CA7B86DE1FD}"/>
              </c:ext>
            </c:extLst>
          </c:dPt>
          <c:dPt>
            <c:idx val="1"/>
            <c:bubble3D val="0"/>
            <c:spPr>
              <a:solidFill>
                <a:srgbClr val="D5AE9D"/>
              </a:solidFill>
              <a:ln w="19050">
                <a:solidFill>
                  <a:schemeClr val="lt1"/>
                </a:solidFill>
              </a:ln>
              <a:effectLst/>
            </c:spPr>
            <c:extLst>
              <c:ext xmlns:c16="http://schemas.microsoft.com/office/drawing/2014/chart" uri="{C3380CC4-5D6E-409C-BE32-E72D297353CC}">
                <c16:uniqueId val="{00000003-C4D1-4299-82E5-0CA7B86DE1FD}"/>
              </c:ext>
            </c:extLst>
          </c:dPt>
          <c:dPt>
            <c:idx val="2"/>
            <c:bubble3D val="0"/>
            <c:spPr>
              <a:solidFill>
                <a:srgbClr val="54A250"/>
              </a:solidFill>
              <a:ln w="19050">
                <a:solidFill>
                  <a:schemeClr val="lt1"/>
                </a:solidFill>
              </a:ln>
              <a:effectLst/>
            </c:spPr>
            <c:extLst>
              <c:ext xmlns:c16="http://schemas.microsoft.com/office/drawing/2014/chart" uri="{C3380CC4-5D6E-409C-BE32-E72D297353CC}">
                <c16:uniqueId val="{00000004-7F6B-4DB3-BFF4-FC5726BAE19D}"/>
              </c:ext>
            </c:extLst>
          </c:dPt>
          <c:dPt>
            <c:idx val="3"/>
            <c:bubble3D val="0"/>
            <c:spPr>
              <a:solidFill>
                <a:srgbClr val="EC8585"/>
              </a:solidFill>
              <a:ln w="19050">
                <a:solidFill>
                  <a:schemeClr val="lt1"/>
                </a:solidFill>
              </a:ln>
              <a:effectLst/>
            </c:spPr>
            <c:extLst>
              <c:ext xmlns:c16="http://schemas.microsoft.com/office/drawing/2014/chart" uri="{C3380CC4-5D6E-409C-BE32-E72D297353CC}">
                <c16:uniqueId val="{00000005-7F6B-4DB3-BFF4-FC5726BAE19D}"/>
              </c:ext>
            </c:extLst>
          </c:dPt>
          <c:dPt>
            <c:idx val="4"/>
            <c:bubble3D val="0"/>
            <c:spPr>
              <a:solidFill>
                <a:srgbClr val="EDF2F4"/>
              </a:solidFill>
              <a:ln w="19050">
                <a:solidFill>
                  <a:schemeClr val="lt1"/>
                </a:solidFill>
              </a:ln>
              <a:effectLst/>
            </c:spPr>
            <c:extLst>
              <c:ext xmlns:c16="http://schemas.microsoft.com/office/drawing/2014/chart" uri="{C3380CC4-5D6E-409C-BE32-E72D297353CC}">
                <c16:uniqueId val="{00000006-7F6B-4DB3-BFF4-FC5726BAE19D}"/>
              </c:ext>
            </c:extLst>
          </c:dPt>
          <c:dLbls>
            <c:dLbl>
              <c:idx val="0"/>
              <c:layout>
                <c:manualLayout>
                  <c:x val="0.11840794290991122"/>
                  <c:y val="0.1262052362427218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4D1-4299-82E5-0CA7B86DE1FD}"/>
                </c:ext>
              </c:extLst>
            </c:dLbl>
            <c:dLbl>
              <c:idx val="1"/>
              <c:layout>
                <c:manualLayout>
                  <c:x val="-0.15608319747215571"/>
                  <c:y val="-4.389747347572936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4D1-4299-82E5-0CA7B86DE1FD}"/>
                </c:ext>
              </c:extLst>
            </c:dLbl>
            <c:dLbl>
              <c:idx val="2"/>
              <c:layout>
                <c:manualLayout>
                  <c:x val="-0.10226140524037787"/>
                  <c:y val="-9.876931532039108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F6B-4DB3-BFF4-FC5726BAE19D}"/>
                </c:ext>
              </c:extLst>
            </c:dLbl>
            <c:dLbl>
              <c:idx val="3"/>
              <c:layout>
                <c:manualLayout>
                  <c:x val="-4.933607294460501E-17"/>
                  <c:y val="-0.1207180520582557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F6B-4DB3-BFF4-FC5726BAE19D}"/>
                </c:ext>
              </c:extLst>
            </c:dLbl>
            <c:dLbl>
              <c:idx val="4"/>
              <c:layout>
                <c:manualLayout>
                  <c:x val="0.13455448057944458"/>
                  <c:y val="-0.1042564995048572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F6B-4DB3-BFF4-FC5726BAE19D}"/>
                </c:ext>
              </c:extLst>
            </c:dLbl>
            <c:spPr>
              <a:noFill/>
              <a:ln>
                <a:noFill/>
              </a:ln>
              <a:effectLst/>
            </c:spPr>
            <c:txPr>
              <a:bodyPr rot="0" spcFirstLastPara="1" vertOverflow="ellipsis" vert="horz" wrap="none" lIns="38100" tIns="19050" rIns="38100" bIns="19050" anchor="ctr" anchorCtr="1">
                <a:spAutoFit/>
              </a:bodyPr>
              <a:lstStyle/>
              <a:p>
                <a:pPr>
                  <a:defRPr sz="12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rect">
                    <a:avLst/>
                  </a:prstGeom>
                </c15:spPr>
              </c:ext>
            </c:extLst>
          </c:dLbls>
          <c:cat>
            <c:strRef>
              <c:f>Sheet1!$A$2:$A$6</c:f>
              <c:strCache>
                <c:ptCount val="5"/>
                <c:pt idx="0">
                  <c:v>Unrestricted Coverage</c:v>
                </c:pt>
                <c:pt idx="1">
                  <c:v>1 Biologic Step</c:v>
                </c:pt>
                <c:pt idx="2">
                  <c:v>2+ Biologic Step</c:v>
                </c:pt>
                <c:pt idx="3">
                  <c:v>Not Covered</c:v>
                </c:pt>
                <c:pt idx="4">
                  <c:v>Coverage Unkown</c:v>
                </c:pt>
              </c:strCache>
            </c:strRef>
          </c:cat>
          <c:val>
            <c:numRef>
              <c:f>Sheet1!$B$2:$B$6</c:f>
              <c:numCache>
                <c:formatCode>0%</c:formatCode>
                <c:ptCount val="5"/>
                <c:pt idx="0">
                  <c:v>0.88</c:v>
                </c:pt>
                <c:pt idx="1">
                  <c:v>0.04</c:v>
                </c:pt>
                <c:pt idx="2">
                  <c:v>0.04</c:v>
                </c:pt>
                <c:pt idx="3">
                  <c:v>0.01</c:v>
                </c:pt>
                <c:pt idx="4">
                  <c:v>0.03</c:v>
                </c:pt>
              </c:numCache>
            </c:numRef>
          </c:val>
          <c:extLst>
            <c:ext xmlns:c16="http://schemas.microsoft.com/office/drawing/2014/chart" uri="{C3380CC4-5D6E-409C-BE32-E72D297353CC}">
              <c16:uniqueId val="{00000006-C4D1-4299-82E5-0CA7B86DE1FD}"/>
            </c:ext>
          </c:extLst>
        </c:ser>
        <c:dLbls>
          <c:showLegendKey val="0"/>
          <c:showVal val="1"/>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 of Lives</c:v>
                </c:pt>
              </c:strCache>
            </c:strRef>
          </c:tx>
          <c:dPt>
            <c:idx val="0"/>
            <c:bubble3D val="0"/>
            <c:spPr>
              <a:solidFill>
                <a:srgbClr val="9F1897"/>
              </a:solidFill>
              <a:ln w="19050">
                <a:solidFill>
                  <a:schemeClr val="lt1"/>
                </a:solidFill>
              </a:ln>
              <a:effectLst/>
            </c:spPr>
            <c:extLst>
              <c:ext xmlns:c16="http://schemas.microsoft.com/office/drawing/2014/chart" uri="{C3380CC4-5D6E-409C-BE32-E72D297353CC}">
                <c16:uniqueId val="{00000001-EB62-499D-978D-F3E083343824}"/>
              </c:ext>
            </c:extLst>
          </c:dPt>
          <c:dPt>
            <c:idx val="1"/>
            <c:bubble3D val="0"/>
            <c:spPr>
              <a:solidFill>
                <a:srgbClr val="9F1897"/>
              </a:solidFill>
              <a:ln w="19050">
                <a:solidFill>
                  <a:schemeClr val="lt1"/>
                </a:solidFill>
              </a:ln>
              <a:effectLst/>
            </c:spPr>
            <c:extLst>
              <c:ext xmlns:c16="http://schemas.microsoft.com/office/drawing/2014/chart" uri="{C3380CC4-5D6E-409C-BE32-E72D297353CC}">
                <c16:uniqueId val="{00000003-EB62-499D-978D-F3E083343824}"/>
              </c:ext>
            </c:extLst>
          </c:dPt>
          <c:dPt>
            <c:idx val="2"/>
            <c:bubble3D val="0"/>
            <c:spPr>
              <a:solidFill>
                <a:srgbClr val="54A250"/>
              </a:solidFill>
              <a:ln w="19050">
                <a:solidFill>
                  <a:schemeClr val="lt1"/>
                </a:solidFill>
              </a:ln>
              <a:effectLst/>
            </c:spPr>
            <c:extLst>
              <c:ext xmlns:c16="http://schemas.microsoft.com/office/drawing/2014/chart" uri="{C3380CC4-5D6E-409C-BE32-E72D297353CC}">
                <c16:uniqueId val="{00000005-EB62-499D-978D-F3E083343824}"/>
              </c:ext>
            </c:extLst>
          </c:dPt>
          <c:dPt>
            <c:idx val="3"/>
            <c:bubble3D val="0"/>
            <c:spPr>
              <a:solidFill>
                <a:srgbClr val="EC8585"/>
              </a:solidFill>
              <a:ln w="19050">
                <a:solidFill>
                  <a:schemeClr val="lt1"/>
                </a:solidFill>
              </a:ln>
              <a:effectLst/>
            </c:spPr>
            <c:extLst>
              <c:ext xmlns:c16="http://schemas.microsoft.com/office/drawing/2014/chart" uri="{C3380CC4-5D6E-409C-BE32-E72D297353CC}">
                <c16:uniqueId val="{00000009-A22E-4D3E-8DA3-EBA5C384F4A7}"/>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8-A22E-4D3E-8DA3-EBA5C384F4A7}"/>
              </c:ext>
            </c:extLst>
          </c:dPt>
          <c:dPt>
            <c:idx val="5"/>
            <c:bubble3D val="0"/>
            <c:spPr>
              <a:solidFill>
                <a:srgbClr val="F8D0F6"/>
              </a:solidFill>
              <a:ln w="19050">
                <a:solidFill>
                  <a:schemeClr val="lt1"/>
                </a:solidFill>
              </a:ln>
              <a:effectLst/>
            </c:spPr>
            <c:extLst>
              <c:ext xmlns:c16="http://schemas.microsoft.com/office/drawing/2014/chart" uri="{C3380CC4-5D6E-409C-BE32-E72D297353CC}">
                <c16:uniqueId val="{00000006-A22E-4D3E-8DA3-EBA5C384F4A7}"/>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7-A22E-4D3E-8DA3-EBA5C384F4A7}"/>
              </c:ext>
            </c:extLst>
          </c:dPt>
          <c:dLbls>
            <c:dLbl>
              <c:idx val="1"/>
              <c:layout>
                <c:manualLayout>
                  <c:x val="0.10226140524037787"/>
                  <c:y val="0.1646155255339851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B62-499D-978D-F3E083343824}"/>
                </c:ext>
              </c:extLst>
            </c:dLbl>
            <c:dLbl>
              <c:idx val="2"/>
              <c:layout>
                <c:manualLayout>
                  <c:x val="-0.1022614052403779"/>
                  <c:y val="0.1316924204271879"/>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B62-499D-978D-F3E083343824}"/>
                </c:ext>
              </c:extLst>
            </c:dLbl>
            <c:dLbl>
              <c:idx val="3"/>
              <c:layout>
                <c:manualLayout>
                  <c:x val="-0.14531883902580015"/>
                  <c:y val="0.12071805205825585"/>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A22E-4D3E-8DA3-EBA5C384F4A7}"/>
                </c:ext>
              </c:extLst>
            </c:dLbl>
            <c:dLbl>
              <c:idx val="4"/>
              <c:layout>
                <c:manualLayout>
                  <c:x val="-0.123790122133089"/>
                  <c:y val="4.93846576601955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A22E-4D3E-8DA3-EBA5C384F4A7}"/>
                </c:ext>
              </c:extLst>
            </c:dLbl>
            <c:dLbl>
              <c:idx val="5"/>
              <c:layout>
                <c:manualLayout>
                  <c:x val="-0.12917230135626678"/>
                  <c:y val="-0.1481539729805866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A22E-4D3E-8DA3-EBA5C384F4A7}"/>
                </c:ext>
              </c:extLst>
            </c:dLbl>
            <c:dLbl>
              <c:idx val="6"/>
              <c:layout>
                <c:manualLayout>
                  <c:x val="0.23681588581982244"/>
                  <c:y val="-9.328213113592490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A22E-4D3E-8DA3-EBA5C384F4A7}"/>
                </c:ext>
              </c:extLst>
            </c:dLbl>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Sheet1!$A$2:$A$8</c:f>
              <c:strCache>
                <c:ptCount val="7"/>
                <c:pt idx="1">
                  <c:v>Unrestricted Coverage</c:v>
                </c:pt>
                <c:pt idx="2">
                  <c:v>2+ Biologic Step</c:v>
                </c:pt>
                <c:pt idx="3">
                  <c:v>Not Covered</c:v>
                </c:pt>
                <c:pt idx="4">
                  <c:v>Coverage Unkown</c:v>
                </c:pt>
                <c:pt idx="5">
                  <c:v>Community of Care</c:v>
                </c:pt>
                <c:pt idx="6">
                  <c:v>Medical Coverage</c:v>
                </c:pt>
              </c:strCache>
            </c:strRef>
          </c:cat>
          <c:val>
            <c:numRef>
              <c:f>Sheet1!$B$2:$B$8</c:f>
              <c:numCache>
                <c:formatCode>0%</c:formatCode>
                <c:ptCount val="7"/>
                <c:pt idx="1">
                  <c:v>0.56999999999999995</c:v>
                </c:pt>
                <c:pt idx="2">
                  <c:v>0.08</c:v>
                </c:pt>
                <c:pt idx="3">
                  <c:v>0.03</c:v>
                </c:pt>
                <c:pt idx="4">
                  <c:v>0.02</c:v>
                </c:pt>
                <c:pt idx="5">
                  <c:v>0.25</c:v>
                </c:pt>
                <c:pt idx="6">
                  <c:v>0.04</c:v>
                </c:pt>
              </c:numCache>
            </c:numRef>
          </c:val>
          <c:extLst>
            <c:ext xmlns:c16="http://schemas.microsoft.com/office/drawing/2014/chart" uri="{C3380CC4-5D6E-409C-BE32-E72D297353CC}">
              <c16:uniqueId val="{00000006-EB62-499D-978D-F3E083343824}"/>
            </c:ext>
          </c:extLst>
        </c:ser>
        <c:dLbls>
          <c:showLegendKey val="0"/>
          <c:showVal val="1"/>
          <c:showCatName val="0"/>
          <c:showSerName val="0"/>
          <c:showPercent val="0"/>
          <c:showBubbleSize val="0"/>
          <c:showLeaderLines val="1"/>
        </c:dLbls>
        <c:firstSliceAng val="0"/>
        <c:holeSize val="6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000" b="1">
          <a:solidFill>
            <a:schemeClr val="bg1"/>
          </a:solidFill>
        </a:defRPr>
      </a:pPr>
      <a:endParaRPr lang="en-US"/>
    </a:p>
  </c:txPr>
  <c:externalData r:id="rId3">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xMode val="edge"/>
          <c:yMode val="edge"/>
          <c:x val="2.7781860095961765E-2"/>
          <c:y val="8.9432848454250258E-2"/>
          <c:w val="0.94443627980807643"/>
          <c:h val="0.82113372806788043"/>
        </c:manualLayout>
      </c:layout>
      <c:barChart>
        <c:barDir val="col"/>
        <c:grouping val="percentStacked"/>
        <c:varyColors val="0"/>
        <c:ser>
          <c:idx val="0"/>
          <c:order val="0"/>
          <c:tx>
            <c:strRef>
              <c:f>Sheet1!$B$1</c:f>
              <c:strCache>
                <c:ptCount val="1"/>
                <c:pt idx="0">
                  <c:v>Unrestricted</c:v>
                </c:pt>
              </c:strCache>
            </c:strRef>
          </c:tx>
          <c:spPr>
            <a:solidFill>
              <a:srgbClr val="9F1897"/>
            </a:solidFill>
            <a:ln>
              <a:noFill/>
            </a:ln>
            <a:effectLst/>
          </c:spPr>
          <c:invertIfNegative val="0"/>
          <c:dLbls>
            <c:spPr>
              <a:solidFill>
                <a:srgbClr val="9F1897"/>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Entyvio Pen</c:v>
                </c:pt>
                <c:pt idx="1">
                  <c:v>Skyrizi</c:v>
                </c:pt>
                <c:pt idx="2">
                  <c:v>Rinvoq*</c:v>
                </c:pt>
                <c:pt idx="3">
                  <c:v>Humira</c:v>
                </c:pt>
                <c:pt idx="4">
                  <c:v>Tremfya</c:v>
                </c:pt>
                <c:pt idx="5">
                  <c:v>Stelara</c:v>
                </c:pt>
                <c:pt idx="6">
                  <c:v>Omvoh</c:v>
                </c:pt>
              </c:strCache>
            </c:strRef>
          </c:cat>
          <c:val>
            <c:numRef>
              <c:f>Sheet1!$B$2:$B$8</c:f>
              <c:numCache>
                <c:formatCode>0%</c:formatCode>
                <c:ptCount val="7"/>
                <c:pt idx="0">
                  <c:v>0.11080640412272744</c:v>
                </c:pt>
                <c:pt idx="1">
                  <c:v>0.96104750332331801</c:v>
                </c:pt>
                <c:pt idx="2">
                  <c:v>5.6604446465389265E-2</c:v>
                </c:pt>
                <c:pt idx="3">
                  <c:v>0.76135519579836874</c:v>
                </c:pt>
                <c:pt idx="4">
                  <c:v>0.85211978014247658</c:v>
                </c:pt>
                <c:pt idx="5">
                  <c:v>0.74437541564138765</c:v>
                </c:pt>
                <c:pt idx="6">
                  <c:v>6.3401964474400843E-2</c:v>
                </c:pt>
              </c:numCache>
            </c:numRef>
          </c:val>
          <c:extLst>
            <c:ext xmlns:c16="http://schemas.microsoft.com/office/drawing/2014/chart" uri="{C3380CC4-5D6E-409C-BE32-E72D297353CC}">
              <c16:uniqueId val="{00000000-0FDC-4399-A668-C6FA755C9D20}"/>
            </c:ext>
          </c:extLst>
        </c:ser>
        <c:ser>
          <c:idx val="1"/>
          <c:order val="1"/>
          <c:tx>
            <c:strRef>
              <c:f>Sheet1!$C$1</c:f>
              <c:strCache>
                <c:ptCount val="1"/>
                <c:pt idx="0">
                  <c:v>1 Biologic Step</c:v>
                </c:pt>
              </c:strCache>
            </c:strRef>
          </c:tx>
          <c:spPr>
            <a:solidFill>
              <a:srgbClr val="FFC000"/>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1-0FDC-4399-A668-C6FA755C9D20}"/>
                </c:ext>
              </c:extLst>
            </c:dLbl>
            <c:dLbl>
              <c:idx val="1"/>
              <c:delete val="1"/>
              <c:extLst>
                <c:ext xmlns:c15="http://schemas.microsoft.com/office/drawing/2012/chart" uri="{CE6537A1-D6FC-4f65-9D91-7224C49458BB}"/>
                <c:ext xmlns:c16="http://schemas.microsoft.com/office/drawing/2014/chart" uri="{C3380CC4-5D6E-409C-BE32-E72D297353CC}">
                  <c16:uniqueId val="{00000002-0FDC-4399-A668-C6FA755C9D20}"/>
                </c:ext>
              </c:extLst>
            </c:dLbl>
            <c:dLbl>
              <c:idx val="2"/>
              <c:layout>
                <c:manualLayout>
                  <c:x val="0"/>
                  <c:y val="-0.10285823675801449"/>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FDC-4399-A668-C6FA755C9D20}"/>
                </c:ext>
              </c:extLst>
            </c:dLbl>
            <c:dLbl>
              <c:idx val="3"/>
              <c:delete val="1"/>
              <c:extLst>
                <c:ext xmlns:c15="http://schemas.microsoft.com/office/drawing/2012/chart" uri="{CE6537A1-D6FC-4f65-9D91-7224C49458BB}"/>
                <c:ext xmlns:c16="http://schemas.microsoft.com/office/drawing/2014/chart" uri="{C3380CC4-5D6E-409C-BE32-E72D297353CC}">
                  <c16:uniqueId val="{00000004-0FDC-4399-A668-C6FA755C9D20}"/>
                </c:ext>
              </c:extLst>
            </c:dLbl>
            <c:dLbl>
              <c:idx val="4"/>
              <c:delete val="1"/>
              <c:extLst>
                <c:ext xmlns:c15="http://schemas.microsoft.com/office/drawing/2012/chart" uri="{CE6537A1-D6FC-4f65-9D91-7224C49458BB}"/>
                <c:ext xmlns:c16="http://schemas.microsoft.com/office/drawing/2014/chart" uri="{C3380CC4-5D6E-409C-BE32-E72D297353CC}">
                  <c16:uniqueId val="{00000005-0FDC-4399-A668-C6FA755C9D20}"/>
                </c:ext>
              </c:extLst>
            </c:dLbl>
            <c:dLbl>
              <c:idx val="6"/>
              <c:delete val="1"/>
              <c:extLst>
                <c:ext xmlns:c15="http://schemas.microsoft.com/office/drawing/2012/chart" uri="{CE6537A1-D6FC-4f65-9D91-7224C49458BB}"/>
                <c:ext xmlns:c16="http://schemas.microsoft.com/office/drawing/2014/chart" uri="{C3380CC4-5D6E-409C-BE32-E72D297353CC}">
                  <c16:uniqueId val="{00000000-46AE-48A7-A972-91D2A6714C0D}"/>
                </c:ext>
              </c:extLst>
            </c:dLbl>
            <c:spPr>
              <a:solidFill>
                <a:srgbClr val="AC181C"/>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Entyvio Pen</c:v>
                </c:pt>
                <c:pt idx="1">
                  <c:v>Skyrizi</c:v>
                </c:pt>
                <c:pt idx="2">
                  <c:v>Rinvoq*</c:v>
                </c:pt>
                <c:pt idx="3">
                  <c:v>Humira</c:v>
                </c:pt>
                <c:pt idx="4">
                  <c:v>Tremfya</c:v>
                </c:pt>
                <c:pt idx="5">
                  <c:v>Stelara</c:v>
                </c:pt>
                <c:pt idx="6">
                  <c:v>Omvoh</c:v>
                </c:pt>
              </c:strCache>
            </c:strRef>
          </c:cat>
          <c:val>
            <c:numRef>
              <c:f>Sheet1!$C$2:$C$8</c:f>
              <c:numCache>
                <c:formatCode>0%</c:formatCode>
                <c:ptCount val="7"/>
                <c:pt idx="0">
                  <c:v>0</c:v>
                </c:pt>
                <c:pt idx="1">
                  <c:v>0</c:v>
                </c:pt>
                <c:pt idx="2">
                  <c:v>1.1897061628422221E-2</c:v>
                </c:pt>
                <c:pt idx="3">
                  <c:v>2.2735629233015178E-5</c:v>
                </c:pt>
                <c:pt idx="4">
                  <c:v>0</c:v>
                </c:pt>
                <c:pt idx="5">
                  <c:v>0</c:v>
                </c:pt>
                <c:pt idx="6">
                  <c:v>0</c:v>
                </c:pt>
              </c:numCache>
            </c:numRef>
          </c:val>
          <c:extLst>
            <c:ext xmlns:c16="http://schemas.microsoft.com/office/drawing/2014/chart" uri="{C3380CC4-5D6E-409C-BE32-E72D297353CC}">
              <c16:uniqueId val="{0000000B-0FDC-4399-A668-C6FA755C9D20}"/>
            </c:ext>
          </c:extLst>
        </c:ser>
        <c:ser>
          <c:idx val="2"/>
          <c:order val="2"/>
          <c:tx>
            <c:strRef>
              <c:f>Sheet1!$D$1</c:f>
              <c:strCache>
                <c:ptCount val="1"/>
                <c:pt idx="0">
                  <c:v>2+ Biologic Step</c:v>
                </c:pt>
              </c:strCache>
            </c:strRef>
          </c:tx>
          <c:spPr>
            <a:solidFill>
              <a:srgbClr val="807CB0"/>
            </a:solidFill>
            <a:ln>
              <a:noFill/>
            </a:ln>
            <a:effectLst/>
          </c:spPr>
          <c:invertIfNegative val="0"/>
          <c:dLbls>
            <c:dLbl>
              <c:idx val="0"/>
              <c:layout>
                <c:manualLayout>
                  <c:x val="0"/>
                  <c:y val="-7.628681439478125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0FDC-4399-A668-C6FA755C9D20}"/>
                </c:ext>
              </c:extLst>
            </c:dLbl>
            <c:dLbl>
              <c:idx val="1"/>
              <c:delete val="1"/>
              <c:extLst>
                <c:ext xmlns:c15="http://schemas.microsoft.com/office/drawing/2012/chart" uri="{CE6537A1-D6FC-4f65-9D91-7224C49458BB}"/>
                <c:ext xmlns:c16="http://schemas.microsoft.com/office/drawing/2014/chart" uri="{C3380CC4-5D6E-409C-BE32-E72D297353CC}">
                  <c16:uniqueId val="{0000000D-0FDC-4399-A668-C6FA755C9D20}"/>
                </c:ext>
              </c:extLst>
            </c:dLbl>
            <c:dLbl>
              <c:idx val="2"/>
              <c:layout>
                <c:manualLayout>
                  <c:x val="-4.0901284471023397E-17"/>
                  <c:y val="-8.415673916564814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0FDC-4399-A668-C6FA755C9D20}"/>
                </c:ext>
              </c:extLst>
            </c:dLbl>
            <c:dLbl>
              <c:idx val="3"/>
              <c:delete val="1"/>
              <c:extLst>
                <c:ext xmlns:c15="http://schemas.microsoft.com/office/drawing/2012/chart" uri="{CE6537A1-D6FC-4f65-9D91-7224C49458BB}"/>
                <c:ext xmlns:c16="http://schemas.microsoft.com/office/drawing/2014/chart" uri="{C3380CC4-5D6E-409C-BE32-E72D297353CC}">
                  <c16:uniqueId val="{0000000F-0FDC-4399-A668-C6FA755C9D20}"/>
                </c:ext>
              </c:extLst>
            </c:dLbl>
            <c:dLbl>
              <c:idx val="4"/>
              <c:delete val="1"/>
              <c:extLst>
                <c:ext xmlns:c15="http://schemas.microsoft.com/office/drawing/2012/chart" uri="{CE6537A1-D6FC-4f65-9D91-7224C49458BB}"/>
                <c:ext xmlns:c16="http://schemas.microsoft.com/office/drawing/2014/chart" uri="{C3380CC4-5D6E-409C-BE32-E72D297353CC}">
                  <c16:uniqueId val="{00000010-0FDC-4399-A668-C6FA755C9D20}"/>
                </c:ext>
              </c:extLst>
            </c:dLbl>
            <c:dLbl>
              <c:idx val="6"/>
              <c:layout>
                <c:manualLayout>
                  <c:x val="-9.8519063089333829E-17"/>
                  <c:y val="-7.628681439478132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6AE-48A7-A972-91D2A6714C0D}"/>
                </c:ext>
              </c:extLst>
            </c:dLbl>
            <c:spPr>
              <a:solidFill>
                <a:srgbClr val="807CB0"/>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Entyvio Pen</c:v>
                </c:pt>
                <c:pt idx="1">
                  <c:v>Skyrizi</c:v>
                </c:pt>
                <c:pt idx="2">
                  <c:v>Rinvoq*</c:v>
                </c:pt>
                <c:pt idx="3">
                  <c:v>Humira</c:v>
                </c:pt>
                <c:pt idx="4">
                  <c:v>Tremfya</c:v>
                </c:pt>
                <c:pt idx="5">
                  <c:v>Stelara</c:v>
                </c:pt>
                <c:pt idx="6">
                  <c:v>Omvoh</c:v>
                </c:pt>
              </c:strCache>
            </c:strRef>
          </c:cat>
          <c:val>
            <c:numRef>
              <c:f>Sheet1!$D$2:$D$8</c:f>
              <c:numCache>
                <c:formatCode>0%</c:formatCode>
                <c:ptCount val="7"/>
                <c:pt idx="0">
                  <c:v>1.1400866492178871E-2</c:v>
                </c:pt>
                <c:pt idx="1">
                  <c:v>4.176248628428747E-3</c:v>
                </c:pt>
                <c:pt idx="2">
                  <c:v>0.91741839287022264</c:v>
                </c:pt>
                <c:pt idx="3">
                  <c:v>2.6032295471802381E-3</c:v>
                </c:pt>
                <c:pt idx="4">
                  <c:v>4.3070963446764903E-3</c:v>
                </c:pt>
                <c:pt idx="5">
                  <c:v>1.4098211391311725E-2</c:v>
                </c:pt>
                <c:pt idx="6">
                  <c:v>3.62607540976711E-2</c:v>
                </c:pt>
              </c:numCache>
            </c:numRef>
          </c:val>
          <c:extLst>
            <c:ext xmlns:c16="http://schemas.microsoft.com/office/drawing/2014/chart" uri="{C3380CC4-5D6E-409C-BE32-E72D297353CC}">
              <c16:uniqueId val="{00000016-0FDC-4399-A668-C6FA755C9D20}"/>
            </c:ext>
          </c:extLst>
        </c:ser>
        <c:ser>
          <c:idx val="3"/>
          <c:order val="3"/>
          <c:tx>
            <c:strRef>
              <c:f>Sheet1!$E$1</c:f>
              <c:strCache>
                <c:ptCount val="1"/>
                <c:pt idx="0">
                  <c:v>Not Covered</c:v>
                </c:pt>
              </c:strCache>
            </c:strRef>
          </c:tx>
          <c:spPr>
            <a:solidFill>
              <a:srgbClr val="EC8585"/>
            </a:solidFill>
            <a:ln>
              <a:noFill/>
            </a:ln>
            <a:effectLst/>
          </c:spPr>
          <c:invertIfNegative val="0"/>
          <c:dLbls>
            <c:dLbl>
              <c:idx val="1"/>
              <c:layout>
                <c:manualLayout>
                  <c:x val="0"/>
                  <c:y val="-2.508236190967138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0FDC-4399-A668-C6FA755C9D20}"/>
                </c:ext>
              </c:extLst>
            </c:dLbl>
            <c:dLbl>
              <c:idx val="2"/>
              <c:layout>
                <c:manualLayout>
                  <c:x val="0"/>
                  <c:y val="2.6965231888434454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8-0FDC-4399-A668-C6FA755C9D20}"/>
                </c:ext>
              </c:extLst>
            </c:dLbl>
            <c:dLbl>
              <c:idx val="3"/>
              <c:layout>
                <c:manualLayout>
                  <c:x val="0"/>
                  <c:y val="-5.562712184647947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0FDC-4399-A668-C6FA755C9D20}"/>
                </c:ext>
              </c:extLst>
            </c:dLbl>
            <c:dLbl>
              <c:idx val="4"/>
              <c:layout>
                <c:manualLayout>
                  <c:x val="4.9259531544666914E-17"/>
                  <c:y val="-3.423514140910538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A-0FDC-4399-A668-C6FA755C9D20}"/>
                </c:ext>
              </c:extLst>
            </c:dLbl>
            <c:dLbl>
              <c:idx val="5"/>
              <c:layout>
                <c:manualLayout>
                  <c:x val="0"/>
                  <c:y val="-2.912823884489641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6AE-48A7-A972-91D2A6714C0D}"/>
                </c:ext>
              </c:extLst>
            </c:dLbl>
            <c:spPr>
              <a:solidFill>
                <a:srgbClr val="EC8585"/>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Entyvio Pen</c:v>
                </c:pt>
                <c:pt idx="1">
                  <c:v>Skyrizi</c:v>
                </c:pt>
                <c:pt idx="2">
                  <c:v>Rinvoq*</c:v>
                </c:pt>
                <c:pt idx="3">
                  <c:v>Humira</c:v>
                </c:pt>
                <c:pt idx="4">
                  <c:v>Tremfya</c:v>
                </c:pt>
                <c:pt idx="5">
                  <c:v>Stelara</c:v>
                </c:pt>
                <c:pt idx="6">
                  <c:v>Omvoh</c:v>
                </c:pt>
              </c:strCache>
            </c:strRef>
          </c:cat>
          <c:val>
            <c:numRef>
              <c:f>Sheet1!$E$2:$E$8</c:f>
              <c:numCache>
                <c:formatCode>0%</c:formatCode>
                <c:ptCount val="7"/>
                <c:pt idx="0">
                  <c:v>0.87572744948302728</c:v>
                </c:pt>
                <c:pt idx="1">
                  <c:v>1.2579728811445123E-2</c:v>
                </c:pt>
                <c:pt idx="2">
                  <c:v>1.2415938002441089E-2</c:v>
                </c:pt>
                <c:pt idx="3">
                  <c:v>0.23346664679565418</c:v>
                </c:pt>
                <c:pt idx="4">
                  <c:v>0.1414483212257949</c:v>
                </c:pt>
                <c:pt idx="5">
                  <c:v>0.23881002731901604</c:v>
                </c:pt>
                <c:pt idx="6">
                  <c:v>0.90033728142792802</c:v>
                </c:pt>
              </c:numCache>
            </c:numRef>
          </c:val>
          <c:extLst>
            <c:ext xmlns:c16="http://schemas.microsoft.com/office/drawing/2014/chart" uri="{C3380CC4-5D6E-409C-BE32-E72D297353CC}">
              <c16:uniqueId val="{0000001C-0FDC-4399-A668-C6FA755C9D20}"/>
            </c:ext>
          </c:extLst>
        </c:ser>
        <c:ser>
          <c:idx val="4"/>
          <c:order val="4"/>
          <c:tx>
            <c:strRef>
              <c:f>Sheet1!$F$1</c:f>
              <c:strCache>
                <c:ptCount val="1"/>
                <c:pt idx="0">
                  <c:v>Coverage Unknown</c:v>
                </c:pt>
              </c:strCache>
            </c:strRef>
          </c:tx>
          <c:spPr>
            <a:solidFill>
              <a:schemeClr val="bg2">
                <a:lumMod val="95000"/>
              </a:schemeClr>
            </a:solidFill>
            <a:ln>
              <a:noFill/>
            </a:ln>
            <a:effectLst/>
          </c:spPr>
          <c:invertIfNegative val="0"/>
          <c:dLbls>
            <c:delete val="1"/>
          </c:dLbls>
          <c:cat>
            <c:strRef>
              <c:f>Sheet1!$A$2:$A$8</c:f>
              <c:strCache>
                <c:ptCount val="7"/>
                <c:pt idx="0">
                  <c:v>Entyvio Pen</c:v>
                </c:pt>
                <c:pt idx="1">
                  <c:v>Skyrizi</c:v>
                </c:pt>
                <c:pt idx="2">
                  <c:v>Rinvoq*</c:v>
                </c:pt>
                <c:pt idx="3">
                  <c:v>Humira</c:v>
                </c:pt>
                <c:pt idx="4">
                  <c:v>Tremfya</c:v>
                </c:pt>
                <c:pt idx="5">
                  <c:v>Stelara</c:v>
                </c:pt>
                <c:pt idx="6">
                  <c:v>Omvoh</c:v>
                </c:pt>
              </c:strCache>
            </c:strRef>
          </c:cat>
          <c:val>
            <c:numRef>
              <c:f>Sheet1!$F$2:$F$8</c:f>
              <c:numCache>
                <c:formatCode>0%</c:formatCode>
                <c:ptCount val="7"/>
                <c:pt idx="0">
                  <c:v>2.0652799020663679E-3</c:v>
                </c:pt>
                <c:pt idx="1">
                  <c:v>2.2196519236808078E-2</c:v>
                </c:pt>
                <c:pt idx="2">
                  <c:v>1.6641610335247187E-3</c:v>
                </c:pt>
                <c:pt idx="3">
                  <c:v>2.5521922295638601E-3</c:v>
                </c:pt>
                <c:pt idx="4">
                  <c:v>2.1248022870520048E-3</c:v>
                </c:pt>
                <c:pt idx="5">
                  <c:v>2.7163456482845296E-3</c:v>
                </c:pt>
                <c:pt idx="6">
                  <c:v>0</c:v>
                </c:pt>
              </c:numCache>
            </c:numRef>
          </c:val>
          <c:extLst>
            <c:ext xmlns:c16="http://schemas.microsoft.com/office/drawing/2014/chart" uri="{C3380CC4-5D6E-409C-BE32-E72D297353CC}">
              <c16:uniqueId val="{0000001D-0FDC-4399-A668-C6FA755C9D20}"/>
            </c:ext>
          </c:extLst>
        </c:ser>
        <c:dLbls>
          <c:dLblPos val="ctr"/>
          <c:showLegendKey val="0"/>
          <c:showVal val="1"/>
          <c:showCatName val="0"/>
          <c:showSerName val="0"/>
          <c:showPercent val="0"/>
          <c:showBubbleSize val="0"/>
        </c:dLbls>
        <c:gapWidth val="150"/>
        <c:overlap val="100"/>
        <c:axId val="833646032"/>
        <c:axId val="833630672"/>
      </c:barChart>
      <c:catAx>
        <c:axId val="83364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5" b="0" i="0" u="none" strike="noStrike" kern="1200" baseline="0">
                <a:solidFill>
                  <a:schemeClr val="tx1"/>
                </a:solidFill>
                <a:latin typeface="+mn-lt"/>
                <a:ea typeface="+mn-ea"/>
                <a:cs typeface="+mn-cs"/>
              </a:defRPr>
            </a:pPr>
            <a:endParaRPr lang="en-US"/>
          </a:p>
        </c:txPr>
        <c:crossAx val="833630672"/>
        <c:crosses val="autoZero"/>
        <c:auto val="1"/>
        <c:lblAlgn val="ctr"/>
        <c:lblOffset val="100"/>
        <c:noMultiLvlLbl val="0"/>
      </c:catAx>
      <c:valAx>
        <c:axId val="83363067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5" b="0" i="0" u="none" strike="noStrike" kern="1200" baseline="0">
                <a:solidFill>
                  <a:schemeClr val="tx1"/>
                </a:solidFill>
                <a:latin typeface="+mn-lt"/>
                <a:ea typeface="+mn-ea"/>
                <a:cs typeface="+mn-cs"/>
              </a:defRPr>
            </a:pPr>
            <a:endParaRPr lang="en-US"/>
          </a:p>
        </c:txPr>
        <c:crossAx val="8336460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xMode val="edge"/>
          <c:yMode val="edge"/>
          <c:x val="2.7781860095961765E-2"/>
          <c:y val="8.9433127131398837E-2"/>
          <c:w val="0.94443627980807643"/>
          <c:h val="0.82113374573720233"/>
        </c:manualLayout>
      </c:layout>
      <c:barChart>
        <c:barDir val="col"/>
        <c:grouping val="percentStacked"/>
        <c:varyColors val="0"/>
        <c:ser>
          <c:idx val="0"/>
          <c:order val="0"/>
          <c:tx>
            <c:strRef>
              <c:f>Sheet1!$B$1</c:f>
              <c:strCache>
                <c:ptCount val="1"/>
                <c:pt idx="0">
                  <c:v>Unrestricted</c:v>
                </c:pt>
              </c:strCache>
            </c:strRef>
          </c:tx>
          <c:spPr>
            <a:solidFill>
              <a:srgbClr val="9F1897"/>
            </a:solidFill>
            <a:ln>
              <a:noFill/>
            </a:ln>
            <a:effectLst/>
          </c:spPr>
          <c:invertIfNegative val="0"/>
          <c:dLbls>
            <c:spPr>
              <a:solidFill>
                <a:srgbClr val="9F1897"/>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Entyvio Pen</c:v>
                </c:pt>
                <c:pt idx="1">
                  <c:v>Skyrizi</c:v>
                </c:pt>
                <c:pt idx="2">
                  <c:v>Rinvoq*</c:v>
                </c:pt>
                <c:pt idx="3">
                  <c:v>Humira</c:v>
                </c:pt>
                <c:pt idx="4">
                  <c:v>Tremfya</c:v>
                </c:pt>
                <c:pt idx="5">
                  <c:v>Stelara</c:v>
                </c:pt>
                <c:pt idx="6">
                  <c:v>Omvoh</c:v>
                </c:pt>
              </c:strCache>
            </c:strRef>
          </c:cat>
          <c:val>
            <c:numRef>
              <c:f>Sheet1!$B$2:$B$8</c:f>
              <c:numCache>
                <c:formatCode>0%</c:formatCode>
                <c:ptCount val="7"/>
                <c:pt idx="0">
                  <c:v>0.71045298104552546</c:v>
                </c:pt>
                <c:pt idx="1">
                  <c:v>0.49004523281155854</c:v>
                </c:pt>
                <c:pt idx="2">
                  <c:v>0.43370978099645935</c:v>
                </c:pt>
                <c:pt idx="3">
                  <c:v>0.87917303044656259</c:v>
                </c:pt>
                <c:pt idx="4">
                  <c:v>0.60942873910647888</c:v>
                </c:pt>
                <c:pt idx="5">
                  <c:v>0.38429436173023901</c:v>
                </c:pt>
                <c:pt idx="6">
                  <c:v>0.47477957795643905</c:v>
                </c:pt>
              </c:numCache>
            </c:numRef>
          </c:val>
          <c:extLst>
            <c:ext xmlns:c16="http://schemas.microsoft.com/office/drawing/2014/chart" uri="{C3380CC4-5D6E-409C-BE32-E72D297353CC}">
              <c16:uniqueId val="{00000000-9709-4C38-8D40-3BC0A9B8A483}"/>
            </c:ext>
          </c:extLst>
        </c:ser>
        <c:ser>
          <c:idx val="1"/>
          <c:order val="1"/>
          <c:tx>
            <c:strRef>
              <c:f>Sheet1!$C$1</c:f>
              <c:strCache>
                <c:ptCount val="1"/>
                <c:pt idx="0">
                  <c:v>1 Biologic Step</c:v>
                </c:pt>
              </c:strCache>
            </c:strRef>
          </c:tx>
          <c:spPr>
            <a:solidFill>
              <a:srgbClr val="FFC000"/>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1-9709-4C38-8D40-3BC0A9B8A483}"/>
                </c:ext>
              </c:extLst>
            </c:dLbl>
            <c:dLbl>
              <c:idx val="3"/>
              <c:layout>
                <c:manualLayout>
                  <c:x val="4.9259521122924755E-17"/>
                  <c:y val="0.115380305803235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9709-4C38-8D40-3BC0A9B8A483}"/>
                </c:ext>
              </c:extLst>
            </c:dLbl>
            <c:spPr>
              <a:solidFill>
                <a:srgbClr val="AC181C"/>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Entyvio Pen</c:v>
                </c:pt>
                <c:pt idx="1">
                  <c:v>Skyrizi</c:v>
                </c:pt>
                <c:pt idx="2">
                  <c:v>Rinvoq*</c:v>
                </c:pt>
                <c:pt idx="3">
                  <c:v>Humira</c:v>
                </c:pt>
                <c:pt idx="4">
                  <c:v>Tremfya</c:v>
                </c:pt>
                <c:pt idx="5">
                  <c:v>Stelara</c:v>
                </c:pt>
                <c:pt idx="6">
                  <c:v>Omvoh</c:v>
                </c:pt>
              </c:strCache>
            </c:strRef>
          </c:cat>
          <c:val>
            <c:numRef>
              <c:f>Sheet1!$C$2:$C$8</c:f>
              <c:numCache>
                <c:formatCode>0%</c:formatCode>
                <c:ptCount val="7"/>
                <c:pt idx="0">
                  <c:v>1.7108536149659809E-3</c:v>
                </c:pt>
                <c:pt idx="1">
                  <c:v>8.002376394013673E-2</c:v>
                </c:pt>
                <c:pt idx="2">
                  <c:v>4.2846985755618586E-2</c:v>
                </c:pt>
                <c:pt idx="3">
                  <c:v>1.3683771838869397E-2</c:v>
                </c:pt>
                <c:pt idx="4">
                  <c:v>2.2511544431865059E-2</c:v>
                </c:pt>
                <c:pt idx="5">
                  <c:v>7.7523662370362179E-2</c:v>
                </c:pt>
                <c:pt idx="6">
                  <c:v>2.6790432816818099E-2</c:v>
                </c:pt>
              </c:numCache>
            </c:numRef>
          </c:val>
          <c:extLst>
            <c:ext xmlns:c16="http://schemas.microsoft.com/office/drawing/2014/chart" uri="{C3380CC4-5D6E-409C-BE32-E72D297353CC}">
              <c16:uniqueId val="{00000004-9709-4C38-8D40-3BC0A9B8A483}"/>
            </c:ext>
          </c:extLst>
        </c:ser>
        <c:ser>
          <c:idx val="2"/>
          <c:order val="2"/>
          <c:tx>
            <c:strRef>
              <c:f>Sheet1!$D$1</c:f>
              <c:strCache>
                <c:ptCount val="1"/>
                <c:pt idx="0">
                  <c:v>2+ Biologic Step</c:v>
                </c:pt>
              </c:strCache>
            </c:strRef>
          </c:tx>
          <c:spPr>
            <a:solidFill>
              <a:srgbClr val="807CB0"/>
            </a:solidFill>
            <a:ln>
              <a:noFill/>
            </a:ln>
            <a:effectLst/>
          </c:spPr>
          <c:invertIfNegative val="0"/>
          <c:dLbls>
            <c:dLbl>
              <c:idx val="0"/>
              <c:layout>
                <c:manualLayout>
                  <c:x val="0"/>
                  <c:y val="3.205008494534324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709-4C38-8D40-3BC0A9B8A483}"/>
                </c:ext>
              </c:extLst>
            </c:dLbl>
            <c:dLbl>
              <c:idx val="3"/>
              <c:layout>
                <c:manualLayout>
                  <c:x val="0"/>
                  <c:y val="4.487011892348053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9709-4C38-8D40-3BC0A9B8A483}"/>
                </c:ext>
              </c:extLst>
            </c:dLbl>
            <c:dLbl>
              <c:idx val="5"/>
              <c:layout>
                <c:manualLayout>
                  <c:x val="0"/>
                  <c:y val="3.205008494534324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6F1-44DC-A3AC-DC8BE68282AB}"/>
                </c:ext>
              </c:extLst>
            </c:dLbl>
            <c:spPr>
              <a:solidFill>
                <a:srgbClr val="807CB0"/>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Entyvio Pen</c:v>
                </c:pt>
                <c:pt idx="1">
                  <c:v>Skyrizi</c:v>
                </c:pt>
                <c:pt idx="2">
                  <c:v>Rinvoq*</c:v>
                </c:pt>
                <c:pt idx="3">
                  <c:v>Humira</c:v>
                </c:pt>
                <c:pt idx="4">
                  <c:v>Tremfya</c:v>
                </c:pt>
                <c:pt idx="5">
                  <c:v>Stelara</c:v>
                </c:pt>
                <c:pt idx="6">
                  <c:v>Omvoh</c:v>
                </c:pt>
              </c:strCache>
            </c:strRef>
          </c:cat>
          <c:val>
            <c:numRef>
              <c:f>Sheet1!$D$2:$D$8</c:f>
              <c:numCache>
                <c:formatCode>0%</c:formatCode>
                <c:ptCount val="7"/>
                <c:pt idx="0">
                  <c:v>0.20492519696589589</c:v>
                </c:pt>
                <c:pt idx="1">
                  <c:v>0.31504760682591271</c:v>
                </c:pt>
                <c:pt idx="2">
                  <c:v>0.4280877919279899</c:v>
                </c:pt>
                <c:pt idx="3">
                  <c:v>9.6477772130091094E-2</c:v>
                </c:pt>
                <c:pt idx="4">
                  <c:v>0.35525843354377806</c:v>
                </c:pt>
                <c:pt idx="5">
                  <c:v>0.48337855583882383</c:v>
                </c:pt>
                <c:pt idx="6">
                  <c:v>0.44732794718531521</c:v>
                </c:pt>
              </c:numCache>
            </c:numRef>
          </c:val>
          <c:extLst>
            <c:ext xmlns:c16="http://schemas.microsoft.com/office/drawing/2014/chart" uri="{C3380CC4-5D6E-409C-BE32-E72D297353CC}">
              <c16:uniqueId val="{00000008-9709-4C38-8D40-3BC0A9B8A483}"/>
            </c:ext>
          </c:extLst>
        </c:ser>
        <c:ser>
          <c:idx val="3"/>
          <c:order val="3"/>
          <c:tx>
            <c:strRef>
              <c:f>Sheet1!$E$1</c:f>
              <c:strCache>
                <c:ptCount val="1"/>
                <c:pt idx="0">
                  <c:v>Not Covered</c:v>
                </c:pt>
              </c:strCache>
            </c:strRef>
          </c:tx>
          <c:spPr>
            <a:solidFill>
              <a:schemeClr val="accent2"/>
            </a:solidFill>
            <a:ln>
              <a:noFill/>
            </a:ln>
            <a:effectLst/>
          </c:spPr>
          <c:invertIfNegative val="0"/>
          <c:dLbls>
            <c:dLbl>
              <c:idx val="2"/>
              <c:delete val="1"/>
              <c:extLst>
                <c:ext xmlns:c15="http://schemas.microsoft.com/office/drawing/2012/chart" uri="{CE6537A1-D6FC-4f65-9D91-7224C49458BB}"/>
                <c:ext xmlns:c16="http://schemas.microsoft.com/office/drawing/2014/chart" uri="{C3380CC4-5D6E-409C-BE32-E72D297353CC}">
                  <c16:uniqueId val="{00000009-9709-4C38-8D40-3BC0A9B8A483}"/>
                </c:ext>
              </c:extLst>
            </c:dLbl>
            <c:dLbl>
              <c:idx val="5"/>
              <c:layout>
                <c:manualLayout>
                  <c:x val="0"/>
                  <c:y val="7.0510186879755146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9709-4C38-8D40-3BC0A9B8A483}"/>
                </c:ext>
              </c:extLst>
            </c:dLbl>
            <c:dLbl>
              <c:idx val="6"/>
              <c:delete val="1"/>
              <c:extLst>
                <c:ext xmlns:c15="http://schemas.microsoft.com/office/drawing/2012/chart" uri="{CE6537A1-D6FC-4f65-9D91-7224C49458BB}"/>
                <c:ext xmlns:c16="http://schemas.microsoft.com/office/drawing/2014/chart" uri="{C3380CC4-5D6E-409C-BE32-E72D297353CC}">
                  <c16:uniqueId val="{0000000B-9709-4C38-8D40-3BC0A9B8A483}"/>
                </c:ext>
              </c:extLst>
            </c:dLbl>
            <c:spPr>
              <a:solidFill>
                <a:srgbClr val="EC8585"/>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Entyvio Pen</c:v>
                </c:pt>
                <c:pt idx="1">
                  <c:v>Skyrizi</c:v>
                </c:pt>
                <c:pt idx="2">
                  <c:v>Rinvoq*</c:v>
                </c:pt>
                <c:pt idx="3">
                  <c:v>Humira</c:v>
                </c:pt>
                <c:pt idx="4">
                  <c:v>Tremfya</c:v>
                </c:pt>
                <c:pt idx="5">
                  <c:v>Stelara</c:v>
                </c:pt>
                <c:pt idx="6">
                  <c:v>Omvoh</c:v>
                </c:pt>
              </c:strCache>
            </c:strRef>
          </c:cat>
          <c:val>
            <c:numRef>
              <c:f>Sheet1!$E$2:$E$8</c:f>
              <c:numCache>
                <c:formatCode>0%</c:formatCode>
                <c:ptCount val="7"/>
                <c:pt idx="0">
                  <c:v>1.2740436586928328E-2</c:v>
                </c:pt>
                <c:pt idx="1">
                  <c:v>3.7650677826910894E-2</c:v>
                </c:pt>
                <c:pt idx="2">
                  <c:v>5.1279057444998471E-4</c:v>
                </c:pt>
                <c:pt idx="3">
                  <c:v>5.8120491750215438E-3</c:v>
                </c:pt>
                <c:pt idx="4">
                  <c:v>8.1105744756919604E-3</c:v>
                </c:pt>
                <c:pt idx="5">
                  <c:v>1.6213210963018511E-2</c:v>
                </c:pt>
                <c:pt idx="6">
                  <c:v>4.3028934176029248E-3</c:v>
                </c:pt>
              </c:numCache>
            </c:numRef>
          </c:val>
          <c:extLst>
            <c:ext xmlns:c16="http://schemas.microsoft.com/office/drawing/2014/chart" uri="{C3380CC4-5D6E-409C-BE32-E72D297353CC}">
              <c16:uniqueId val="{00000011-9709-4C38-8D40-3BC0A9B8A483}"/>
            </c:ext>
          </c:extLst>
        </c:ser>
        <c:ser>
          <c:idx val="4"/>
          <c:order val="4"/>
          <c:tx>
            <c:strRef>
              <c:f>Sheet1!$F$1</c:f>
              <c:strCache>
                <c:ptCount val="1"/>
                <c:pt idx="0">
                  <c:v>Coverage Unknown</c:v>
                </c:pt>
              </c:strCache>
            </c:strRef>
          </c:tx>
          <c:spPr>
            <a:solidFill>
              <a:schemeClr val="bg2">
                <a:lumMod val="95000"/>
              </a:schemeClr>
            </a:solidFill>
            <a:ln>
              <a:noFill/>
            </a:ln>
            <a:effectLst/>
          </c:spPr>
          <c:invertIfNegative val="0"/>
          <c:dLbls>
            <c:dLbl>
              <c:idx val="0"/>
              <c:layout>
                <c:manualLayout>
                  <c:x val="0"/>
                  <c:y val="-4.487011892348054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2-9709-4C38-8D40-3BC0A9B8A483}"/>
                </c:ext>
              </c:extLst>
            </c:dLbl>
            <c:dLbl>
              <c:idx val="1"/>
              <c:layout>
                <c:manualLayout>
                  <c:x val="0"/>
                  <c:y val="-3.205008494534325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3-9709-4C38-8D40-3BC0A9B8A483}"/>
                </c:ext>
              </c:extLst>
            </c:dLbl>
            <c:dLbl>
              <c:idx val="3"/>
              <c:delete val="1"/>
              <c:extLst>
                <c:ext xmlns:c15="http://schemas.microsoft.com/office/drawing/2012/chart" uri="{CE6537A1-D6FC-4f65-9D91-7224C49458BB}"/>
                <c:ext xmlns:c16="http://schemas.microsoft.com/office/drawing/2014/chart" uri="{C3380CC4-5D6E-409C-BE32-E72D297353CC}">
                  <c16:uniqueId val="{00000014-9709-4C38-8D40-3BC0A9B8A483}"/>
                </c:ext>
              </c:extLst>
            </c:dLbl>
            <c:dLbl>
              <c:idx val="4"/>
              <c:delete val="1"/>
              <c:extLst>
                <c:ext xmlns:c15="http://schemas.microsoft.com/office/drawing/2012/chart" uri="{CE6537A1-D6FC-4f65-9D91-7224C49458BB}"/>
                <c:ext xmlns:c16="http://schemas.microsoft.com/office/drawing/2014/chart" uri="{C3380CC4-5D6E-409C-BE32-E72D297353CC}">
                  <c16:uniqueId val="{00000015-9709-4C38-8D40-3BC0A9B8A483}"/>
                </c:ext>
              </c:extLst>
            </c:dLbl>
            <c:spPr>
              <a:solidFill>
                <a:srgbClr val="D9D9D9"/>
              </a:solid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Entyvio Pen</c:v>
                </c:pt>
                <c:pt idx="1">
                  <c:v>Skyrizi</c:v>
                </c:pt>
                <c:pt idx="2">
                  <c:v>Rinvoq*</c:v>
                </c:pt>
                <c:pt idx="3">
                  <c:v>Humira</c:v>
                </c:pt>
                <c:pt idx="4">
                  <c:v>Tremfya</c:v>
                </c:pt>
                <c:pt idx="5">
                  <c:v>Stelara</c:v>
                </c:pt>
                <c:pt idx="6">
                  <c:v>Omvoh</c:v>
                </c:pt>
              </c:strCache>
            </c:strRef>
          </c:cat>
          <c:val>
            <c:numRef>
              <c:f>Sheet1!$F$2:$F$8</c:f>
              <c:numCache>
                <c:formatCode>0%</c:formatCode>
                <c:ptCount val="7"/>
                <c:pt idx="0">
                  <c:v>7.0170531786684337E-2</c:v>
                </c:pt>
                <c:pt idx="1">
                  <c:v>7.723271859548117E-2</c:v>
                </c:pt>
                <c:pt idx="2">
                  <c:v>9.484265074548219E-2</c:v>
                </c:pt>
                <c:pt idx="3">
                  <c:v>4.8533764094554049E-3</c:v>
                </c:pt>
                <c:pt idx="4">
                  <c:v>4.6907084421861107E-3</c:v>
                </c:pt>
                <c:pt idx="5">
                  <c:v>3.8590209097556505E-2</c:v>
                </c:pt>
                <c:pt idx="6">
                  <c:v>4.6799148623824657E-2</c:v>
                </c:pt>
              </c:numCache>
            </c:numRef>
          </c:val>
          <c:extLst>
            <c:ext xmlns:c16="http://schemas.microsoft.com/office/drawing/2014/chart" uri="{C3380CC4-5D6E-409C-BE32-E72D297353CC}">
              <c16:uniqueId val="{00000017-9709-4C38-8D40-3BC0A9B8A483}"/>
            </c:ext>
          </c:extLst>
        </c:ser>
        <c:dLbls>
          <c:dLblPos val="ctr"/>
          <c:showLegendKey val="0"/>
          <c:showVal val="1"/>
          <c:showCatName val="0"/>
          <c:showSerName val="0"/>
          <c:showPercent val="0"/>
          <c:showBubbleSize val="0"/>
        </c:dLbls>
        <c:gapWidth val="150"/>
        <c:overlap val="100"/>
        <c:axId val="833646032"/>
        <c:axId val="833630672"/>
      </c:barChart>
      <c:catAx>
        <c:axId val="8336460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5" b="0" i="0" u="none" strike="noStrike" kern="1200" baseline="0">
                <a:solidFill>
                  <a:schemeClr val="tx1"/>
                </a:solidFill>
                <a:latin typeface="+mn-lt"/>
                <a:ea typeface="+mn-ea"/>
                <a:cs typeface="+mn-cs"/>
              </a:defRPr>
            </a:pPr>
            <a:endParaRPr lang="en-US"/>
          </a:p>
        </c:txPr>
        <c:crossAx val="833630672"/>
        <c:crosses val="autoZero"/>
        <c:auto val="1"/>
        <c:lblAlgn val="ctr"/>
        <c:lblOffset val="100"/>
        <c:noMultiLvlLbl val="0"/>
      </c:catAx>
      <c:valAx>
        <c:axId val="83363067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5" b="0" i="0" u="none" strike="noStrike" kern="1200" baseline="0">
                <a:solidFill>
                  <a:schemeClr val="tx1">
                    <a:lumMod val="50000"/>
                  </a:schemeClr>
                </a:solidFill>
                <a:latin typeface="+mn-lt"/>
                <a:ea typeface="+mn-ea"/>
                <a:cs typeface="+mn-cs"/>
              </a:defRPr>
            </a:pPr>
            <a:endParaRPr lang="en-US"/>
          </a:p>
        </c:txPr>
        <c:crossAx val="8336460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Unrestricted</c:v>
                </c:pt>
              </c:strCache>
            </c:strRef>
          </c:tx>
          <c:spPr>
            <a:solidFill>
              <a:srgbClr val="9F1897"/>
            </a:solidFill>
            <a:ln>
              <a:noFill/>
            </a:ln>
            <a:effectLst/>
          </c:spPr>
          <c:invertIfNegative val="0"/>
          <c:dLbls>
            <c:dLbl>
              <c:idx val="0"/>
              <c:tx>
                <c:rich>
                  <a:bodyPr/>
                  <a:lstStyle/>
                  <a:p>
                    <a:fld id="{29C2B157-76C5-493E-B66E-73C771BF0198}" type="VALUE">
                      <a:rPr lang="en-US">
                        <a:solidFill>
                          <a:schemeClr val="bg1"/>
                        </a:solidFill>
                      </a:rPr>
                      <a:pPr/>
                      <a:t>[VALUE]</a:t>
                    </a:fld>
                    <a:endParaRPr 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A1CE-4828-99DB-0FEE1379F397}"/>
                </c:ext>
              </c:extLst>
            </c:dLbl>
            <c:spPr>
              <a:solidFill>
                <a:srgbClr val="9F1897"/>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Entyvio Pen</c:v>
                </c:pt>
                <c:pt idx="1">
                  <c:v>Skyrizi</c:v>
                </c:pt>
                <c:pt idx="2">
                  <c:v>Rinvoq*</c:v>
                </c:pt>
                <c:pt idx="3">
                  <c:v>Humira</c:v>
                </c:pt>
                <c:pt idx="4">
                  <c:v>Tremfya</c:v>
                </c:pt>
                <c:pt idx="5">
                  <c:v>Stelara</c:v>
                </c:pt>
                <c:pt idx="6">
                  <c:v>Omvoh</c:v>
                </c:pt>
              </c:strCache>
            </c:strRef>
          </c:cat>
          <c:val>
            <c:numRef>
              <c:f>Sheet1!$B$2:$B$8</c:f>
              <c:numCache>
                <c:formatCode>0%</c:formatCode>
                <c:ptCount val="7"/>
                <c:pt idx="0">
                  <c:v>0.64045195723595505</c:v>
                </c:pt>
                <c:pt idx="1">
                  <c:v>0.88732109625191125</c:v>
                </c:pt>
                <c:pt idx="2">
                  <c:v>0.11283958080043235</c:v>
                </c:pt>
                <c:pt idx="3">
                  <c:v>0.5573743199658221</c:v>
                </c:pt>
                <c:pt idx="4">
                  <c:v>0.88695593107226223</c:v>
                </c:pt>
                <c:pt idx="5">
                  <c:v>0.83423819733154791</c:v>
                </c:pt>
                <c:pt idx="6">
                  <c:v>0.42854455063870689</c:v>
                </c:pt>
              </c:numCache>
            </c:numRef>
          </c:val>
          <c:extLst>
            <c:ext xmlns:c16="http://schemas.microsoft.com/office/drawing/2014/chart" uri="{C3380CC4-5D6E-409C-BE32-E72D297353CC}">
              <c16:uniqueId val="{00000000-1B3B-43F2-90BE-EAF720D7A390}"/>
            </c:ext>
          </c:extLst>
        </c:ser>
        <c:ser>
          <c:idx val="1"/>
          <c:order val="1"/>
          <c:tx>
            <c:strRef>
              <c:f>Sheet1!$C$1</c:f>
              <c:strCache>
                <c:ptCount val="1"/>
                <c:pt idx="0">
                  <c:v>1 Biologic Step</c:v>
                </c:pt>
              </c:strCache>
            </c:strRef>
          </c:tx>
          <c:spPr>
            <a:solidFill>
              <a:schemeClr val="accent1">
                <a:lumMod val="75000"/>
              </a:schemeClr>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1-1B3B-43F2-90BE-EAF720D7A390}"/>
                </c:ext>
              </c:extLst>
            </c:dLbl>
            <c:dLbl>
              <c:idx val="1"/>
              <c:delete val="1"/>
              <c:extLst>
                <c:ext xmlns:c15="http://schemas.microsoft.com/office/drawing/2012/chart" uri="{CE6537A1-D6FC-4f65-9D91-7224C49458BB}"/>
                <c:ext xmlns:c16="http://schemas.microsoft.com/office/drawing/2014/chart" uri="{C3380CC4-5D6E-409C-BE32-E72D297353CC}">
                  <c16:uniqueId val="{00000002-1B3B-43F2-90BE-EAF720D7A390}"/>
                </c:ext>
              </c:extLst>
            </c:dLbl>
            <c:dLbl>
              <c:idx val="4"/>
              <c:layout>
                <c:manualLayout>
                  <c:x val="0"/>
                  <c:y val="3.698170178547026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B3B-43F2-90BE-EAF720D7A390}"/>
                </c:ext>
              </c:extLst>
            </c:dLbl>
            <c:spPr>
              <a:solidFill>
                <a:srgbClr val="AC181C"/>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Entyvio Pen</c:v>
                </c:pt>
                <c:pt idx="1">
                  <c:v>Skyrizi</c:v>
                </c:pt>
                <c:pt idx="2">
                  <c:v>Rinvoq*</c:v>
                </c:pt>
                <c:pt idx="3">
                  <c:v>Humira</c:v>
                </c:pt>
                <c:pt idx="4">
                  <c:v>Tremfya</c:v>
                </c:pt>
                <c:pt idx="5">
                  <c:v>Stelara</c:v>
                </c:pt>
                <c:pt idx="6">
                  <c:v>Omvoh</c:v>
                </c:pt>
              </c:strCache>
            </c:strRef>
          </c:cat>
          <c:val>
            <c:numRef>
              <c:f>Sheet1!$C$2:$C$8</c:f>
              <c:numCache>
                <c:formatCode>0%</c:formatCode>
                <c:ptCount val="7"/>
                <c:pt idx="0">
                  <c:v>0</c:v>
                </c:pt>
                <c:pt idx="1">
                  <c:v>1.5619546311875158E-3</c:v>
                </c:pt>
                <c:pt idx="2">
                  <c:v>4.8298698296690486E-2</c:v>
                </c:pt>
                <c:pt idx="3">
                  <c:v>3.8588524098389812E-3</c:v>
                </c:pt>
                <c:pt idx="4">
                  <c:v>4.795249448780925E-2</c:v>
                </c:pt>
                <c:pt idx="5">
                  <c:v>4.9514449118996766E-2</c:v>
                </c:pt>
                <c:pt idx="6">
                  <c:v>1.5619546311875158E-3</c:v>
                </c:pt>
              </c:numCache>
            </c:numRef>
          </c:val>
          <c:extLst>
            <c:ext xmlns:c16="http://schemas.microsoft.com/office/drawing/2014/chart" uri="{C3380CC4-5D6E-409C-BE32-E72D297353CC}">
              <c16:uniqueId val="{00000004-1B3B-43F2-90BE-EAF720D7A390}"/>
            </c:ext>
          </c:extLst>
        </c:ser>
        <c:ser>
          <c:idx val="2"/>
          <c:order val="2"/>
          <c:tx>
            <c:strRef>
              <c:f>Sheet1!$D$1</c:f>
              <c:strCache>
                <c:ptCount val="1"/>
                <c:pt idx="0">
                  <c:v>2+ Biologic Step</c:v>
                </c:pt>
              </c:strCache>
            </c:strRef>
          </c:tx>
          <c:spPr>
            <a:solidFill>
              <a:srgbClr val="807CB0"/>
            </a:solidFill>
            <a:ln>
              <a:noFill/>
            </a:ln>
            <a:effectLst/>
          </c:spPr>
          <c:invertIfNegative val="0"/>
          <c:dLbls>
            <c:dLbl>
              <c:idx val="4"/>
              <c:layout>
                <c:manualLayout>
                  <c:x val="0"/>
                  <c:y val="3.698170178547027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B3B-43F2-90BE-EAF720D7A390}"/>
                </c:ext>
              </c:extLst>
            </c:dLbl>
            <c:spPr>
              <a:solidFill>
                <a:srgbClr val="807CB0"/>
              </a:solid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Entyvio Pen</c:v>
                </c:pt>
                <c:pt idx="1">
                  <c:v>Skyrizi</c:v>
                </c:pt>
                <c:pt idx="2">
                  <c:v>Rinvoq*</c:v>
                </c:pt>
                <c:pt idx="3">
                  <c:v>Humira</c:v>
                </c:pt>
                <c:pt idx="4">
                  <c:v>Tremfya</c:v>
                </c:pt>
                <c:pt idx="5">
                  <c:v>Stelara</c:v>
                </c:pt>
                <c:pt idx="6">
                  <c:v>Omvoh</c:v>
                </c:pt>
              </c:strCache>
            </c:strRef>
          </c:cat>
          <c:val>
            <c:numRef>
              <c:f>Sheet1!$D$2:$D$8</c:f>
              <c:numCache>
                <c:formatCode>0%</c:formatCode>
                <c:ptCount val="7"/>
                <c:pt idx="0">
                  <c:v>8.1682320913015929E-2</c:v>
                </c:pt>
                <c:pt idx="1">
                  <c:v>3.9847711141540593E-2</c:v>
                </c:pt>
                <c:pt idx="2">
                  <c:v>0.80451207319468132</c:v>
                </c:pt>
                <c:pt idx="3">
                  <c:v>0.10681050527206025</c:v>
                </c:pt>
                <c:pt idx="4">
                  <c:v>3.6523775557117694E-2</c:v>
                </c:pt>
                <c:pt idx="5">
                  <c:v>4.6460085707999026E-2</c:v>
                </c:pt>
                <c:pt idx="6">
                  <c:v>0.30762526527371603</c:v>
                </c:pt>
              </c:numCache>
            </c:numRef>
          </c:val>
          <c:extLst>
            <c:ext xmlns:c16="http://schemas.microsoft.com/office/drawing/2014/chart" uri="{C3380CC4-5D6E-409C-BE32-E72D297353CC}">
              <c16:uniqueId val="{00000006-1B3B-43F2-90BE-EAF720D7A390}"/>
            </c:ext>
          </c:extLst>
        </c:ser>
        <c:ser>
          <c:idx val="3"/>
          <c:order val="3"/>
          <c:tx>
            <c:strRef>
              <c:f>Sheet1!$E$1</c:f>
              <c:strCache>
                <c:ptCount val="1"/>
                <c:pt idx="0">
                  <c:v>Not Covered</c:v>
                </c:pt>
              </c:strCache>
            </c:strRef>
          </c:tx>
          <c:spPr>
            <a:solidFill>
              <a:srgbClr val="EC8585"/>
            </a:solidFill>
            <a:ln>
              <a:noFill/>
            </a:ln>
            <a:effectLst/>
          </c:spPr>
          <c:invertIfNegative val="0"/>
          <c:dLbls>
            <c:dLbl>
              <c:idx val="2"/>
              <c:layout>
                <c:manualLayout>
                  <c:x val="0"/>
                  <c:y val="1.991322403833014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B3B-43F2-90BE-EAF720D7A390}"/>
                </c:ext>
              </c:extLst>
            </c:dLbl>
            <c:dLbl>
              <c:idx val="4"/>
              <c:layout>
                <c:manualLayout>
                  <c:x val="0"/>
                  <c:y val="1.991322403833015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1B3B-43F2-90BE-EAF720D7A390}"/>
                </c:ext>
              </c:extLst>
            </c:dLbl>
            <c:spPr>
              <a:solidFill>
                <a:srgbClr val="EC8585"/>
              </a:solid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Entyvio Pen</c:v>
                </c:pt>
                <c:pt idx="1">
                  <c:v>Skyrizi</c:v>
                </c:pt>
                <c:pt idx="2">
                  <c:v>Rinvoq*</c:v>
                </c:pt>
                <c:pt idx="3">
                  <c:v>Humira</c:v>
                </c:pt>
                <c:pt idx="4">
                  <c:v>Tremfya</c:v>
                </c:pt>
                <c:pt idx="5">
                  <c:v>Stelara</c:v>
                </c:pt>
                <c:pt idx="6">
                  <c:v>Omvoh</c:v>
                </c:pt>
              </c:strCache>
            </c:strRef>
          </c:cat>
          <c:val>
            <c:numRef>
              <c:f>Sheet1!$E$2:$E$8</c:f>
              <c:numCache>
                <c:formatCode>0%</c:formatCode>
                <c:ptCount val="7"/>
                <c:pt idx="0">
                  <c:v>0.23642512540731475</c:v>
                </c:pt>
                <c:pt idx="1">
                  <c:v>5.3111700211710834E-2</c:v>
                </c:pt>
                <c:pt idx="2">
                  <c:v>2.1371412014181711E-2</c:v>
                </c:pt>
                <c:pt idx="3">
                  <c:v>0.32236900659092976</c:v>
                </c:pt>
                <c:pt idx="4">
                  <c:v>2.2506058983159997E-2</c:v>
                </c:pt>
                <c:pt idx="5">
                  <c:v>5.8718830574274267E-2</c:v>
                </c:pt>
                <c:pt idx="6">
                  <c:v>0.22832838580564696</c:v>
                </c:pt>
              </c:numCache>
            </c:numRef>
          </c:val>
          <c:extLst>
            <c:ext xmlns:c16="http://schemas.microsoft.com/office/drawing/2014/chart" uri="{C3380CC4-5D6E-409C-BE32-E72D297353CC}">
              <c16:uniqueId val="{0000000A-1B3B-43F2-90BE-EAF720D7A390}"/>
            </c:ext>
          </c:extLst>
        </c:ser>
        <c:ser>
          <c:idx val="4"/>
          <c:order val="4"/>
          <c:tx>
            <c:strRef>
              <c:f>Sheet1!$F$1</c:f>
              <c:strCache>
                <c:ptCount val="1"/>
                <c:pt idx="0">
                  <c:v>Coverage Unknown</c:v>
                </c:pt>
              </c:strCache>
            </c:strRef>
          </c:tx>
          <c:spPr>
            <a:solidFill>
              <a:schemeClr val="bg2">
                <a:lumMod val="95000"/>
              </a:schemeClr>
            </a:solidFill>
            <a:ln>
              <a:noFill/>
            </a:ln>
            <a:effectLst/>
          </c:spPr>
          <c:invertIfNegative val="0"/>
          <c:dLbls>
            <c:dLbl>
              <c:idx val="1"/>
              <c:layout>
                <c:manualLayout>
                  <c:x val="-2.2757778426849788E-17"/>
                  <c:y val="-5.6894925823800443E-3"/>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1B3B-43F2-90BE-EAF720D7A390}"/>
                </c:ext>
              </c:extLst>
            </c:dLbl>
            <c:dLbl>
              <c:idx val="2"/>
              <c:layout>
                <c:manualLayout>
                  <c:x val="-4.5515556853699575E-17"/>
                  <c:y val="-1.422373145595011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1B3B-43F2-90BE-EAF720D7A390}"/>
                </c:ext>
              </c:extLst>
            </c:dLbl>
            <c:dLbl>
              <c:idx val="4"/>
              <c:layout>
                <c:manualLayout>
                  <c:x val="0"/>
                  <c:y val="-1.13789851647600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1B3B-43F2-90BE-EAF720D7A390}"/>
                </c:ext>
              </c:extLst>
            </c:dLbl>
            <c:dLbl>
              <c:idx val="5"/>
              <c:layout>
                <c:manualLayout>
                  <c:x val="0"/>
                  <c:y val="-1.1378985164760087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229-44E9-B8A9-1902D71782F8}"/>
                </c:ext>
              </c:extLst>
            </c:dLbl>
            <c:spPr>
              <a:solidFill>
                <a:srgbClr val="D9D9D9"/>
              </a:solidFill>
              <a:ln>
                <a:noFill/>
              </a:ln>
              <a:effectLst/>
            </c:spPr>
            <c:txPr>
              <a:bodyPr rot="0" spcFirstLastPara="1" vertOverflow="ellipsis" vert="horz" wrap="square" lIns="38100" tIns="19050" rIns="38100" bIns="19050" anchor="ctr" anchorCtr="1">
                <a:spAutoFit/>
              </a:bodyPr>
              <a:lstStyle/>
              <a:p>
                <a:pPr>
                  <a:defRPr sz="70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Entyvio Pen</c:v>
                </c:pt>
                <c:pt idx="1">
                  <c:v>Skyrizi</c:v>
                </c:pt>
                <c:pt idx="2">
                  <c:v>Rinvoq*</c:v>
                </c:pt>
                <c:pt idx="3">
                  <c:v>Humira</c:v>
                </c:pt>
                <c:pt idx="4">
                  <c:v>Tremfya</c:v>
                </c:pt>
                <c:pt idx="5">
                  <c:v>Stelara</c:v>
                </c:pt>
                <c:pt idx="6">
                  <c:v>Omvoh</c:v>
                </c:pt>
              </c:strCache>
            </c:strRef>
          </c:cat>
          <c:val>
            <c:numRef>
              <c:f>Sheet1!$F$2:$F$8</c:f>
              <c:numCache>
                <c:formatCode>0%</c:formatCode>
                <c:ptCount val="7"/>
                <c:pt idx="0">
                  <c:v>4.1440596443714214E-2</c:v>
                </c:pt>
                <c:pt idx="1">
                  <c:v>1.8157537763649804E-2</c:v>
                </c:pt>
                <c:pt idx="2">
                  <c:v>1.2978235694014101E-2</c:v>
                </c:pt>
                <c:pt idx="3">
                  <c:v>9.5873157613489395E-3</c:v>
                </c:pt>
                <c:pt idx="4">
                  <c:v>6.0617398996508243E-3</c:v>
                </c:pt>
                <c:pt idx="5">
                  <c:v>1.1068437267182079E-2</c:v>
                </c:pt>
                <c:pt idx="6">
                  <c:v>3.3939843650742561E-2</c:v>
                </c:pt>
              </c:numCache>
            </c:numRef>
          </c:val>
          <c:extLst>
            <c:ext xmlns:c16="http://schemas.microsoft.com/office/drawing/2014/chart" uri="{C3380CC4-5D6E-409C-BE32-E72D297353CC}">
              <c16:uniqueId val="{00000010-1B3B-43F2-90BE-EAF720D7A390}"/>
            </c:ext>
          </c:extLst>
        </c:ser>
        <c:dLbls>
          <c:dLblPos val="ctr"/>
          <c:showLegendKey val="0"/>
          <c:showVal val="1"/>
          <c:showCatName val="0"/>
          <c:showSerName val="0"/>
          <c:showPercent val="0"/>
          <c:showBubbleSize val="0"/>
        </c:dLbls>
        <c:gapWidth val="115"/>
        <c:overlap val="100"/>
        <c:axId val="833646032"/>
        <c:axId val="833630672"/>
      </c:barChart>
      <c:catAx>
        <c:axId val="83364603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1800000" spcFirstLastPara="1" vertOverflow="ellipsis" wrap="square" anchor="ctr" anchorCtr="1"/>
          <a:lstStyle/>
          <a:p>
            <a:pPr>
              <a:defRPr sz="1197" b="0" i="0" u="none" strike="noStrike" kern="1200" baseline="0">
                <a:solidFill>
                  <a:schemeClr val="tx1"/>
                </a:solidFill>
                <a:latin typeface="+mn-lt"/>
                <a:ea typeface="+mn-ea"/>
                <a:cs typeface="+mn-cs"/>
              </a:defRPr>
            </a:pPr>
            <a:endParaRPr lang="en-US"/>
          </a:p>
        </c:txPr>
        <c:crossAx val="833630672"/>
        <c:crosses val="autoZero"/>
        <c:auto val="0"/>
        <c:lblAlgn val="ctr"/>
        <c:lblOffset val="100"/>
        <c:noMultiLvlLbl val="0"/>
      </c:catAx>
      <c:valAx>
        <c:axId val="83363067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8336460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2017691137062887E-2"/>
          <c:y val="2.8175768294324954E-2"/>
          <c:w val="0.88259089555695236"/>
          <c:h val="0.82703611307454195"/>
        </c:manualLayout>
      </c:layout>
      <c:barChart>
        <c:barDir val="col"/>
        <c:grouping val="clustered"/>
        <c:varyColors val="0"/>
        <c:ser>
          <c:idx val="0"/>
          <c:order val="0"/>
          <c:tx>
            <c:strRef>
              <c:f>Sheet1!$B$1</c:f>
              <c:strCache>
                <c:ptCount val="1"/>
                <c:pt idx="0">
                  <c:v>Submitted</c:v>
                </c:pt>
              </c:strCache>
            </c:strRef>
          </c:tx>
          <c:spPr>
            <a:solidFill>
              <a:srgbClr val="E34848"/>
            </a:solidFill>
            <a:ln>
              <a:noFill/>
            </a:ln>
            <a:effectLst/>
          </c:spPr>
          <c:invertIfNegative val="0"/>
          <c:dPt>
            <c:idx val="0"/>
            <c:invertIfNegative val="0"/>
            <c:bubble3D val="0"/>
            <c:spPr>
              <a:solidFill>
                <a:srgbClr val="9F1897"/>
              </a:solidFill>
              <a:ln>
                <a:noFill/>
              </a:ln>
              <a:effectLst/>
            </c:spPr>
            <c:extLst>
              <c:ext xmlns:c16="http://schemas.microsoft.com/office/drawing/2014/chart" uri="{C3380CC4-5D6E-409C-BE32-E72D297353CC}">
                <c16:uniqueId val="{00000001-1D2F-4CD6-AC5F-6CDBF88CDABC}"/>
              </c:ext>
            </c:extLst>
          </c:dPt>
          <c:dPt>
            <c:idx val="1"/>
            <c:invertIfNegative val="0"/>
            <c:bubble3D val="0"/>
            <c:spPr>
              <a:solidFill>
                <a:srgbClr val="CC32AF"/>
              </a:solidFill>
              <a:ln>
                <a:noFill/>
              </a:ln>
              <a:effectLst/>
            </c:spPr>
            <c:extLst>
              <c:ext xmlns:c16="http://schemas.microsoft.com/office/drawing/2014/chart" uri="{C3380CC4-5D6E-409C-BE32-E72D297353CC}">
                <c16:uniqueId val="{00000003-1D2F-4CD6-AC5F-6CDBF88CDABC}"/>
              </c:ext>
            </c:extLst>
          </c:dPt>
          <c:dPt>
            <c:idx val="2"/>
            <c:invertIfNegative val="0"/>
            <c:bubble3D val="0"/>
            <c:spPr>
              <a:solidFill>
                <a:schemeClr val="accent1">
                  <a:lumMod val="75000"/>
                </a:schemeClr>
              </a:solidFill>
              <a:ln>
                <a:noFill/>
              </a:ln>
              <a:effectLst/>
            </c:spPr>
            <c:extLst>
              <c:ext xmlns:c16="http://schemas.microsoft.com/office/drawing/2014/chart" uri="{C3380CC4-5D6E-409C-BE32-E72D297353CC}">
                <c16:uniqueId val="{00000005-1D2F-4CD6-AC5F-6CDBF88CDABC}"/>
              </c:ext>
            </c:extLst>
          </c:dPt>
          <c:dPt>
            <c:idx val="3"/>
            <c:invertIfNegative val="0"/>
            <c:bubble3D val="0"/>
            <c:spPr>
              <a:solidFill>
                <a:srgbClr val="A1A4AC"/>
              </a:solidFill>
              <a:ln>
                <a:noFill/>
              </a:ln>
              <a:effectLst/>
            </c:spPr>
            <c:extLst>
              <c:ext xmlns:c16="http://schemas.microsoft.com/office/drawing/2014/chart" uri="{C3380CC4-5D6E-409C-BE32-E72D297353CC}">
                <c16:uniqueId val="{00000007-1D2F-4CD6-AC5F-6CDBF88CDABC}"/>
              </c:ext>
            </c:extLst>
          </c:dPt>
          <c:dLbls>
            <c:dLbl>
              <c:idx val="0"/>
              <c:layout>
                <c:manualLayout>
                  <c:x val="-2.4071054402300677E-17"/>
                  <c:y val="8.962201221600595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D2F-4CD6-AC5F-6CDBF88CDABC}"/>
                </c:ext>
              </c:extLst>
            </c:dLbl>
            <c:dLbl>
              <c:idx val="1"/>
              <c:layout>
                <c:manualLayout>
                  <c:x val="0"/>
                  <c:y val="8.9174190820285534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D2F-4CD6-AC5F-6CDBF88CDABC}"/>
                </c:ext>
              </c:extLst>
            </c:dLbl>
            <c:dLbl>
              <c:idx val="2"/>
              <c:layout>
                <c:manualLayout>
                  <c:x val="-2.2833476693022792E-3"/>
                  <c:y val="8.933490720969042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1D2F-4CD6-AC5F-6CDBF88CDABC}"/>
                </c:ext>
              </c:extLst>
            </c:dLbl>
            <c:dLbl>
              <c:idx val="3"/>
              <c:layout>
                <c:manualLayout>
                  <c:x val="-9.6284217609202706E-17"/>
                  <c:y val="7.926594739580936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D2F-4CD6-AC5F-6CDBF88CDABC}"/>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Entyvio IV</c:v>
                </c:pt>
                <c:pt idx="1">
                  <c:v>Remicade</c:v>
                </c:pt>
                <c:pt idx="2">
                  <c:v>Infix. Biosim</c:v>
                </c:pt>
                <c:pt idx="3">
                  <c:v>Skyrizi IV*</c:v>
                </c:pt>
              </c:strCache>
            </c:strRef>
          </c:cat>
          <c:val>
            <c:numRef>
              <c:f>Sheet1!$B$2:$B$5</c:f>
              <c:numCache>
                <c:formatCode>0%</c:formatCode>
                <c:ptCount val="4"/>
                <c:pt idx="0">
                  <c:v>0.98737088076287982</c:v>
                </c:pt>
                <c:pt idx="1">
                  <c:v>0.99</c:v>
                </c:pt>
                <c:pt idx="2">
                  <c:v>0.98742529197814044</c:v>
                </c:pt>
                <c:pt idx="3">
                  <c:v>0.97</c:v>
                </c:pt>
              </c:numCache>
            </c:numRef>
          </c:val>
          <c:extLst>
            <c:ext xmlns:c16="http://schemas.microsoft.com/office/drawing/2014/chart" uri="{C3380CC4-5D6E-409C-BE32-E72D297353CC}">
              <c16:uniqueId val="{00000008-1D2F-4CD6-AC5F-6CDBF88CDABC}"/>
            </c:ext>
          </c:extLst>
        </c:ser>
        <c:dLbls>
          <c:showLegendKey val="0"/>
          <c:showVal val="0"/>
          <c:showCatName val="0"/>
          <c:showSerName val="0"/>
          <c:showPercent val="0"/>
          <c:showBubbleSize val="0"/>
        </c:dLbls>
        <c:gapWidth val="150"/>
        <c:axId val="922027088"/>
        <c:axId val="922038128"/>
      </c:barChart>
      <c:catAx>
        <c:axId val="922027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922038128"/>
        <c:crosses val="autoZero"/>
        <c:auto val="1"/>
        <c:lblAlgn val="ctr"/>
        <c:lblOffset val="100"/>
        <c:noMultiLvlLbl val="0"/>
      </c:catAx>
      <c:valAx>
        <c:axId val="922038128"/>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922027088"/>
        <c:crosses val="autoZero"/>
        <c:crossBetween val="between"/>
        <c:majorUnit val="0.5"/>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2017691137062887E-2"/>
          <c:y val="2.8175768294324954E-2"/>
          <c:w val="0.88259089555695236"/>
          <c:h val="0.82703611307454195"/>
        </c:manualLayout>
      </c:layout>
      <c:barChart>
        <c:barDir val="col"/>
        <c:grouping val="clustered"/>
        <c:varyColors val="0"/>
        <c:ser>
          <c:idx val="0"/>
          <c:order val="0"/>
          <c:tx>
            <c:strRef>
              <c:f>Sheet1!$B$1</c:f>
              <c:strCache>
                <c:ptCount val="1"/>
                <c:pt idx="0">
                  <c:v>Submitted</c:v>
                </c:pt>
              </c:strCache>
            </c:strRef>
          </c:tx>
          <c:spPr>
            <a:solidFill>
              <a:srgbClr val="E34848"/>
            </a:solidFill>
            <a:ln>
              <a:noFill/>
            </a:ln>
            <a:effectLst/>
          </c:spPr>
          <c:invertIfNegative val="0"/>
          <c:dPt>
            <c:idx val="0"/>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1-4084-4ACC-A0D3-D377131901F9}"/>
              </c:ext>
            </c:extLst>
          </c:dPt>
          <c:dPt>
            <c:idx val="1"/>
            <c:invertIfNegative val="0"/>
            <c:bubble3D val="0"/>
            <c:spPr>
              <a:solidFill>
                <a:srgbClr val="7D8394"/>
              </a:solidFill>
              <a:ln>
                <a:noFill/>
              </a:ln>
              <a:effectLst/>
            </c:spPr>
            <c:extLst>
              <c:ext xmlns:c16="http://schemas.microsoft.com/office/drawing/2014/chart" uri="{C3380CC4-5D6E-409C-BE32-E72D297353CC}">
                <c16:uniqueId val="{00000003-4084-4ACC-A0D3-D377131901F9}"/>
              </c:ext>
            </c:extLst>
          </c:dPt>
          <c:dPt>
            <c:idx val="2"/>
            <c:invertIfNegative val="0"/>
            <c:bubble3D val="0"/>
            <c:spPr>
              <a:solidFill>
                <a:schemeClr val="bg1">
                  <a:lumMod val="65000"/>
                </a:schemeClr>
              </a:solidFill>
              <a:ln>
                <a:noFill/>
              </a:ln>
              <a:effectLst/>
            </c:spPr>
            <c:extLst>
              <c:ext xmlns:c16="http://schemas.microsoft.com/office/drawing/2014/chart" uri="{C3380CC4-5D6E-409C-BE32-E72D297353CC}">
                <c16:uniqueId val="{00000005-4084-4ACC-A0D3-D377131901F9}"/>
              </c:ext>
            </c:extLst>
          </c:dPt>
          <c:dPt>
            <c:idx val="3"/>
            <c:invertIfNegative val="0"/>
            <c:bubble3D val="0"/>
            <c:spPr>
              <a:solidFill>
                <a:srgbClr val="A1A4AC"/>
              </a:solidFill>
              <a:ln>
                <a:noFill/>
              </a:ln>
              <a:effectLst/>
            </c:spPr>
            <c:extLst>
              <c:ext xmlns:c16="http://schemas.microsoft.com/office/drawing/2014/chart" uri="{C3380CC4-5D6E-409C-BE32-E72D297353CC}">
                <c16:uniqueId val="{00000007-4084-4ACC-A0D3-D377131901F9}"/>
              </c:ext>
            </c:extLst>
          </c:dPt>
          <c:dPt>
            <c:idx val="4"/>
            <c:invertIfNegative val="0"/>
            <c:bubble3D val="0"/>
            <c:spPr>
              <a:solidFill>
                <a:srgbClr val="9F1897"/>
              </a:solidFill>
              <a:ln>
                <a:noFill/>
              </a:ln>
              <a:effectLst/>
            </c:spPr>
            <c:extLst>
              <c:ext xmlns:c16="http://schemas.microsoft.com/office/drawing/2014/chart" uri="{C3380CC4-5D6E-409C-BE32-E72D297353CC}">
                <c16:uniqueId val="{00000009-4084-4ACC-A0D3-D377131901F9}"/>
              </c:ext>
            </c:extLst>
          </c:dPt>
          <c:dLbls>
            <c:dLbl>
              <c:idx val="0"/>
              <c:layout>
                <c:manualLayout>
                  <c:x val="-2.1651272882083014E-17"/>
                  <c:y val="0.2655921785873290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084-4ACC-A0D3-D377131901F9}"/>
                </c:ext>
              </c:extLst>
            </c:dLbl>
            <c:dLbl>
              <c:idx val="1"/>
              <c:layout>
                <c:manualLayout>
                  <c:x val="0"/>
                  <c:y val="0.27779321582489469"/>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084-4ACC-A0D3-D377131901F9}"/>
                </c:ext>
              </c:extLst>
            </c:dLbl>
            <c:dLbl>
              <c:idx val="2"/>
              <c:layout>
                <c:manualLayout>
                  <c:x val="-2.2833135106433431E-3"/>
                  <c:y val="0.27253830378690314"/>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084-4ACC-A0D3-D377131901F9}"/>
                </c:ext>
              </c:extLst>
            </c:dLbl>
            <c:dLbl>
              <c:idx val="3"/>
              <c:layout>
                <c:manualLayout>
                  <c:x val="-8.6605091528332055E-17"/>
                  <c:y val="0.26246871305451219"/>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084-4ACC-A0D3-D377131901F9}"/>
                </c:ext>
              </c:extLst>
            </c:dLbl>
            <c:dLbl>
              <c:idx val="4"/>
              <c:layout>
                <c:manualLayout>
                  <c:x val="0"/>
                  <c:y val="0.2758467566285879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4084-4ACC-A0D3-D377131901F9}"/>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Sheet1!$A$2:$A$6</c:f>
              <c:strCache>
                <c:ptCount val="5"/>
                <c:pt idx="0">
                  <c:v>Stelara</c:v>
                </c:pt>
                <c:pt idx="1">
                  <c:v>Humira</c:v>
                </c:pt>
                <c:pt idx="2">
                  <c:v>Ada. Biosim</c:v>
                </c:pt>
                <c:pt idx="3">
                  <c:v>Skyrizi</c:v>
                </c:pt>
                <c:pt idx="4">
                  <c:v>Entyvio Pen</c:v>
                </c:pt>
              </c:strCache>
            </c:strRef>
          </c:cat>
          <c:val>
            <c:numRef>
              <c:f>Sheet1!$B$2:$B$6</c:f>
              <c:numCache>
                <c:formatCode>0%</c:formatCode>
                <c:ptCount val="5"/>
                <c:pt idx="0">
                  <c:v>0.62</c:v>
                </c:pt>
                <c:pt idx="1">
                  <c:v>0.61</c:v>
                </c:pt>
                <c:pt idx="2">
                  <c:v>0.62</c:v>
                </c:pt>
                <c:pt idx="3">
                  <c:v>0.47</c:v>
                </c:pt>
                <c:pt idx="4">
                  <c:v>0.41</c:v>
                </c:pt>
              </c:numCache>
            </c:numRef>
          </c:val>
          <c:extLst>
            <c:ext xmlns:c16="http://schemas.microsoft.com/office/drawing/2014/chart" uri="{C3380CC4-5D6E-409C-BE32-E72D297353CC}">
              <c16:uniqueId val="{0000000A-4084-4ACC-A0D3-D377131901F9}"/>
            </c:ext>
          </c:extLst>
        </c:ser>
        <c:dLbls>
          <c:showLegendKey val="0"/>
          <c:showVal val="0"/>
          <c:showCatName val="0"/>
          <c:showSerName val="0"/>
          <c:showPercent val="0"/>
          <c:showBubbleSize val="0"/>
        </c:dLbls>
        <c:gapWidth val="150"/>
        <c:axId val="922027088"/>
        <c:axId val="922038128"/>
      </c:barChart>
      <c:catAx>
        <c:axId val="9220270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solidFill>
                <a:latin typeface="+mn-lt"/>
                <a:ea typeface="+mn-ea"/>
                <a:cs typeface="+mn-cs"/>
              </a:defRPr>
            </a:pPr>
            <a:endParaRPr lang="en-US"/>
          </a:p>
        </c:txPr>
        <c:crossAx val="922038128"/>
        <c:crosses val="autoZero"/>
        <c:auto val="1"/>
        <c:lblAlgn val="ctr"/>
        <c:lblOffset val="100"/>
        <c:noMultiLvlLbl val="0"/>
      </c:catAx>
      <c:valAx>
        <c:axId val="922038128"/>
        <c:scaling>
          <c:orientation val="minMax"/>
          <c:max val="1"/>
          <c:min val="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922027088"/>
        <c:crosses val="autoZero"/>
        <c:crossBetween val="between"/>
        <c:majorUnit val="0.5"/>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43301001479317"/>
          <c:y val="4.7531002943276009E-2"/>
          <c:w val="0.86979527933569833"/>
          <c:h val="0.58375045204546583"/>
        </c:manualLayout>
      </c:layout>
      <c:barChart>
        <c:barDir val="col"/>
        <c:grouping val="percentStacked"/>
        <c:varyColors val="0"/>
        <c:ser>
          <c:idx val="0"/>
          <c:order val="0"/>
          <c:tx>
            <c:strRef>
              <c:f>Sheet1!$B$1</c:f>
              <c:strCache>
                <c:ptCount val="1"/>
                <c:pt idx="0">
                  <c:v>Distribution Limitation</c:v>
                </c:pt>
              </c:strCache>
            </c:strRef>
          </c:tx>
          <c:spPr>
            <a:solidFill>
              <a:srgbClr val="9F189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Entyvio Pen</c:v>
                </c:pt>
                <c:pt idx="1">
                  <c:v>Skyrizi</c:v>
                </c:pt>
                <c:pt idx="2">
                  <c:v>Stelara</c:v>
                </c:pt>
                <c:pt idx="3">
                  <c:v>Tremfya</c:v>
                </c:pt>
              </c:strCache>
            </c:strRef>
          </c:cat>
          <c:val>
            <c:numRef>
              <c:f>Sheet1!$B$2:$B$5</c:f>
              <c:numCache>
                <c:formatCode>0%</c:formatCode>
                <c:ptCount val="4"/>
                <c:pt idx="0">
                  <c:v>0.17</c:v>
                </c:pt>
                <c:pt idx="1">
                  <c:v>0.21</c:v>
                </c:pt>
                <c:pt idx="2">
                  <c:v>0.254</c:v>
                </c:pt>
                <c:pt idx="3">
                  <c:v>0.16</c:v>
                </c:pt>
              </c:numCache>
            </c:numRef>
          </c:val>
          <c:extLst>
            <c:ext xmlns:c16="http://schemas.microsoft.com/office/drawing/2014/chart" uri="{C3380CC4-5D6E-409C-BE32-E72D297353CC}">
              <c16:uniqueId val="{00000000-6602-4258-BDDD-2E7D3410D42E}"/>
            </c:ext>
          </c:extLst>
        </c:ser>
        <c:ser>
          <c:idx val="1"/>
          <c:order val="1"/>
          <c:tx>
            <c:strRef>
              <c:f>Sheet1!$C$1</c:f>
              <c:strCache>
                <c:ptCount val="1"/>
                <c:pt idx="0">
                  <c:v>Plan Limitations Exceeded</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Entyvio Pen</c:v>
                </c:pt>
                <c:pt idx="1">
                  <c:v>Skyrizi</c:v>
                </c:pt>
                <c:pt idx="2">
                  <c:v>Stelara</c:v>
                </c:pt>
                <c:pt idx="3">
                  <c:v>Tremfya</c:v>
                </c:pt>
              </c:strCache>
            </c:strRef>
          </c:cat>
          <c:val>
            <c:numRef>
              <c:f>Sheet1!$C$2:$C$5</c:f>
              <c:numCache>
                <c:formatCode>0%</c:formatCode>
                <c:ptCount val="4"/>
                <c:pt idx="0">
                  <c:v>0.05</c:v>
                </c:pt>
                <c:pt idx="1">
                  <c:v>0.1</c:v>
                </c:pt>
                <c:pt idx="2">
                  <c:v>0.124</c:v>
                </c:pt>
                <c:pt idx="3">
                  <c:v>0.09</c:v>
                </c:pt>
              </c:numCache>
            </c:numRef>
          </c:val>
          <c:extLst>
            <c:ext xmlns:c16="http://schemas.microsoft.com/office/drawing/2014/chart" uri="{C3380CC4-5D6E-409C-BE32-E72D297353CC}">
              <c16:uniqueId val="{00000001-6602-4258-BDDD-2E7D3410D42E}"/>
            </c:ext>
          </c:extLst>
        </c:ser>
        <c:ser>
          <c:idx val="2"/>
          <c:order val="2"/>
          <c:tx>
            <c:strRef>
              <c:f>Sheet1!$D$1</c:f>
              <c:strCache>
                <c:ptCount val="1"/>
                <c:pt idx="0">
                  <c:v>Prior Authorization Required</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Entyvio Pen</c:v>
                </c:pt>
                <c:pt idx="1">
                  <c:v>Skyrizi</c:v>
                </c:pt>
                <c:pt idx="2">
                  <c:v>Stelara</c:v>
                </c:pt>
                <c:pt idx="3">
                  <c:v>Tremfya</c:v>
                </c:pt>
              </c:strCache>
            </c:strRef>
          </c:cat>
          <c:val>
            <c:numRef>
              <c:f>Sheet1!$D$2:$D$5</c:f>
              <c:numCache>
                <c:formatCode>0%</c:formatCode>
                <c:ptCount val="4"/>
                <c:pt idx="0">
                  <c:v>0.22</c:v>
                </c:pt>
                <c:pt idx="1">
                  <c:v>0.31</c:v>
                </c:pt>
                <c:pt idx="2">
                  <c:v>0.16200000000000001</c:v>
                </c:pt>
                <c:pt idx="3">
                  <c:v>0.5</c:v>
                </c:pt>
              </c:numCache>
            </c:numRef>
          </c:val>
          <c:extLst>
            <c:ext xmlns:c16="http://schemas.microsoft.com/office/drawing/2014/chart" uri="{C3380CC4-5D6E-409C-BE32-E72D297353CC}">
              <c16:uniqueId val="{00000002-6602-4258-BDDD-2E7D3410D42E}"/>
            </c:ext>
          </c:extLst>
        </c:ser>
        <c:ser>
          <c:idx val="3"/>
          <c:order val="3"/>
          <c:tx>
            <c:strRef>
              <c:f>Sheet1!$E$1</c:f>
              <c:strCache>
                <c:ptCount val="1"/>
                <c:pt idx="0">
                  <c:v>Product Not Covered</c:v>
                </c:pt>
              </c:strCache>
            </c:strRef>
          </c:tx>
          <c:spPr>
            <a:solidFill>
              <a:schemeClr val="accent5">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Entyvio Pen</c:v>
                </c:pt>
                <c:pt idx="1">
                  <c:v>Skyrizi</c:v>
                </c:pt>
                <c:pt idx="2">
                  <c:v>Stelara</c:v>
                </c:pt>
                <c:pt idx="3">
                  <c:v>Tremfya</c:v>
                </c:pt>
              </c:strCache>
            </c:strRef>
          </c:cat>
          <c:val>
            <c:numRef>
              <c:f>Sheet1!$E$2:$E$5</c:f>
              <c:numCache>
                <c:formatCode>0%</c:formatCode>
                <c:ptCount val="4"/>
                <c:pt idx="0">
                  <c:v>0.36199999999999999</c:v>
                </c:pt>
                <c:pt idx="1">
                  <c:v>0.14000000000000001</c:v>
                </c:pt>
                <c:pt idx="2">
                  <c:v>0.19</c:v>
                </c:pt>
                <c:pt idx="3">
                  <c:v>0.12</c:v>
                </c:pt>
              </c:numCache>
            </c:numRef>
          </c:val>
          <c:extLst>
            <c:ext xmlns:c16="http://schemas.microsoft.com/office/drawing/2014/chart" uri="{C3380CC4-5D6E-409C-BE32-E72D297353CC}">
              <c16:uniqueId val="{00000003-6602-4258-BDDD-2E7D3410D42E}"/>
            </c:ext>
          </c:extLst>
        </c:ser>
        <c:ser>
          <c:idx val="4"/>
          <c:order val="4"/>
          <c:tx>
            <c:strRef>
              <c:f>Sheet1!$F$1</c:f>
              <c:strCache>
                <c:ptCount val="1"/>
                <c:pt idx="0">
                  <c:v>Refill Restriction</c:v>
                </c:pt>
              </c:strCache>
            </c:strRef>
          </c:tx>
          <c:spPr>
            <a:solidFill>
              <a:schemeClr val="accent1">
                <a:lumMod val="7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Entyvio Pen</c:v>
                </c:pt>
                <c:pt idx="1">
                  <c:v>Skyrizi</c:v>
                </c:pt>
                <c:pt idx="2">
                  <c:v>Stelara</c:v>
                </c:pt>
                <c:pt idx="3">
                  <c:v>Tremfya</c:v>
                </c:pt>
              </c:strCache>
            </c:strRef>
          </c:cat>
          <c:val>
            <c:numRef>
              <c:f>Sheet1!$F$2:$F$5</c:f>
              <c:numCache>
                <c:formatCode>0%</c:formatCode>
                <c:ptCount val="4"/>
                <c:pt idx="0">
                  <c:v>0.16400000000000001</c:v>
                </c:pt>
                <c:pt idx="1">
                  <c:v>0.18</c:v>
                </c:pt>
                <c:pt idx="2">
                  <c:v>0.23</c:v>
                </c:pt>
                <c:pt idx="3">
                  <c:v>0.12</c:v>
                </c:pt>
              </c:numCache>
            </c:numRef>
          </c:val>
          <c:extLst>
            <c:ext xmlns:c16="http://schemas.microsoft.com/office/drawing/2014/chart" uri="{C3380CC4-5D6E-409C-BE32-E72D297353CC}">
              <c16:uniqueId val="{00000004-6602-4258-BDDD-2E7D3410D42E}"/>
            </c:ext>
          </c:extLst>
        </c:ser>
        <c:ser>
          <c:idx val="5"/>
          <c:order val="5"/>
          <c:tx>
            <c:strRef>
              <c:f>Sheet1!$G$1</c:f>
              <c:strCache>
                <c:ptCount val="1"/>
                <c:pt idx="0">
                  <c:v>Step Edit</c:v>
                </c:pt>
              </c:strCache>
            </c:strRef>
          </c:tx>
          <c:spPr>
            <a:solidFill>
              <a:srgbClr val="FFC80A"/>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Entyvio Pen</c:v>
                </c:pt>
                <c:pt idx="1">
                  <c:v>Skyrizi</c:v>
                </c:pt>
                <c:pt idx="2">
                  <c:v>Stelara</c:v>
                </c:pt>
                <c:pt idx="3">
                  <c:v>Tremfya</c:v>
                </c:pt>
              </c:strCache>
            </c:strRef>
          </c:cat>
          <c:val>
            <c:numRef>
              <c:f>Sheet1!$G$2:$G$5</c:f>
              <c:numCache>
                <c:formatCode>0%</c:formatCode>
                <c:ptCount val="4"/>
                <c:pt idx="0">
                  <c:v>3.4000000000000002E-2</c:v>
                </c:pt>
                <c:pt idx="1">
                  <c:v>0.06</c:v>
                </c:pt>
                <c:pt idx="2">
                  <c:v>0.04</c:v>
                </c:pt>
                <c:pt idx="3">
                  <c:v>0.01</c:v>
                </c:pt>
              </c:numCache>
            </c:numRef>
          </c:val>
          <c:extLst>
            <c:ext xmlns:c16="http://schemas.microsoft.com/office/drawing/2014/chart" uri="{C3380CC4-5D6E-409C-BE32-E72D297353CC}">
              <c16:uniqueId val="{00000005-6602-4258-BDDD-2E7D3410D42E}"/>
            </c:ext>
          </c:extLst>
        </c:ser>
        <c:dLbls>
          <c:dLblPos val="ctr"/>
          <c:showLegendKey val="0"/>
          <c:showVal val="1"/>
          <c:showCatName val="0"/>
          <c:showSerName val="0"/>
          <c:showPercent val="0"/>
          <c:showBubbleSize val="0"/>
        </c:dLbls>
        <c:gapWidth val="150"/>
        <c:overlap val="100"/>
        <c:axId val="251089119"/>
        <c:axId val="251106759"/>
      </c:barChart>
      <c:catAx>
        <c:axId val="2510891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251106759"/>
        <c:crosses val="autoZero"/>
        <c:auto val="1"/>
        <c:lblAlgn val="ctr"/>
        <c:lblOffset val="100"/>
        <c:noMultiLvlLbl val="0"/>
      </c:catAx>
      <c:valAx>
        <c:axId val="251106759"/>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251089119"/>
        <c:crosses val="autoZero"/>
        <c:crossBetween val="between"/>
      </c:valAx>
      <c:spPr>
        <a:noFill/>
        <a:ln>
          <a:noFill/>
        </a:ln>
        <a:effectLst/>
      </c:spPr>
    </c:plotArea>
    <c:legend>
      <c:legendPos val="b"/>
      <c:layout>
        <c:manualLayout>
          <c:xMode val="edge"/>
          <c:yMode val="edge"/>
          <c:x val="5.3661962622378899E-2"/>
          <c:y val="0.76920695181294185"/>
          <c:w val="0.84327888673565454"/>
          <c:h val="0.1921657821428278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43301001479317"/>
          <c:y val="4.7531002943276009E-2"/>
          <c:w val="0.86979527933569833"/>
          <c:h val="0.58526847318583397"/>
        </c:manualLayout>
      </c:layout>
      <c:barChart>
        <c:barDir val="col"/>
        <c:grouping val="percentStacked"/>
        <c:varyColors val="0"/>
        <c:ser>
          <c:idx val="0"/>
          <c:order val="0"/>
          <c:tx>
            <c:strRef>
              <c:f>Sheet1!$B$1</c:f>
              <c:strCache>
                <c:ptCount val="1"/>
                <c:pt idx="0">
                  <c:v>Distribution Limitation</c:v>
                </c:pt>
              </c:strCache>
            </c:strRef>
          </c:tx>
          <c:spPr>
            <a:solidFill>
              <a:srgbClr val="9F1897"/>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CVS Health</c:v>
                </c:pt>
                <c:pt idx="1">
                  <c:v>Express Scripts</c:v>
                </c:pt>
                <c:pt idx="2">
                  <c:v>Optum Rx</c:v>
                </c:pt>
                <c:pt idx="3">
                  <c:v>United Healthcare</c:v>
                </c:pt>
              </c:strCache>
            </c:strRef>
          </c:cat>
          <c:val>
            <c:numRef>
              <c:f>Sheet1!$B$2:$B$5</c:f>
              <c:numCache>
                <c:formatCode>0%</c:formatCode>
                <c:ptCount val="4"/>
                <c:pt idx="0">
                  <c:v>0.44</c:v>
                </c:pt>
                <c:pt idx="1">
                  <c:v>0.25</c:v>
                </c:pt>
                <c:pt idx="2">
                  <c:v>3.4000000000000002E-2</c:v>
                </c:pt>
                <c:pt idx="3">
                  <c:v>0.31</c:v>
                </c:pt>
              </c:numCache>
            </c:numRef>
          </c:val>
          <c:extLst>
            <c:ext xmlns:c16="http://schemas.microsoft.com/office/drawing/2014/chart" uri="{C3380CC4-5D6E-409C-BE32-E72D297353CC}">
              <c16:uniqueId val="{00000000-3E6F-4E58-B09D-874A51F9008B}"/>
            </c:ext>
          </c:extLst>
        </c:ser>
        <c:ser>
          <c:idx val="1"/>
          <c:order val="1"/>
          <c:tx>
            <c:strRef>
              <c:f>Sheet1!$C$1</c:f>
              <c:strCache>
                <c:ptCount val="1"/>
                <c:pt idx="0">
                  <c:v>Plan Limitations Exceeded</c:v>
                </c:pt>
              </c:strCache>
            </c:strRef>
          </c:tx>
          <c:spPr>
            <a:solidFill>
              <a:srgbClr val="00206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CVS Health</c:v>
                </c:pt>
                <c:pt idx="1">
                  <c:v>Express Scripts</c:v>
                </c:pt>
                <c:pt idx="2">
                  <c:v>Optum Rx</c:v>
                </c:pt>
                <c:pt idx="3">
                  <c:v>United Healthcare</c:v>
                </c:pt>
              </c:strCache>
            </c:strRef>
          </c:cat>
          <c:val>
            <c:numRef>
              <c:f>Sheet1!$C$2:$C$5</c:f>
              <c:numCache>
                <c:formatCode>0%</c:formatCode>
                <c:ptCount val="4"/>
                <c:pt idx="0">
                  <c:v>0.01</c:v>
                </c:pt>
                <c:pt idx="1">
                  <c:v>7.0000000000000007E-2</c:v>
                </c:pt>
                <c:pt idx="2">
                  <c:v>3.4000000000000002E-2</c:v>
                </c:pt>
                <c:pt idx="3">
                  <c:v>0.03</c:v>
                </c:pt>
              </c:numCache>
            </c:numRef>
          </c:val>
          <c:extLst>
            <c:ext xmlns:c16="http://schemas.microsoft.com/office/drawing/2014/chart" uri="{C3380CC4-5D6E-409C-BE32-E72D297353CC}">
              <c16:uniqueId val="{00000001-3E6F-4E58-B09D-874A51F9008B}"/>
            </c:ext>
          </c:extLst>
        </c:ser>
        <c:ser>
          <c:idx val="2"/>
          <c:order val="2"/>
          <c:tx>
            <c:strRef>
              <c:f>Sheet1!$D$1</c:f>
              <c:strCache>
                <c:ptCount val="1"/>
                <c:pt idx="0">
                  <c:v>Prior Authorization Required</c:v>
                </c:pt>
              </c:strCache>
            </c:strRef>
          </c:tx>
          <c:spPr>
            <a:solidFill>
              <a:schemeClr val="accent1">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CVS Health</c:v>
                </c:pt>
                <c:pt idx="1">
                  <c:v>Express Scripts</c:v>
                </c:pt>
                <c:pt idx="2">
                  <c:v>Optum Rx</c:v>
                </c:pt>
                <c:pt idx="3">
                  <c:v>United Healthcare</c:v>
                </c:pt>
              </c:strCache>
            </c:strRef>
          </c:cat>
          <c:val>
            <c:numRef>
              <c:f>Sheet1!$D$2:$D$5</c:f>
              <c:numCache>
                <c:formatCode>0%</c:formatCode>
                <c:ptCount val="4"/>
                <c:pt idx="0">
                  <c:v>0.05</c:v>
                </c:pt>
                <c:pt idx="1">
                  <c:v>0.09</c:v>
                </c:pt>
                <c:pt idx="2">
                  <c:v>0.20200000000000001</c:v>
                </c:pt>
                <c:pt idx="3">
                  <c:v>0.4</c:v>
                </c:pt>
              </c:numCache>
            </c:numRef>
          </c:val>
          <c:extLst>
            <c:ext xmlns:c16="http://schemas.microsoft.com/office/drawing/2014/chart" uri="{C3380CC4-5D6E-409C-BE32-E72D297353CC}">
              <c16:uniqueId val="{00000002-3E6F-4E58-B09D-874A51F9008B}"/>
            </c:ext>
          </c:extLst>
        </c:ser>
        <c:ser>
          <c:idx val="3"/>
          <c:order val="3"/>
          <c:tx>
            <c:strRef>
              <c:f>Sheet1!$E$1</c:f>
              <c:strCache>
                <c:ptCount val="1"/>
                <c:pt idx="0">
                  <c:v>Product Not Covered</c:v>
                </c:pt>
              </c:strCache>
            </c:strRef>
          </c:tx>
          <c:spPr>
            <a:solidFill>
              <a:schemeClr val="accent5">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CVS Health</c:v>
                </c:pt>
                <c:pt idx="1">
                  <c:v>Express Scripts</c:v>
                </c:pt>
                <c:pt idx="2">
                  <c:v>Optum Rx</c:v>
                </c:pt>
                <c:pt idx="3">
                  <c:v>United Healthcare</c:v>
                </c:pt>
              </c:strCache>
            </c:strRef>
          </c:cat>
          <c:val>
            <c:numRef>
              <c:f>Sheet1!$E$2:$E$5</c:f>
              <c:numCache>
                <c:formatCode>0%</c:formatCode>
                <c:ptCount val="4"/>
                <c:pt idx="0">
                  <c:v>0.37</c:v>
                </c:pt>
                <c:pt idx="1">
                  <c:v>0.28000000000000003</c:v>
                </c:pt>
                <c:pt idx="2">
                  <c:v>0.48</c:v>
                </c:pt>
                <c:pt idx="3">
                  <c:v>0.13</c:v>
                </c:pt>
              </c:numCache>
            </c:numRef>
          </c:val>
          <c:extLst>
            <c:ext xmlns:c16="http://schemas.microsoft.com/office/drawing/2014/chart" uri="{C3380CC4-5D6E-409C-BE32-E72D297353CC}">
              <c16:uniqueId val="{00000003-3E6F-4E58-B09D-874A51F9008B}"/>
            </c:ext>
          </c:extLst>
        </c:ser>
        <c:ser>
          <c:idx val="4"/>
          <c:order val="4"/>
          <c:tx>
            <c:strRef>
              <c:f>Sheet1!$F$1</c:f>
              <c:strCache>
                <c:ptCount val="1"/>
                <c:pt idx="0">
                  <c:v>Refill Restriction</c:v>
                </c:pt>
              </c:strCache>
            </c:strRef>
          </c:tx>
          <c:spPr>
            <a:solidFill>
              <a:schemeClr val="accent1">
                <a:lumMod val="75000"/>
              </a:schemeClr>
            </a:solidFill>
            <a:ln>
              <a:noFill/>
            </a:ln>
            <a:effectLst/>
          </c:spPr>
          <c:invertIfNegative val="0"/>
          <c:dLbls>
            <c:spPr>
              <a:solidFill>
                <a:schemeClr val="accent1">
                  <a:lumMod val="75000"/>
                </a:schemeClr>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CVS Health</c:v>
                </c:pt>
                <c:pt idx="1">
                  <c:v>Express Scripts</c:v>
                </c:pt>
                <c:pt idx="2">
                  <c:v>Optum Rx</c:v>
                </c:pt>
                <c:pt idx="3">
                  <c:v>United Healthcare</c:v>
                </c:pt>
              </c:strCache>
            </c:strRef>
          </c:cat>
          <c:val>
            <c:numRef>
              <c:f>Sheet1!$F$2:$F$5</c:f>
              <c:numCache>
                <c:formatCode>0%</c:formatCode>
                <c:ptCount val="4"/>
                <c:pt idx="0">
                  <c:v>0.05</c:v>
                </c:pt>
                <c:pt idx="1">
                  <c:v>0.25</c:v>
                </c:pt>
                <c:pt idx="2">
                  <c:v>0.08</c:v>
                </c:pt>
                <c:pt idx="3">
                  <c:v>0.04</c:v>
                </c:pt>
              </c:numCache>
            </c:numRef>
          </c:val>
          <c:extLst>
            <c:ext xmlns:c16="http://schemas.microsoft.com/office/drawing/2014/chart" uri="{C3380CC4-5D6E-409C-BE32-E72D297353CC}">
              <c16:uniqueId val="{00000004-3E6F-4E58-B09D-874A51F9008B}"/>
            </c:ext>
          </c:extLst>
        </c:ser>
        <c:ser>
          <c:idx val="5"/>
          <c:order val="5"/>
          <c:tx>
            <c:strRef>
              <c:f>Sheet1!$G$1</c:f>
              <c:strCache>
                <c:ptCount val="1"/>
                <c:pt idx="0">
                  <c:v>Step Edit</c:v>
                </c:pt>
              </c:strCache>
            </c:strRef>
          </c:tx>
          <c:spPr>
            <a:solidFill>
              <a:srgbClr val="FFC80A"/>
            </a:solidFill>
            <a:ln>
              <a:noFill/>
            </a:ln>
            <a:effectLst/>
          </c:spPr>
          <c:invertIfNegative val="0"/>
          <c:dLbls>
            <c:dLbl>
              <c:idx val="0"/>
              <c:layout>
                <c:manualLayout>
                  <c:x val="-7.9976099777870915E-2"/>
                  <c:y val="0"/>
                </c:manualLayout>
              </c:layout>
              <c:spPr>
                <a:solidFill>
                  <a:srgbClr val="FFC80A"/>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3E6F-4E58-B09D-874A51F9008B}"/>
                </c:ext>
              </c:extLst>
            </c:dLbl>
            <c:dLbl>
              <c:idx val="1"/>
              <c:spPr>
                <a:solidFill>
                  <a:srgbClr val="FFC80A"/>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6="http://schemas.microsoft.com/office/drawing/2014/chart" uri="{C3380CC4-5D6E-409C-BE32-E72D297353CC}">
                  <c16:uniqueId val="{00000006-3E6F-4E58-B09D-874A51F9008B}"/>
                </c:ext>
              </c:extLst>
            </c:dLbl>
            <c:dLbl>
              <c:idx val="2"/>
              <c:layout>
                <c:manualLayout>
                  <c:x val="-6.3510432176544646E-2"/>
                  <c:y val="3.862726604423035E-3"/>
                </c:manualLayout>
              </c:layout>
              <c:spPr>
                <a:solidFill>
                  <a:srgbClr val="FFC80A"/>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3E6F-4E58-B09D-874A51F9008B}"/>
                </c:ext>
              </c:extLst>
            </c:dLbl>
            <c:dLbl>
              <c:idx val="3"/>
              <c:layout>
                <c:manualLayout>
                  <c:x val="-4.9397002803979267E-2"/>
                  <c:y val="3.862726604423035E-3"/>
                </c:manualLayout>
              </c:layout>
              <c:spPr>
                <a:solidFill>
                  <a:srgbClr val="FFC80A"/>
                </a:solid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E6F-4E58-B09D-874A51F9008B}"/>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CVS Health</c:v>
                </c:pt>
                <c:pt idx="1">
                  <c:v>Express Scripts</c:v>
                </c:pt>
                <c:pt idx="2">
                  <c:v>Optum Rx</c:v>
                </c:pt>
                <c:pt idx="3">
                  <c:v>United Healthcare</c:v>
                </c:pt>
              </c:strCache>
            </c:strRef>
          </c:cat>
          <c:val>
            <c:numRef>
              <c:f>Sheet1!$G$2:$G$5</c:f>
              <c:numCache>
                <c:formatCode>0%</c:formatCode>
                <c:ptCount val="4"/>
                <c:pt idx="0">
                  <c:v>0</c:v>
                </c:pt>
                <c:pt idx="1">
                  <c:v>0.01</c:v>
                </c:pt>
                <c:pt idx="2">
                  <c:v>0.06</c:v>
                </c:pt>
                <c:pt idx="3">
                  <c:v>0.05</c:v>
                </c:pt>
              </c:numCache>
            </c:numRef>
          </c:val>
          <c:extLst>
            <c:ext xmlns:c16="http://schemas.microsoft.com/office/drawing/2014/chart" uri="{C3380CC4-5D6E-409C-BE32-E72D297353CC}">
              <c16:uniqueId val="{00000009-3E6F-4E58-B09D-874A51F9008B}"/>
            </c:ext>
          </c:extLst>
        </c:ser>
        <c:ser>
          <c:idx val="6"/>
          <c:order val="6"/>
          <c:tx>
            <c:strRef>
              <c:f>Sheet1!$H$1</c:f>
              <c:strCache>
                <c:ptCount val="1"/>
                <c:pt idx="0">
                  <c:v>All Other</c:v>
                </c:pt>
              </c:strCache>
            </c:strRef>
          </c:tx>
          <c:spPr>
            <a:solidFill>
              <a:srgbClr val="A3A1A8"/>
            </a:solidFill>
            <a:ln>
              <a:noFill/>
            </a:ln>
            <a:effectLst/>
          </c:spPr>
          <c:invertIfNegative val="0"/>
          <c:dLbls>
            <c:dLbl>
              <c:idx val="0"/>
              <c:layout>
                <c:manualLayout>
                  <c:x val="7.5271623320349104E-2"/>
                  <c:y val="3.862726604423035E-3"/>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E6F-4E58-B09D-874A51F9008B}"/>
                </c:ext>
              </c:extLst>
            </c:dLbl>
            <c:dLbl>
              <c:idx val="1"/>
              <c:layout>
                <c:manualLayout>
                  <c:x val="8.2328338006631738E-2"/>
                  <c:y val="0"/>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3E6F-4E58-B09D-874A51F9008B}"/>
                </c:ext>
              </c:extLst>
            </c:dLbl>
            <c:dLbl>
              <c:idx val="2"/>
              <c:layout>
                <c:manualLayout>
                  <c:x val="9.1737290921675471E-2"/>
                  <c:y val="-8.8519795429797386E-18"/>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E6F-4E58-B09D-874A51F9008B}"/>
                </c:ext>
              </c:extLst>
            </c:dLbl>
            <c:dLbl>
              <c:idx val="3"/>
              <c:layout>
                <c:manualLayout>
                  <c:x val="7.762386154911001E-2"/>
                  <c:y val="0"/>
                </c:manualLayout>
              </c:layout>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3E6F-4E58-B09D-874A51F9008B}"/>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CVS Health</c:v>
                </c:pt>
                <c:pt idx="1">
                  <c:v>Express Scripts</c:v>
                </c:pt>
                <c:pt idx="2">
                  <c:v>Optum Rx</c:v>
                </c:pt>
                <c:pt idx="3">
                  <c:v>United Healthcare</c:v>
                </c:pt>
              </c:strCache>
            </c:strRef>
          </c:cat>
          <c:val>
            <c:numRef>
              <c:f>Sheet1!$H$2:$H$5</c:f>
              <c:numCache>
                <c:formatCode>0%</c:formatCode>
                <c:ptCount val="4"/>
                <c:pt idx="0">
                  <c:v>0.08</c:v>
                </c:pt>
                <c:pt idx="1">
                  <c:v>0.05</c:v>
                </c:pt>
                <c:pt idx="2">
                  <c:v>0.11</c:v>
                </c:pt>
                <c:pt idx="3">
                  <c:v>0.04</c:v>
                </c:pt>
              </c:numCache>
            </c:numRef>
          </c:val>
          <c:extLst>
            <c:ext xmlns:c16="http://schemas.microsoft.com/office/drawing/2014/chart" uri="{C3380CC4-5D6E-409C-BE32-E72D297353CC}">
              <c16:uniqueId val="{0000000E-3E6F-4E58-B09D-874A51F9008B}"/>
            </c:ext>
          </c:extLst>
        </c:ser>
        <c:dLbls>
          <c:dLblPos val="ctr"/>
          <c:showLegendKey val="0"/>
          <c:showVal val="1"/>
          <c:showCatName val="0"/>
          <c:showSerName val="0"/>
          <c:showPercent val="0"/>
          <c:showBubbleSize val="0"/>
        </c:dLbls>
        <c:gapWidth val="150"/>
        <c:overlap val="100"/>
        <c:axId val="251089119"/>
        <c:axId val="251106759"/>
      </c:barChart>
      <c:catAx>
        <c:axId val="2510891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crossAx val="251106759"/>
        <c:crosses val="autoZero"/>
        <c:auto val="1"/>
        <c:lblAlgn val="ctr"/>
        <c:lblOffset val="100"/>
        <c:noMultiLvlLbl val="0"/>
      </c:catAx>
      <c:valAx>
        <c:axId val="251106759"/>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251089119"/>
        <c:crosses val="autoZero"/>
        <c:crossBetween val="between"/>
      </c:valAx>
      <c:spPr>
        <a:noFill/>
        <a:ln>
          <a:noFill/>
        </a:ln>
        <a:effectLst/>
      </c:spPr>
    </c:plotArea>
    <c:legend>
      <c:legendPos val="b"/>
      <c:layout>
        <c:manualLayout>
          <c:xMode val="edge"/>
          <c:yMode val="edge"/>
          <c:x val="5.1309724393617966E-2"/>
          <c:y val="0.76116122686279986"/>
          <c:w val="0.92325498651352544"/>
          <c:h val="0.215662413510661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1-F78F-474B-A21D-2B3F75624350}"/>
              </c:ext>
            </c:extLst>
          </c:dPt>
          <c:dPt>
            <c:idx val="1"/>
            <c:bubble3D val="0"/>
            <c:spPr>
              <a:solidFill>
                <a:srgbClr val="B1254A"/>
              </a:solidFill>
              <a:ln w="19050">
                <a:solidFill>
                  <a:schemeClr val="lt1"/>
                </a:solidFill>
              </a:ln>
              <a:effectLst/>
            </c:spPr>
            <c:extLst>
              <c:ext xmlns:c16="http://schemas.microsoft.com/office/drawing/2014/chart" uri="{C3380CC4-5D6E-409C-BE32-E72D297353CC}">
                <c16:uniqueId val="{00000003-F78F-474B-A21D-2B3F75624350}"/>
              </c:ext>
            </c:extLst>
          </c:dPt>
          <c:cat>
            <c:strRef>
              <c:f>Sheet1!$A$2:$A$3</c:f>
              <c:strCache>
                <c:ptCount val="2"/>
                <c:pt idx="0">
                  <c:v>1st Qtr</c:v>
                </c:pt>
                <c:pt idx="1">
                  <c:v>2nd Qtr</c:v>
                </c:pt>
              </c:strCache>
            </c:strRef>
          </c:cat>
          <c:val>
            <c:numRef>
              <c:f>Sheet1!$B$2:$B$3</c:f>
              <c:numCache>
                <c:formatCode>General</c:formatCode>
                <c:ptCount val="2"/>
                <c:pt idx="0">
                  <c:v>60</c:v>
                </c:pt>
                <c:pt idx="1">
                  <c:v>40</c:v>
                </c:pt>
              </c:numCache>
            </c:numRef>
          </c:val>
          <c:extLst>
            <c:ext xmlns:c16="http://schemas.microsoft.com/office/drawing/2014/chart" uri="{C3380CC4-5D6E-409C-BE32-E72D297353CC}">
              <c16:uniqueId val="{00000004-F78F-474B-A21D-2B3F75624350}"/>
            </c:ext>
          </c:extLst>
        </c:ser>
        <c:dLbls>
          <c:showLegendKey val="0"/>
          <c:showVal val="0"/>
          <c:showCatName val="0"/>
          <c:showSerName val="0"/>
          <c:showPercent val="0"/>
          <c:showBubbleSize val="0"/>
          <c:showLeaderLines val="1"/>
        </c:dLbls>
        <c:firstSliceAng val="0"/>
        <c:holeSize val="61"/>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1-4D65-4992-8018-C9337AFCD08E}"/>
              </c:ext>
            </c:extLst>
          </c:dPt>
          <c:dPt>
            <c:idx val="1"/>
            <c:bubble3D val="0"/>
            <c:spPr>
              <a:solidFill>
                <a:srgbClr val="750B4D"/>
              </a:solidFill>
              <a:ln w="19050">
                <a:solidFill>
                  <a:schemeClr val="lt1"/>
                </a:solidFill>
              </a:ln>
              <a:effectLst/>
            </c:spPr>
            <c:extLst>
              <c:ext xmlns:c16="http://schemas.microsoft.com/office/drawing/2014/chart" uri="{C3380CC4-5D6E-409C-BE32-E72D297353CC}">
                <c16:uniqueId val="{00000003-4D65-4992-8018-C9337AFCD08E}"/>
              </c:ext>
            </c:extLst>
          </c:dPt>
          <c:cat>
            <c:strRef>
              <c:f>Sheet1!$A$2:$A$3</c:f>
              <c:strCache>
                <c:ptCount val="2"/>
                <c:pt idx="0">
                  <c:v>1st Qtr</c:v>
                </c:pt>
                <c:pt idx="1">
                  <c:v>2nd Qtr</c:v>
                </c:pt>
              </c:strCache>
            </c:strRef>
          </c:cat>
          <c:val>
            <c:numRef>
              <c:f>Sheet1!$B$2:$B$3</c:f>
              <c:numCache>
                <c:formatCode>General</c:formatCode>
                <c:ptCount val="2"/>
                <c:pt idx="0">
                  <c:v>74</c:v>
                </c:pt>
                <c:pt idx="1">
                  <c:v>26</c:v>
                </c:pt>
              </c:numCache>
            </c:numRef>
          </c:val>
          <c:extLst>
            <c:ext xmlns:c16="http://schemas.microsoft.com/office/drawing/2014/chart" uri="{C3380CC4-5D6E-409C-BE32-E72D297353CC}">
              <c16:uniqueId val="{00000004-4D65-4992-8018-C9337AFCD08E}"/>
            </c:ext>
          </c:extLst>
        </c:ser>
        <c:dLbls>
          <c:showLegendKey val="0"/>
          <c:showVal val="0"/>
          <c:showCatName val="0"/>
          <c:showSerName val="0"/>
          <c:showPercent val="0"/>
          <c:showBubbleSize val="0"/>
          <c:showLeaderLines val="1"/>
        </c:dLbls>
        <c:firstSliceAng val="0"/>
        <c:holeSize val="61"/>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1-2756-48AA-9F62-0BA4C65296E3}"/>
              </c:ext>
            </c:extLst>
          </c:dPt>
          <c:dPt>
            <c:idx val="1"/>
            <c:bubble3D val="0"/>
            <c:spPr>
              <a:solidFill>
                <a:srgbClr val="B1254A"/>
              </a:solidFill>
              <a:ln w="19050">
                <a:solidFill>
                  <a:schemeClr val="lt1"/>
                </a:solidFill>
              </a:ln>
              <a:effectLst/>
            </c:spPr>
            <c:extLst>
              <c:ext xmlns:c16="http://schemas.microsoft.com/office/drawing/2014/chart" uri="{C3380CC4-5D6E-409C-BE32-E72D297353CC}">
                <c16:uniqueId val="{00000003-2756-48AA-9F62-0BA4C65296E3}"/>
              </c:ext>
            </c:extLst>
          </c:dPt>
          <c:cat>
            <c:strRef>
              <c:f>Sheet1!$A$2:$A$3</c:f>
              <c:strCache>
                <c:ptCount val="2"/>
                <c:pt idx="0">
                  <c:v>1st Qtr</c:v>
                </c:pt>
                <c:pt idx="1">
                  <c:v>2nd Qtr</c:v>
                </c:pt>
              </c:strCache>
            </c:strRef>
          </c:cat>
          <c:val>
            <c:numRef>
              <c:f>Sheet1!$B$2:$B$3</c:f>
              <c:numCache>
                <c:formatCode>General</c:formatCode>
                <c:ptCount val="2"/>
                <c:pt idx="0">
                  <c:v>74</c:v>
                </c:pt>
                <c:pt idx="1">
                  <c:v>26</c:v>
                </c:pt>
              </c:numCache>
            </c:numRef>
          </c:val>
          <c:extLst>
            <c:ext xmlns:c16="http://schemas.microsoft.com/office/drawing/2014/chart" uri="{C3380CC4-5D6E-409C-BE32-E72D297353CC}">
              <c16:uniqueId val="{00000004-2756-48AA-9F62-0BA4C65296E3}"/>
            </c:ext>
          </c:extLst>
        </c:ser>
        <c:dLbls>
          <c:showLegendKey val="0"/>
          <c:showVal val="0"/>
          <c:showCatName val="0"/>
          <c:showSerName val="0"/>
          <c:showPercent val="0"/>
          <c:showBubbleSize val="0"/>
          <c:showLeaderLines val="1"/>
        </c:dLbls>
        <c:firstSliceAng val="0"/>
        <c:holeSize val="61"/>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1-946A-4470-B9E5-2A656AF36A52}"/>
              </c:ext>
            </c:extLst>
          </c:dPt>
          <c:dPt>
            <c:idx val="1"/>
            <c:bubble3D val="0"/>
            <c:spPr>
              <a:solidFill>
                <a:srgbClr val="B1254A"/>
              </a:solidFill>
              <a:ln w="19050">
                <a:solidFill>
                  <a:schemeClr val="lt1"/>
                </a:solidFill>
              </a:ln>
              <a:effectLst/>
            </c:spPr>
            <c:extLst>
              <c:ext xmlns:c16="http://schemas.microsoft.com/office/drawing/2014/chart" uri="{C3380CC4-5D6E-409C-BE32-E72D297353CC}">
                <c16:uniqueId val="{00000003-946A-4470-B9E5-2A656AF36A52}"/>
              </c:ext>
            </c:extLst>
          </c:dPt>
          <c:cat>
            <c:strRef>
              <c:f>Sheet1!$A$2:$A$3</c:f>
              <c:strCache>
                <c:ptCount val="2"/>
                <c:pt idx="0">
                  <c:v>1st Qtr</c:v>
                </c:pt>
                <c:pt idx="1">
                  <c:v>2nd Qtr</c:v>
                </c:pt>
              </c:strCache>
            </c:strRef>
          </c:cat>
          <c:val>
            <c:numRef>
              <c:f>Sheet1!$B$2:$B$3</c:f>
              <c:numCache>
                <c:formatCode>General</c:formatCode>
                <c:ptCount val="2"/>
                <c:pt idx="0">
                  <c:v>49</c:v>
                </c:pt>
                <c:pt idx="1">
                  <c:v>51</c:v>
                </c:pt>
              </c:numCache>
            </c:numRef>
          </c:val>
          <c:extLst>
            <c:ext xmlns:c16="http://schemas.microsoft.com/office/drawing/2014/chart" uri="{C3380CC4-5D6E-409C-BE32-E72D297353CC}">
              <c16:uniqueId val="{00000004-946A-4470-B9E5-2A656AF36A52}"/>
            </c:ext>
          </c:extLst>
        </c:ser>
        <c:dLbls>
          <c:showLegendKey val="0"/>
          <c:showVal val="0"/>
          <c:showCatName val="0"/>
          <c:showSerName val="0"/>
          <c:showPercent val="0"/>
          <c:showBubbleSize val="0"/>
          <c:showLeaderLines val="1"/>
        </c:dLbls>
        <c:firstSliceAng val="0"/>
        <c:holeSize val="61"/>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1-3EF8-4682-BC8F-BBD10418F119}"/>
              </c:ext>
            </c:extLst>
          </c:dPt>
          <c:dPt>
            <c:idx val="1"/>
            <c:bubble3D val="0"/>
            <c:spPr>
              <a:solidFill>
                <a:srgbClr val="750B4D"/>
              </a:solidFill>
              <a:ln w="19050">
                <a:solidFill>
                  <a:schemeClr val="lt1"/>
                </a:solidFill>
              </a:ln>
              <a:effectLst/>
            </c:spPr>
            <c:extLst>
              <c:ext xmlns:c16="http://schemas.microsoft.com/office/drawing/2014/chart" uri="{C3380CC4-5D6E-409C-BE32-E72D297353CC}">
                <c16:uniqueId val="{00000003-3EF8-4682-BC8F-BBD10418F119}"/>
              </c:ext>
            </c:extLst>
          </c:dPt>
          <c:cat>
            <c:strRef>
              <c:f>Sheet1!$A$2:$A$3</c:f>
              <c:strCache>
                <c:ptCount val="2"/>
                <c:pt idx="0">
                  <c:v>1st Qtr</c:v>
                </c:pt>
                <c:pt idx="1">
                  <c:v>2nd Qtr</c:v>
                </c:pt>
              </c:strCache>
            </c:strRef>
          </c:cat>
          <c:val>
            <c:numRef>
              <c:f>Sheet1!$B$2:$B$3</c:f>
              <c:numCache>
                <c:formatCode>General</c:formatCode>
                <c:ptCount val="2"/>
                <c:pt idx="0">
                  <c:v>11</c:v>
                </c:pt>
                <c:pt idx="1">
                  <c:v>89</c:v>
                </c:pt>
              </c:numCache>
            </c:numRef>
          </c:val>
          <c:extLst>
            <c:ext xmlns:c16="http://schemas.microsoft.com/office/drawing/2014/chart" uri="{C3380CC4-5D6E-409C-BE32-E72D297353CC}">
              <c16:uniqueId val="{00000004-3EF8-4682-BC8F-BBD10418F119}"/>
            </c:ext>
          </c:extLst>
        </c:ser>
        <c:dLbls>
          <c:showLegendKey val="0"/>
          <c:showVal val="0"/>
          <c:showCatName val="0"/>
          <c:showSerName val="0"/>
          <c:showPercent val="0"/>
          <c:showBubbleSize val="0"/>
          <c:showLeaderLines val="1"/>
        </c:dLbls>
        <c:firstSliceAng val="0"/>
        <c:holeSize val="61"/>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1-79AC-48A6-9749-11D3A4908D3D}"/>
              </c:ext>
            </c:extLst>
          </c:dPt>
          <c:dPt>
            <c:idx val="1"/>
            <c:bubble3D val="0"/>
            <c:spPr>
              <a:solidFill>
                <a:srgbClr val="750B4D"/>
              </a:solidFill>
              <a:ln w="19050">
                <a:solidFill>
                  <a:schemeClr val="lt1"/>
                </a:solidFill>
              </a:ln>
              <a:effectLst/>
            </c:spPr>
            <c:extLst>
              <c:ext xmlns:c16="http://schemas.microsoft.com/office/drawing/2014/chart" uri="{C3380CC4-5D6E-409C-BE32-E72D297353CC}">
                <c16:uniqueId val="{00000003-79AC-48A6-9749-11D3A4908D3D}"/>
              </c:ext>
            </c:extLst>
          </c:dPt>
          <c:cat>
            <c:strRef>
              <c:f>Sheet1!$A$2:$A$3</c:f>
              <c:strCache>
                <c:ptCount val="2"/>
                <c:pt idx="0">
                  <c:v>1st Qtr</c:v>
                </c:pt>
                <c:pt idx="1">
                  <c:v>2nd Qtr</c:v>
                </c:pt>
              </c:strCache>
            </c:strRef>
          </c:cat>
          <c:val>
            <c:numRef>
              <c:f>Sheet1!$B$2:$B$3</c:f>
              <c:numCache>
                <c:formatCode>General</c:formatCode>
                <c:ptCount val="2"/>
                <c:pt idx="0">
                  <c:v>82</c:v>
                </c:pt>
                <c:pt idx="1">
                  <c:v>18</c:v>
                </c:pt>
              </c:numCache>
            </c:numRef>
          </c:val>
          <c:extLst>
            <c:ext xmlns:c16="http://schemas.microsoft.com/office/drawing/2014/chart" uri="{C3380CC4-5D6E-409C-BE32-E72D297353CC}">
              <c16:uniqueId val="{00000004-79AC-48A6-9749-11D3A4908D3D}"/>
            </c:ext>
          </c:extLst>
        </c:ser>
        <c:dLbls>
          <c:showLegendKey val="0"/>
          <c:showVal val="0"/>
          <c:showCatName val="0"/>
          <c:showSerName val="0"/>
          <c:showPercent val="0"/>
          <c:showBubbleSize val="0"/>
          <c:showLeaderLines val="1"/>
        </c:dLbls>
        <c:firstSliceAng val="0"/>
        <c:holeSize val="61"/>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Column1</c:v>
                </c:pt>
              </c:strCache>
            </c:strRef>
          </c:tx>
          <c:spPr>
            <a:solidFill>
              <a:srgbClr val="D921D0"/>
            </a:solidFill>
            <a:ln w="19050">
              <a:solidFill>
                <a:schemeClr val="lt1"/>
              </a:solidFill>
            </a:ln>
            <a:effectLst/>
          </c:spPr>
          <c:invertIfNegative val="0"/>
          <c:dPt>
            <c:idx val="0"/>
            <c:invertIfNegative val="0"/>
            <c:bubble3D val="0"/>
            <c:spPr>
              <a:solidFill>
                <a:srgbClr val="D921D0"/>
              </a:solidFill>
              <a:ln w="19050">
                <a:solidFill>
                  <a:schemeClr val="lt1"/>
                </a:solidFill>
              </a:ln>
              <a:effectLst/>
            </c:spPr>
            <c:extLst>
              <c:ext xmlns:c16="http://schemas.microsoft.com/office/drawing/2014/chart" uri="{C3380CC4-5D6E-409C-BE32-E72D297353CC}">
                <c16:uniqueId val="{00000001-A1E3-4025-A894-760215E65FC8}"/>
              </c:ext>
            </c:extLst>
          </c:dPt>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Sheet1!$B$2</c:f>
              <c:numCache>
                <c:formatCode>0%</c:formatCode>
                <c:ptCount val="1"/>
                <c:pt idx="0">
                  <c:v>0.56999999999999995</c:v>
                </c:pt>
              </c:numCache>
            </c:numRef>
          </c:val>
          <c:extLst>
            <c:ext xmlns:c16="http://schemas.microsoft.com/office/drawing/2014/chart" uri="{C3380CC4-5D6E-409C-BE32-E72D297353CC}">
              <c16:uniqueId val="{00000004-A1E3-4025-A894-760215E65FC8}"/>
            </c:ext>
          </c:extLst>
        </c:ser>
        <c:ser>
          <c:idx val="1"/>
          <c:order val="1"/>
          <c:tx>
            <c:strRef>
              <c:f>Sheet1!$C$1</c:f>
              <c:strCache>
                <c:ptCount val="1"/>
                <c:pt idx="0">
                  <c:v>Column2</c:v>
                </c:pt>
              </c:strCache>
            </c:strRef>
          </c:tx>
          <c:spPr>
            <a:solidFill>
              <a:srgbClr val="D9D9D9"/>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c:f>
              <c:numCache>
                <c:formatCode>General</c:formatCode>
                <c:ptCount val="1"/>
              </c:numCache>
            </c:numRef>
          </c:cat>
          <c:val>
            <c:numRef>
              <c:f>Sheet1!$C$2</c:f>
              <c:numCache>
                <c:formatCode>0%</c:formatCode>
                <c:ptCount val="1"/>
                <c:pt idx="0">
                  <c:v>0.43</c:v>
                </c:pt>
              </c:numCache>
            </c:numRef>
          </c:val>
          <c:extLst>
            <c:ext xmlns:c16="http://schemas.microsoft.com/office/drawing/2014/chart" uri="{C3380CC4-5D6E-409C-BE32-E72D297353CC}">
              <c16:uniqueId val="{00000000-5F8A-426C-B3E8-521CF1F40383}"/>
            </c:ext>
          </c:extLst>
        </c:ser>
        <c:dLbls>
          <c:dLblPos val="ctr"/>
          <c:showLegendKey val="0"/>
          <c:showVal val="1"/>
          <c:showCatName val="0"/>
          <c:showSerName val="0"/>
          <c:showPercent val="0"/>
          <c:showBubbleSize val="0"/>
        </c:dLbls>
        <c:gapWidth val="100"/>
        <c:overlap val="100"/>
        <c:axId val="228327440"/>
        <c:axId val="228306320"/>
      </c:barChart>
      <c:valAx>
        <c:axId val="228306320"/>
        <c:scaling>
          <c:orientation val="minMax"/>
        </c:scaling>
        <c:delete val="1"/>
        <c:axPos val="b"/>
        <c:numFmt formatCode="0%" sourceLinked="1"/>
        <c:majorTickMark val="out"/>
        <c:minorTickMark val="none"/>
        <c:tickLblPos val="nextTo"/>
        <c:crossAx val="228327440"/>
        <c:crosses val="autoZero"/>
        <c:crossBetween val="between"/>
      </c:valAx>
      <c:catAx>
        <c:axId val="228327440"/>
        <c:scaling>
          <c:orientation val="minMax"/>
        </c:scaling>
        <c:delete val="1"/>
        <c:axPos val="l"/>
        <c:numFmt formatCode="General" sourceLinked="1"/>
        <c:majorTickMark val="out"/>
        <c:minorTickMark val="none"/>
        <c:tickLblPos val="nextTo"/>
        <c:crossAx val="228306320"/>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pPr>
      <a:endParaRPr lang="en-US"/>
    </a:p>
  </c:txPr>
</c:chartSpace>
</file>

<file path=ppt/charts/chart6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Column1</c:v>
                </c:pt>
              </c:strCache>
            </c:strRef>
          </c:tx>
          <c:dPt>
            <c:idx val="0"/>
            <c:bubble3D val="0"/>
            <c:spPr>
              <a:solidFill>
                <a:srgbClr val="D921D0"/>
              </a:solidFill>
              <a:ln w="19050">
                <a:solidFill>
                  <a:schemeClr val="lt1"/>
                </a:solidFill>
              </a:ln>
              <a:effectLst/>
            </c:spPr>
            <c:extLst>
              <c:ext xmlns:c16="http://schemas.microsoft.com/office/drawing/2014/chart" uri="{C3380CC4-5D6E-409C-BE32-E72D297353CC}">
                <c16:uniqueId val="{00000001-DFB7-4EFD-A103-C39B797FF57E}"/>
              </c:ext>
            </c:extLst>
          </c:dPt>
          <c:dPt>
            <c:idx val="1"/>
            <c:bubble3D val="0"/>
            <c:spPr>
              <a:solidFill>
                <a:srgbClr val="D9D9D9"/>
              </a:solidFill>
              <a:ln w="19050">
                <a:solidFill>
                  <a:schemeClr val="lt1"/>
                </a:solidFill>
              </a:ln>
              <a:effectLst/>
            </c:spPr>
            <c:extLst>
              <c:ext xmlns:c16="http://schemas.microsoft.com/office/drawing/2014/chart" uri="{C3380CC4-5D6E-409C-BE32-E72D297353CC}">
                <c16:uniqueId val="{00000003-DFB7-4EFD-A103-C39B797FF57E}"/>
              </c:ext>
            </c:extLst>
          </c:dPt>
          <c:dLbls>
            <c:dLbl>
              <c:idx val="0"/>
              <c:tx>
                <c:rich>
                  <a:bodyPr/>
                  <a:lstStyle/>
                  <a:p>
                    <a:fld id="{CB1A356B-8E2D-4CCC-9EBF-9EE6516D8525}" type="VALUE">
                      <a:rPr lang="en-US"/>
                      <a:pPr/>
                      <a:t>[VALUE]</a:t>
                    </a:fld>
                    <a:endParaRPr lang="en-US"/>
                  </a:p>
                </c:rich>
              </c:tx>
              <c:dLblPos val="ctr"/>
              <c:showLegendKey val="0"/>
              <c:showVal val="1"/>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DFB7-4EFD-A103-C39B797FF57E}"/>
                </c:ext>
              </c:extLst>
            </c:dLbl>
            <c:dLbl>
              <c:idx val="1"/>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FB7-4EFD-A103-C39B797FF57E}"/>
                </c:ext>
              </c:extLst>
            </c:dLbl>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 WOULD PRESCRIBE SUBCUTANEOUS </c:v>
                </c:pt>
                <c:pt idx="1">
                  <c:v>% WOULD PRESCRIBE INTRAVENOUS</c:v>
                </c:pt>
              </c:strCache>
            </c:strRef>
          </c:cat>
          <c:val>
            <c:numRef>
              <c:f>Sheet1!$B$2:$B$3</c:f>
              <c:numCache>
                <c:formatCode>General</c:formatCode>
                <c:ptCount val="2"/>
              </c:numCache>
            </c:numRef>
          </c:val>
          <c:extLst>
            <c:ext xmlns:c16="http://schemas.microsoft.com/office/drawing/2014/chart" uri="{C3380CC4-5D6E-409C-BE32-E72D297353CC}">
              <c16:uniqueId val="{00000004-DFB7-4EFD-A103-C39B797FF57E}"/>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r"/>
      <c:layout>
        <c:manualLayout>
          <c:xMode val="edge"/>
          <c:yMode val="edge"/>
          <c:x val="0"/>
          <c:y val="0"/>
          <c:w val="1"/>
          <c:h val="1"/>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pPr>
      <a:endParaRPr lang="en-US"/>
    </a:p>
  </c:txPr>
</c:chartSpace>
</file>

<file path=ppt/charts/chart6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9251230748940628E-2"/>
          <c:y val="0.14342354321016326"/>
          <c:w val="0.87055881627546716"/>
          <c:h val="0.55298993195067014"/>
        </c:manualLayout>
      </c:layout>
      <c:lineChart>
        <c:grouping val="standard"/>
        <c:varyColors val="0"/>
        <c:ser>
          <c:idx val="0"/>
          <c:order val="0"/>
          <c:tx>
            <c:strRef>
              <c:f>Sheet1!$B$1</c:f>
              <c:strCache>
                <c:ptCount val="1"/>
                <c:pt idx="0">
                  <c:v>ENTYVIO</c:v>
                </c:pt>
              </c:strCache>
            </c:strRef>
          </c:tx>
          <c:spPr>
            <a:ln w="28575" cap="rnd">
              <a:solidFill>
                <a:srgbClr val="7030A0"/>
              </a:solidFill>
              <a:round/>
            </a:ln>
            <a:effectLst/>
          </c:spPr>
          <c:marker>
            <c:symbol val="none"/>
          </c:marker>
          <c:cat>
            <c:numRef>
              <c:f>Sheet1!$A$2:$A$25</c:f>
              <c:numCache>
                <c:formatCode>[$-409]mmm\-yy;@</c:formatCode>
                <c:ptCount val="24"/>
                <c:pt idx="0">
                  <c:v>45108</c:v>
                </c:pt>
                <c:pt idx="1">
                  <c:v>45139</c:v>
                </c:pt>
                <c:pt idx="2">
                  <c:v>45170</c:v>
                </c:pt>
                <c:pt idx="3">
                  <c:v>45200</c:v>
                </c:pt>
                <c:pt idx="4">
                  <c:v>45231</c:v>
                </c:pt>
                <c:pt idx="5">
                  <c:v>45261</c:v>
                </c:pt>
                <c:pt idx="6">
                  <c:v>45292</c:v>
                </c:pt>
                <c:pt idx="7">
                  <c:v>45323</c:v>
                </c:pt>
                <c:pt idx="8">
                  <c:v>45352</c:v>
                </c:pt>
                <c:pt idx="9">
                  <c:v>45383</c:v>
                </c:pt>
                <c:pt idx="10">
                  <c:v>45413</c:v>
                </c:pt>
                <c:pt idx="11">
                  <c:v>45444</c:v>
                </c:pt>
                <c:pt idx="12">
                  <c:v>45474</c:v>
                </c:pt>
                <c:pt idx="13">
                  <c:v>45505</c:v>
                </c:pt>
                <c:pt idx="14">
                  <c:v>45536</c:v>
                </c:pt>
                <c:pt idx="15">
                  <c:v>45566</c:v>
                </c:pt>
                <c:pt idx="16">
                  <c:v>45597</c:v>
                </c:pt>
                <c:pt idx="17">
                  <c:v>45627</c:v>
                </c:pt>
                <c:pt idx="18">
                  <c:v>45658</c:v>
                </c:pt>
                <c:pt idx="19">
                  <c:v>45689</c:v>
                </c:pt>
                <c:pt idx="20">
                  <c:v>45717</c:v>
                </c:pt>
                <c:pt idx="21">
                  <c:v>45748</c:v>
                </c:pt>
                <c:pt idx="22">
                  <c:v>45778</c:v>
                </c:pt>
                <c:pt idx="23">
                  <c:v>45809</c:v>
                </c:pt>
              </c:numCache>
            </c:numRef>
          </c:cat>
          <c:val>
            <c:numRef>
              <c:f>Sheet1!$B$2:$B$25</c:f>
              <c:numCache>
                <c:formatCode>General</c:formatCode>
                <c:ptCount val="24"/>
                <c:pt idx="0">
                  <c:v>1466</c:v>
                </c:pt>
                <c:pt idx="1">
                  <c:v>1636</c:v>
                </c:pt>
                <c:pt idx="2">
                  <c:v>1427</c:v>
                </c:pt>
                <c:pt idx="3">
                  <c:v>1643</c:v>
                </c:pt>
                <c:pt idx="4">
                  <c:v>1441</c:v>
                </c:pt>
                <c:pt idx="5">
                  <c:v>1259</c:v>
                </c:pt>
                <c:pt idx="6">
                  <c:v>1638</c:v>
                </c:pt>
                <c:pt idx="7">
                  <c:v>1504</c:v>
                </c:pt>
                <c:pt idx="8">
                  <c:v>1298</c:v>
                </c:pt>
                <c:pt idx="9">
                  <c:v>1301</c:v>
                </c:pt>
                <c:pt idx="10">
                  <c:v>1271</c:v>
                </c:pt>
                <c:pt idx="11">
                  <c:v>1223</c:v>
                </c:pt>
                <c:pt idx="12">
                  <c:v>1303</c:v>
                </c:pt>
                <c:pt idx="13">
                  <c:v>1405</c:v>
                </c:pt>
                <c:pt idx="14">
                  <c:v>1217</c:v>
                </c:pt>
                <c:pt idx="15">
                  <c:v>1248</c:v>
                </c:pt>
                <c:pt idx="16">
                  <c:v>1024</c:v>
                </c:pt>
                <c:pt idx="17">
                  <c:v>988</c:v>
                </c:pt>
                <c:pt idx="18">
                  <c:v>1126</c:v>
                </c:pt>
                <c:pt idx="19">
                  <c:v>1111</c:v>
                </c:pt>
                <c:pt idx="20">
                  <c:v>1114</c:v>
                </c:pt>
                <c:pt idx="21">
                  <c:v>1115</c:v>
                </c:pt>
                <c:pt idx="22">
                  <c:v>1054</c:v>
                </c:pt>
                <c:pt idx="23">
                  <c:v>1184</c:v>
                </c:pt>
              </c:numCache>
            </c:numRef>
          </c:val>
          <c:smooth val="0"/>
          <c:extLst>
            <c:ext xmlns:c16="http://schemas.microsoft.com/office/drawing/2014/chart" uri="{C3380CC4-5D6E-409C-BE32-E72D297353CC}">
              <c16:uniqueId val="{00000000-3D25-4398-AF95-B7DC139A660D}"/>
            </c:ext>
          </c:extLst>
        </c:ser>
        <c:ser>
          <c:idx val="1"/>
          <c:order val="1"/>
          <c:tx>
            <c:strRef>
              <c:f>Sheet1!$C$1</c:f>
              <c:strCache>
                <c:ptCount val="1"/>
                <c:pt idx="0">
                  <c:v>RINVOQ</c:v>
                </c:pt>
              </c:strCache>
            </c:strRef>
          </c:tx>
          <c:spPr>
            <a:ln w="28575" cap="rnd">
              <a:solidFill>
                <a:srgbClr val="00B0F0"/>
              </a:solidFill>
              <a:round/>
            </a:ln>
            <a:effectLst/>
          </c:spPr>
          <c:marker>
            <c:symbol val="none"/>
          </c:marker>
          <c:cat>
            <c:numRef>
              <c:f>Sheet1!$A$2:$A$25</c:f>
              <c:numCache>
                <c:formatCode>[$-409]mmm\-yy;@</c:formatCode>
                <c:ptCount val="24"/>
                <c:pt idx="0">
                  <c:v>45108</c:v>
                </c:pt>
                <c:pt idx="1">
                  <c:v>45139</c:v>
                </c:pt>
                <c:pt idx="2">
                  <c:v>45170</c:v>
                </c:pt>
                <c:pt idx="3">
                  <c:v>45200</c:v>
                </c:pt>
                <c:pt idx="4">
                  <c:v>45231</c:v>
                </c:pt>
                <c:pt idx="5">
                  <c:v>45261</c:v>
                </c:pt>
                <c:pt idx="6">
                  <c:v>45292</c:v>
                </c:pt>
                <c:pt idx="7">
                  <c:v>45323</c:v>
                </c:pt>
                <c:pt idx="8">
                  <c:v>45352</c:v>
                </c:pt>
                <c:pt idx="9">
                  <c:v>45383</c:v>
                </c:pt>
                <c:pt idx="10">
                  <c:v>45413</c:v>
                </c:pt>
                <c:pt idx="11">
                  <c:v>45444</c:v>
                </c:pt>
                <c:pt idx="12">
                  <c:v>45474</c:v>
                </c:pt>
                <c:pt idx="13">
                  <c:v>45505</c:v>
                </c:pt>
                <c:pt idx="14">
                  <c:v>45536</c:v>
                </c:pt>
                <c:pt idx="15">
                  <c:v>45566</c:v>
                </c:pt>
                <c:pt idx="16">
                  <c:v>45597</c:v>
                </c:pt>
                <c:pt idx="17">
                  <c:v>45627</c:v>
                </c:pt>
                <c:pt idx="18">
                  <c:v>45658</c:v>
                </c:pt>
                <c:pt idx="19">
                  <c:v>45689</c:v>
                </c:pt>
                <c:pt idx="20">
                  <c:v>45717</c:v>
                </c:pt>
                <c:pt idx="21">
                  <c:v>45748</c:v>
                </c:pt>
                <c:pt idx="22">
                  <c:v>45778</c:v>
                </c:pt>
                <c:pt idx="23">
                  <c:v>45809</c:v>
                </c:pt>
              </c:numCache>
            </c:numRef>
          </c:cat>
          <c:val>
            <c:numRef>
              <c:f>Sheet1!$C$2:$C$25</c:f>
              <c:numCache>
                <c:formatCode>General</c:formatCode>
                <c:ptCount val="24"/>
                <c:pt idx="0">
                  <c:v>1071</c:v>
                </c:pt>
                <c:pt idx="1">
                  <c:v>1360</c:v>
                </c:pt>
                <c:pt idx="2">
                  <c:v>1268</c:v>
                </c:pt>
                <c:pt idx="3">
                  <c:v>1366</c:v>
                </c:pt>
                <c:pt idx="4">
                  <c:v>1277</c:v>
                </c:pt>
                <c:pt idx="5">
                  <c:v>1191</c:v>
                </c:pt>
                <c:pt idx="6">
                  <c:v>1649</c:v>
                </c:pt>
                <c:pt idx="7">
                  <c:v>1420</c:v>
                </c:pt>
                <c:pt idx="8">
                  <c:v>1379</c:v>
                </c:pt>
                <c:pt idx="9">
                  <c:v>1468</c:v>
                </c:pt>
                <c:pt idx="10">
                  <c:v>1421</c:v>
                </c:pt>
                <c:pt idx="11">
                  <c:v>1556</c:v>
                </c:pt>
                <c:pt idx="12">
                  <c:v>1560</c:v>
                </c:pt>
                <c:pt idx="13">
                  <c:v>1544</c:v>
                </c:pt>
                <c:pt idx="14">
                  <c:v>1404</c:v>
                </c:pt>
                <c:pt idx="15">
                  <c:v>1489</c:v>
                </c:pt>
                <c:pt idx="16">
                  <c:v>1248</c:v>
                </c:pt>
                <c:pt idx="17">
                  <c:v>1353</c:v>
                </c:pt>
                <c:pt idx="18">
                  <c:v>1588</c:v>
                </c:pt>
                <c:pt idx="19">
                  <c:v>1529</c:v>
                </c:pt>
                <c:pt idx="20">
                  <c:v>1549</c:v>
                </c:pt>
                <c:pt idx="21">
                  <c:v>1605</c:v>
                </c:pt>
                <c:pt idx="22">
                  <c:v>1457</c:v>
                </c:pt>
                <c:pt idx="23">
                  <c:v>1459</c:v>
                </c:pt>
              </c:numCache>
            </c:numRef>
          </c:val>
          <c:smooth val="0"/>
          <c:extLst>
            <c:ext xmlns:c16="http://schemas.microsoft.com/office/drawing/2014/chart" uri="{C3380CC4-5D6E-409C-BE32-E72D297353CC}">
              <c16:uniqueId val="{00000001-3D25-4398-AF95-B7DC139A660D}"/>
            </c:ext>
          </c:extLst>
        </c:ser>
        <c:ser>
          <c:idx val="2"/>
          <c:order val="2"/>
          <c:tx>
            <c:strRef>
              <c:f>Sheet1!$D$1</c:f>
              <c:strCache>
                <c:ptCount val="1"/>
                <c:pt idx="0">
                  <c:v>HUMIRA</c:v>
                </c:pt>
              </c:strCache>
            </c:strRef>
          </c:tx>
          <c:spPr>
            <a:ln w="28575" cap="rnd">
              <a:solidFill>
                <a:srgbClr val="FF00FF"/>
              </a:solidFill>
              <a:round/>
            </a:ln>
            <a:effectLst/>
          </c:spPr>
          <c:marker>
            <c:symbol val="none"/>
          </c:marker>
          <c:cat>
            <c:numRef>
              <c:f>Sheet1!$A$2:$A$25</c:f>
              <c:numCache>
                <c:formatCode>[$-409]mmm\-yy;@</c:formatCode>
                <c:ptCount val="24"/>
                <c:pt idx="0">
                  <c:v>45108</c:v>
                </c:pt>
                <c:pt idx="1">
                  <c:v>45139</c:v>
                </c:pt>
                <c:pt idx="2">
                  <c:v>45170</c:v>
                </c:pt>
                <c:pt idx="3">
                  <c:v>45200</c:v>
                </c:pt>
                <c:pt idx="4">
                  <c:v>45231</c:v>
                </c:pt>
                <c:pt idx="5">
                  <c:v>45261</c:v>
                </c:pt>
                <c:pt idx="6">
                  <c:v>45292</c:v>
                </c:pt>
                <c:pt idx="7">
                  <c:v>45323</c:v>
                </c:pt>
                <c:pt idx="8">
                  <c:v>45352</c:v>
                </c:pt>
                <c:pt idx="9">
                  <c:v>45383</c:v>
                </c:pt>
                <c:pt idx="10">
                  <c:v>45413</c:v>
                </c:pt>
                <c:pt idx="11">
                  <c:v>45444</c:v>
                </c:pt>
                <c:pt idx="12">
                  <c:v>45474</c:v>
                </c:pt>
                <c:pt idx="13">
                  <c:v>45505</c:v>
                </c:pt>
                <c:pt idx="14">
                  <c:v>45536</c:v>
                </c:pt>
                <c:pt idx="15">
                  <c:v>45566</c:v>
                </c:pt>
                <c:pt idx="16">
                  <c:v>45597</c:v>
                </c:pt>
                <c:pt idx="17">
                  <c:v>45627</c:v>
                </c:pt>
                <c:pt idx="18">
                  <c:v>45658</c:v>
                </c:pt>
                <c:pt idx="19">
                  <c:v>45689</c:v>
                </c:pt>
                <c:pt idx="20">
                  <c:v>45717</c:v>
                </c:pt>
                <c:pt idx="21">
                  <c:v>45748</c:v>
                </c:pt>
                <c:pt idx="22">
                  <c:v>45778</c:v>
                </c:pt>
                <c:pt idx="23">
                  <c:v>45809</c:v>
                </c:pt>
              </c:numCache>
            </c:numRef>
          </c:cat>
          <c:val>
            <c:numRef>
              <c:f>Sheet1!$D$2:$D$25</c:f>
              <c:numCache>
                <c:formatCode>General</c:formatCode>
                <c:ptCount val="24"/>
                <c:pt idx="0">
                  <c:v>1310</c:v>
                </c:pt>
                <c:pt idx="1">
                  <c:v>1632</c:v>
                </c:pt>
                <c:pt idx="2">
                  <c:v>1444</c:v>
                </c:pt>
                <c:pt idx="3">
                  <c:v>1474</c:v>
                </c:pt>
                <c:pt idx="4">
                  <c:v>1472</c:v>
                </c:pt>
                <c:pt idx="5">
                  <c:v>1187</c:v>
                </c:pt>
                <c:pt idx="6">
                  <c:v>2295</c:v>
                </c:pt>
                <c:pt idx="7">
                  <c:v>1521</c:v>
                </c:pt>
                <c:pt idx="8">
                  <c:v>1262</c:v>
                </c:pt>
                <c:pt idx="9">
                  <c:v>1083</c:v>
                </c:pt>
                <c:pt idx="10">
                  <c:v>994</c:v>
                </c:pt>
                <c:pt idx="11">
                  <c:v>825</c:v>
                </c:pt>
                <c:pt idx="12">
                  <c:v>1204</c:v>
                </c:pt>
                <c:pt idx="13">
                  <c:v>982</c:v>
                </c:pt>
                <c:pt idx="14">
                  <c:v>948</c:v>
                </c:pt>
                <c:pt idx="15">
                  <c:v>840</c:v>
                </c:pt>
                <c:pt idx="16">
                  <c:v>695</c:v>
                </c:pt>
                <c:pt idx="17">
                  <c:v>689</c:v>
                </c:pt>
                <c:pt idx="18">
                  <c:v>768</c:v>
                </c:pt>
                <c:pt idx="19">
                  <c:v>618</c:v>
                </c:pt>
                <c:pt idx="20">
                  <c:v>588</c:v>
                </c:pt>
                <c:pt idx="21">
                  <c:v>490</c:v>
                </c:pt>
                <c:pt idx="22">
                  <c:v>439</c:v>
                </c:pt>
                <c:pt idx="23">
                  <c:v>434</c:v>
                </c:pt>
              </c:numCache>
            </c:numRef>
          </c:val>
          <c:smooth val="0"/>
          <c:extLst>
            <c:ext xmlns:c16="http://schemas.microsoft.com/office/drawing/2014/chart" uri="{C3380CC4-5D6E-409C-BE32-E72D297353CC}">
              <c16:uniqueId val="{00000002-3D25-4398-AF95-B7DC139A660D}"/>
            </c:ext>
          </c:extLst>
        </c:ser>
        <c:ser>
          <c:idx val="3"/>
          <c:order val="3"/>
          <c:tx>
            <c:strRef>
              <c:f>Sheet1!$E$1</c:f>
              <c:strCache>
                <c:ptCount val="1"/>
                <c:pt idx="0">
                  <c:v>STELARA</c:v>
                </c:pt>
              </c:strCache>
            </c:strRef>
          </c:tx>
          <c:spPr>
            <a:ln w="28575" cap="rnd">
              <a:solidFill>
                <a:srgbClr val="FFC000"/>
              </a:solidFill>
              <a:round/>
            </a:ln>
            <a:effectLst/>
          </c:spPr>
          <c:marker>
            <c:symbol val="none"/>
          </c:marker>
          <c:cat>
            <c:numRef>
              <c:f>Sheet1!$A$2:$A$25</c:f>
              <c:numCache>
                <c:formatCode>[$-409]mmm\-yy;@</c:formatCode>
                <c:ptCount val="24"/>
                <c:pt idx="0">
                  <c:v>45108</c:v>
                </c:pt>
                <c:pt idx="1">
                  <c:v>45139</c:v>
                </c:pt>
                <c:pt idx="2">
                  <c:v>45170</c:v>
                </c:pt>
                <c:pt idx="3">
                  <c:v>45200</c:v>
                </c:pt>
                <c:pt idx="4">
                  <c:v>45231</c:v>
                </c:pt>
                <c:pt idx="5">
                  <c:v>45261</c:v>
                </c:pt>
                <c:pt idx="6">
                  <c:v>45292</c:v>
                </c:pt>
                <c:pt idx="7">
                  <c:v>45323</c:v>
                </c:pt>
                <c:pt idx="8">
                  <c:v>45352</c:v>
                </c:pt>
                <c:pt idx="9">
                  <c:v>45383</c:v>
                </c:pt>
                <c:pt idx="10">
                  <c:v>45413</c:v>
                </c:pt>
                <c:pt idx="11">
                  <c:v>45444</c:v>
                </c:pt>
                <c:pt idx="12">
                  <c:v>45474</c:v>
                </c:pt>
                <c:pt idx="13">
                  <c:v>45505</c:v>
                </c:pt>
                <c:pt idx="14">
                  <c:v>45536</c:v>
                </c:pt>
                <c:pt idx="15">
                  <c:v>45566</c:v>
                </c:pt>
                <c:pt idx="16">
                  <c:v>45597</c:v>
                </c:pt>
                <c:pt idx="17">
                  <c:v>45627</c:v>
                </c:pt>
                <c:pt idx="18">
                  <c:v>45658</c:v>
                </c:pt>
                <c:pt idx="19">
                  <c:v>45689</c:v>
                </c:pt>
                <c:pt idx="20">
                  <c:v>45717</c:v>
                </c:pt>
                <c:pt idx="21">
                  <c:v>45748</c:v>
                </c:pt>
                <c:pt idx="22">
                  <c:v>45778</c:v>
                </c:pt>
                <c:pt idx="23">
                  <c:v>45809</c:v>
                </c:pt>
              </c:numCache>
            </c:numRef>
          </c:cat>
          <c:val>
            <c:numRef>
              <c:f>Sheet1!$E$2:$E$25</c:f>
              <c:numCache>
                <c:formatCode>General</c:formatCode>
                <c:ptCount val="24"/>
                <c:pt idx="0">
                  <c:v>1841</c:v>
                </c:pt>
                <c:pt idx="1">
                  <c:v>2080</c:v>
                </c:pt>
                <c:pt idx="2">
                  <c:v>1749</c:v>
                </c:pt>
                <c:pt idx="3">
                  <c:v>1898</c:v>
                </c:pt>
                <c:pt idx="4">
                  <c:v>1650</c:v>
                </c:pt>
                <c:pt idx="5">
                  <c:v>1537</c:v>
                </c:pt>
                <c:pt idx="6">
                  <c:v>1890</c:v>
                </c:pt>
                <c:pt idx="7">
                  <c:v>1760</c:v>
                </c:pt>
                <c:pt idx="8">
                  <c:v>1510</c:v>
                </c:pt>
                <c:pt idx="9">
                  <c:v>1571</c:v>
                </c:pt>
                <c:pt idx="10">
                  <c:v>1650</c:v>
                </c:pt>
                <c:pt idx="11">
                  <c:v>1510</c:v>
                </c:pt>
                <c:pt idx="12">
                  <c:v>1895</c:v>
                </c:pt>
                <c:pt idx="13">
                  <c:v>2100</c:v>
                </c:pt>
                <c:pt idx="14">
                  <c:v>1357</c:v>
                </c:pt>
                <c:pt idx="15">
                  <c:v>1281</c:v>
                </c:pt>
                <c:pt idx="16">
                  <c:v>944</c:v>
                </c:pt>
                <c:pt idx="17">
                  <c:v>917</c:v>
                </c:pt>
                <c:pt idx="18">
                  <c:v>1002</c:v>
                </c:pt>
                <c:pt idx="19">
                  <c:v>988</c:v>
                </c:pt>
                <c:pt idx="20">
                  <c:v>878</c:v>
                </c:pt>
                <c:pt idx="21">
                  <c:v>853</c:v>
                </c:pt>
                <c:pt idx="22">
                  <c:v>678</c:v>
                </c:pt>
                <c:pt idx="23">
                  <c:v>638</c:v>
                </c:pt>
              </c:numCache>
            </c:numRef>
          </c:val>
          <c:smooth val="0"/>
          <c:extLst>
            <c:ext xmlns:c16="http://schemas.microsoft.com/office/drawing/2014/chart" uri="{C3380CC4-5D6E-409C-BE32-E72D297353CC}">
              <c16:uniqueId val="{00000003-3D25-4398-AF95-B7DC139A660D}"/>
            </c:ext>
          </c:extLst>
        </c:ser>
        <c:ser>
          <c:idx val="4"/>
          <c:order val="4"/>
          <c:tx>
            <c:strRef>
              <c:f>Sheet1!$F$1</c:f>
              <c:strCache>
                <c:ptCount val="1"/>
                <c:pt idx="0">
                  <c:v>SKYRIZI</c:v>
                </c:pt>
              </c:strCache>
            </c:strRef>
          </c:tx>
          <c:spPr>
            <a:ln w="28575" cap="rnd">
              <a:solidFill>
                <a:schemeClr val="accent1"/>
              </a:solidFill>
              <a:round/>
            </a:ln>
            <a:effectLst/>
          </c:spPr>
          <c:marker>
            <c:symbol val="none"/>
          </c:marker>
          <c:dPt>
            <c:idx val="11"/>
            <c:marker>
              <c:symbol val="diamond"/>
              <c:size val="8"/>
              <c:spPr>
                <a:solidFill>
                  <a:schemeClr val="accent2"/>
                </a:solidFill>
                <a:ln w="9525">
                  <a:solidFill>
                    <a:schemeClr val="accent1"/>
                  </a:solidFill>
                </a:ln>
                <a:effectLst/>
              </c:spPr>
            </c:marker>
            <c:bubble3D val="0"/>
            <c:extLst>
              <c:ext xmlns:c16="http://schemas.microsoft.com/office/drawing/2014/chart" uri="{C3380CC4-5D6E-409C-BE32-E72D297353CC}">
                <c16:uniqueId val="{00000004-3D25-4398-AF95-B7DC139A660D}"/>
              </c:ext>
            </c:extLst>
          </c:dPt>
          <c:cat>
            <c:numRef>
              <c:f>Sheet1!$A$2:$A$25</c:f>
              <c:numCache>
                <c:formatCode>[$-409]mmm\-yy;@</c:formatCode>
                <c:ptCount val="24"/>
                <c:pt idx="0">
                  <c:v>45108</c:v>
                </c:pt>
                <c:pt idx="1">
                  <c:v>45139</c:v>
                </c:pt>
                <c:pt idx="2">
                  <c:v>45170</c:v>
                </c:pt>
                <c:pt idx="3">
                  <c:v>45200</c:v>
                </c:pt>
                <c:pt idx="4">
                  <c:v>45231</c:v>
                </c:pt>
                <c:pt idx="5">
                  <c:v>45261</c:v>
                </c:pt>
                <c:pt idx="6">
                  <c:v>45292</c:v>
                </c:pt>
                <c:pt idx="7">
                  <c:v>45323</c:v>
                </c:pt>
                <c:pt idx="8">
                  <c:v>45352</c:v>
                </c:pt>
                <c:pt idx="9">
                  <c:v>45383</c:v>
                </c:pt>
                <c:pt idx="10">
                  <c:v>45413</c:v>
                </c:pt>
                <c:pt idx="11">
                  <c:v>45444</c:v>
                </c:pt>
                <c:pt idx="12">
                  <c:v>45474</c:v>
                </c:pt>
                <c:pt idx="13">
                  <c:v>45505</c:v>
                </c:pt>
                <c:pt idx="14">
                  <c:v>45536</c:v>
                </c:pt>
                <c:pt idx="15">
                  <c:v>45566</c:v>
                </c:pt>
                <c:pt idx="16">
                  <c:v>45597</c:v>
                </c:pt>
                <c:pt idx="17">
                  <c:v>45627</c:v>
                </c:pt>
                <c:pt idx="18">
                  <c:v>45658</c:v>
                </c:pt>
                <c:pt idx="19">
                  <c:v>45689</c:v>
                </c:pt>
                <c:pt idx="20">
                  <c:v>45717</c:v>
                </c:pt>
                <c:pt idx="21">
                  <c:v>45748</c:v>
                </c:pt>
                <c:pt idx="22">
                  <c:v>45778</c:v>
                </c:pt>
                <c:pt idx="23">
                  <c:v>45809</c:v>
                </c:pt>
              </c:numCache>
            </c:numRef>
          </c:cat>
          <c:val>
            <c:numRef>
              <c:f>Sheet1!$F$2:$F$25</c:f>
              <c:numCache>
                <c:formatCode>General</c:formatCode>
                <c:ptCount val="24"/>
                <c:pt idx="0">
                  <c:v>1176</c:v>
                </c:pt>
                <c:pt idx="1">
                  <c:v>1170</c:v>
                </c:pt>
                <c:pt idx="2">
                  <c:v>1068</c:v>
                </c:pt>
                <c:pt idx="3">
                  <c:v>1265</c:v>
                </c:pt>
                <c:pt idx="4">
                  <c:v>1264</c:v>
                </c:pt>
                <c:pt idx="5">
                  <c:v>1296</c:v>
                </c:pt>
                <c:pt idx="6">
                  <c:v>1571</c:v>
                </c:pt>
                <c:pt idx="7">
                  <c:v>1590</c:v>
                </c:pt>
                <c:pt idx="8">
                  <c:v>1418</c:v>
                </c:pt>
                <c:pt idx="9">
                  <c:v>1643</c:v>
                </c:pt>
                <c:pt idx="10">
                  <c:v>1697</c:v>
                </c:pt>
                <c:pt idx="11">
                  <c:v>1647</c:v>
                </c:pt>
                <c:pt idx="12">
                  <c:v>1851</c:v>
                </c:pt>
                <c:pt idx="13">
                  <c:v>2372</c:v>
                </c:pt>
                <c:pt idx="14">
                  <c:v>2324</c:v>
                </c:pt>
                <c:pt idx="15">
                  <c:v>2738</c:v>
                </c:pt>
                <c:pt idx="16">
                  <c:v>2428</c:v>
                </c:pt>
                <c:pt idx="17">
                  <c:v>2534</c:v>
                </c:pt>
                <c:pt idx="18">
                  <c:v>2883</c:v>
                </c:pt>
                <c:pt idx="19">
                  <c:v>2898</c:v>
                </c:pt>
                <c:pt idx="20">
                  <c:v>2937</c:v>
                </c:pt>
                <c:pt idx="21">
                  <c:v>3127</c:v>
                </c:pt>
                <c:pt idx="22">
                  <c:v>2856</c:v>
                </c:pt>
                <c:pt idx="23">
                  <c:v>2946</c:v>
                </c:pt>
              </c:numCache>
            </c:numRef>
          </c:val>
          <c:smooth val="0"/>
          <c:extLst>
            <c:ext xmlns:c16="http://schemas.microsoft.com/office/drawing/2014/chart" uri="{C3380CC4-5D6E-409C-BE32-E72D297353CC}">
              <c16:uniqueId val="{00000005-3D25-4398-AF95-B7DC139A660D}"/>
            </c:ext>
          </c:extLst>
        </c:ser>
        <c:ser>
          <c:idx val="5"/>
          <c:order val="5"/>
          <c:tx>
            <c:strRef>
              <c:f>Sheet1!$G$1</c:f>
              <c:strCache>
                <c:ptCount val="1"/>
                <c:pt idx="0">
                  <c:v>TREMFYA</c:v>
                </c:pt>
              </c:strCache>
            </c:strRef>
          </c:tx>
          <c:spPr>
            <a:ln w="28575" cap="rnd">
              <a:solidFill>
                <a:srgbClr val="7D8394"/>
              </a:solidFill>
              <a:round/>
            </a:ln>
            <a:effectLst/>
          </c:spPr>
          <c:marker>
            <c:symbol val="none"/>
          </c:marker>
          <c:dPt>
            <c:idx val="14"/>
            <c:marker>
              <c:symbol val="diamond"/>
              <c:size val="8"/>
              <c:spPr>
                <a:solidFill>
                  <a:schemeClr val="accent5">
                    <a:lumMod val="60000"/>
                  </a:schemeClr>
                </a:solidFill>
                <a:ln w="9525">
                  <a:solidFill>
                    <a:srgbClr val="7D8394"/>
                  </a:solidFill>
                </a:ln>
                <a:effectLst/>
              </c:spPr>
            </c:marker>
            <c:bubble3D val="0"/>
            <c:extLst>
              <c:ext xmlns:c16="http://schemas.microsoft.com/office/drawing/2014/chart" uri="{C3380CC4-5D6E-409C-BE32-E72D297353CC}">
                <c16:uniqueId val="{00000006-3D25-4398-AF95-B7DC139A660D}"/>
              </c:ext>
            </c:extLst>
          </c:dPt>
          <c:dPt>
            <c:idx val="20"/>
            <c:marker>
              <c:symbol val="diamond"/>
              <c:size val="8"/>
              <c:spPr>
                <a:solidFill>
                  <a:schemeClr val="accent5">
                    <a:lumMod val="60000"/>
                  </a:schemeClr>
                </a:solidFill>
                <a:ln w="9525">
                  <a:solidFill>
                    <a:srgbClr val="7D8394"/>
                  </a:solidFill>
                </a:ln>
                <a:effectLst/>
              </c:spPr>
            </c:marker>
            <c:bubble3D val="0"/>
            <c:extLst>
              <c:ext xmlns:c16="http://schemas.microsoft.com/office/drawing/2014/chart" uri="{C3380CC4-5D6E-409C-BE32-E72D297353CC}">
                <c16:uniqueId val="{00000007-3D25-4398-AF95-B7DC139A660D}"/>
              </c:ext>
            </c:extLst>
          </c:dPt>
          <c:cat>
            <c:numRef>
              <c:f>Sheet1!$A$2:$A$25</c:f>
              <c:numCache>
                <c:formatCode>[$-409]mmm\-yy;@</c:formatCode>
                <c:ptCount val="24"/>
                <c:pt idx="0">
                  <c:v>45108</c:v>
                </c:pt>
                <c:pt idx="1">
                  <c:v>45139</c:v>
                </c:pt>
                <c:pt idx="2">
                  <c:v>45170</c:v>
                </c:pt>
                <c:pt idx="3">
                  <c:v>45200</c:v>
                </c:pt>
                <c:pt idx="4">
                  <c:v>45231</c:v>
                </c:pt>
                <c:pt idx="5">
                  <c:v>45261</c:v>
                </c:pt>
                <c:pt idx="6">
                  <c:v>45292</c:v>
                </c:pt>
                <c:pt idx="7">
                  <c:v>45323</c:v>
                </c:pt>
                <c:pt idx="8">
                  <c:v>45352</c:v>
                </c:pt>
                <c:pt idx="9">
                  <c:v>45383</c:v>
                </c:pt>
                <c:pt idx="10">
                  <c:v>45413</c:v>
                </c:pt>
                <c:pt idx="11">
                  <c:v>45444</c:v>
                </c:pt>
                <c:pt idx="12">
                  <c:v>45474</c:v>
                </c:pt>
                <c:pt idx="13">
                  <c:v>45505</c:v>
                </c:pt>
                <c:pt idx="14">
                  <c:v>45536</c:v>
                </c:pt>
                <c:pt idx="15">
                  <c:v>45566</c:v>
                </c:pt>
                <c:pt idx="16">
                  <c:v>45597</c:v>
                </c:pt>
                <c:pt idx="17">
                  <c:v>45627</c:v>
                </c:pt>
                <c:pt idx="18">
                  <c:v>45658</c:v>
                </c:pt>
                <c:pt idx="19">
                  <c:v>45689</c:v>
                </c:pt>
                <c:pt idx="20">
                  <c:v>45717</c:v>
                </c:pt>
                <c:pt idx="21">
                  <c:v>45748</c:v>
                </c:pt>
                <c:pt idx="22">
                  <c:v>45778</c:v>
                </c:pt>
                <c:pt idx="23">
                  <c:v>45809</c:v>
                </c:pt>
              </c:numCache>
            </c:numRef>
          </c:cat>
          <c:val>
            <c:numRef>
              <c:f>Sheet1!$G$2:$G$25</c:f>
              <c:numCache>
                <c:formatCode>General</c:formatCode>
                <c:ptCount val="24"/>
                <c:pt idx="0">
                  <c:v>18</c:v>
                </c:pt>
                <c:pt idx="1">
                  <c:v>24</c:v>
                </c:pt>
                <c:pt idx="2">
                  <c:v>15</c:v>
                </c:pt>
                <c:pt idx="3">
                  <c:v>31</c:v>
                </c:pt>
                <c:pt idx="4">
                  <c:v>20</c:v>
                </c:pt>
                <c:pt idx="5">
                  <c:v>28</c:v>
                </c:pt>
                <c:pt idx="6">
                  <c:v>26</c:v>
                </c:pt>
                <c:pt idx="7">
                  <c:v>51</c:v>
                </c:pt>
                <c:pt idx="8">
                  <c:v>22</c:v>
                </c:pt>
                <c:pt idx="9">
                  <c:v>33</c:v>
                </c:pt>
                <c:pt idx="10">
                  <c:v>30</c:v>
                </c:pt>
                <c:pt idx="11">
                  <c:v>62</c:v>
                </c:pt>
                <c:pt idx="12">
                  <c:v>69</c:v>
                </c:pt>
                <c:pt idx="13">
                  <c:v>36</c:v>
                </c:pt>
                <c:pt idx="14">
                  <c:v>38</c:v>
                </c:pt>
                <c:pt idx="15">
                  <c:v>72</c:v>
                </c:pt>
                <c:pt idx="16">
                  <c:v>116</c:v>
                </c:pt>
                <c:pt idx="17">
                  <c:v>169</c:v>
                </c:pt>
                <c:pt idx="18">
                  <c:v>306</c:v>
                </c:pt>
                <c:pt idx="19">
                  <c:v>409</c:v>
                </c:pt>
                <c:pt idx="20">
                  <c:v>503</c:v>
                </c:pt>
                <c:pt idx="21">
                  <c:v>634</c:v>
                </c:pt>
                <c:pt idx="22">
                  <c:v>1003</c:v>
                </c:pt>
                <c:pt idx="23">
                  <c:v>1412</c:v>
                </c:pt>
              </c:numCache>
            </c:numRef>
          </c:val>
          <c:smooth val="0"/>
          <c:extLst>
            <c:ext xmlns:c16="http://schemas.microsoft.com/office/drawing/2014/chart" uri="{C3380CC4-5D6E-409C-BE32-E72D297353CC}">
              <c16:uniqueId val="{00000008-3D25-4398-AF95-B7DC139A660D}"/>
            </c:ext>
          </c:extLst>
        </c:ser>
        <c:dLbls>
          <c:showLegendKey val="0"/>
          <c:showVal val="0"/>
          <c:showCatName val="0"/>
          <c:showSerName val="0"/>
          <c:showPercent val="0"/>
          <c:showBubbleSize val="0"/>
        </c:dLbls>
        <c:smooth val="0"/>
        <c:axId val="670764592"/>
        <c:axId val="670764952"/>
      </c:lineChart>
      <c:dateAx>
        <c:axId val="670764592"/>
        <c:scaling>
          <c:orientation val="minMax"/>
        </c:scaling>
        <c:delete val="0"/>
        <c:axPos val="b"/>
        <c:numFmt formatCode="[$-409]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670764952"/>
        <c:crosses val="autoZero"/>
        <c:auto val="1"/>
        <c:lblOffset val="100"/>
        <c:baseTimeUnit val="months"/>
      </c:dateAx>
      <c:valAx>
        <c:axId val="6707649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670764592"/>
        <c:crosses val="autoZero"/>
        <c:crossBetween val="between"/>
      </c:valAx>
      <c:spPr>
        <a:noFill/>
        <a:ln>
          <a:noFill/>
        </a:ln>
        <a:effectLst/>
      </c:spPr>
    </c:plotArea>
    <c:legend>
      <c:legendPos val="b"/>
      <c:layout>
        <c:manualLayout>
          <c:xMode val="edge"/>
          <c:yMode val="edge"/>
          <c:x val="0"/>
          <c:y val="0.88383421975520826"/>
          <c:w val="0.98979523407514813"/>
          <c:h val="9.4043941751631541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58497446305262"/>
          <c:y val="0.1434924979948049"/>
          <c:w val="0.3123464704638208"/>
          <c:h val="0.70055458668452331"/>
        </c:manualLayout>
      </c:layout>
      <c:pieChart>
        <c:varyColors val="1"/>
        <c:ser>
          <c:idx val="0"/>
          <c:order val="0"/>
          <c:tx>
            <c:strRef>
              <c:f>Sheet1!$B$1</c:f>
              <c:strCache>
                <c:ptCount val="1"/>
                <c:pt idx="0">
                  <c:v>Sales</c:v>
                </c:pt>
              </c:strCache>
            </c:strRef>
          </c:tx>
          <c:dPt>
            <c:idx val="0"/>
            <c:bubble3D val="0"/>
            <c:spPr>
              <a:solidFill>
                <a:srgbClr val="5B8595"/>
              </a:solidFill>
              <a:ln w="19050">
                <a:solidFill>
                  <a:schemeClr val="lt1"/>
                </a:solidFill>
              </a:ln>
              <a:effectLst/>
            </c:spPr>
            <c:extLst>
              <c:ext xmlns:c16="http://schemas.microsoft.com/office/drawing/2014/chart" uri="{C3380CC4-5D6E-409C-BE32-E72D297353CC}">
                <c16:uniqueId val="{00000002-152B-4CF4-80A9-1018AD9CD5A2}"/>
              </c:ext>
            </c:extLst>
          </c:dPt>
          <c:dPt>
            <c:idx val="1"/>
            <c:bubble3D val="0"/>
            <c:spPr>
              <a:solidFill>
                <a:srgbClr val="E34848"/>
              </a:solidFill>
              <a:ln w="19050">
                <a:solidFill>
                  <a:schemeClr val="lt1"/>
                </a:solidFill>
              </a:ln>
              <a:effectLst/>
            </c:spPr>
            <c:extLst>
              <c:ext xmlns:c16="http://schemas.microsoft.com/office/drawing/2014/chart" uri="{C3380CC4-5D6E-409C-BE32-E72D297353CC}">
                <c16:uniqueId val="{00000003-152B-4CF4-80A9-1018AD9CD5A2}"/>
              </c:ext>
            </c:extLst>
          </c:dPt>
          <c:dPt>
            <c:idx val="2"/>
            <c:bubble3D val="0"/>
            <c:spPr>
              <a:solidFill>
                <a:srgbClr val="B98CDC"/>
              </a:solidFill>
              <a:ln w="19050">
                <a:solidFill>
                  <a:schemeClr val="lt1"/>
                </a:solidFill>
              </a:ln>
              <a:effectLst/>
            </c:spPr>
            <c:extLst>
              <c:ext xmlns:c16="http://schemas.microsoft.com/office/drawing/2014/chart" uri="{C3380CC4-5D6E-409C-BE32-E72D297353CC}">
                <c16:uniqueId val="{00000001-152B-4CF4-80A9-1018AD9CD5A2}"/>
              </c:ext>
            </c:extLst>
          </c:dPt>
          <c:dPt>
            <c:idx val="3"/>
            <c:bubble3D val="0"/>
            <c:spPr>
              <a:solidFill>
                <a:srgbClr val="EC8585"/>
              </a:solidFill>
              <a:ln w="19050">
                <a:solidFill>
                  <a:schemeClr val="lt1"/>
                </a:solidFill>
              </a:ln>
              <a:effectLst/>
            </c:spPr>
            <c:extLst>
              <c:ext xmlns:c16="http://schemas.microsoft.com/office/drawing/2014/chart" uri="{C3380CC4-5D6E-409C-BE32-E72D297353CC}">
                <c16:uniqueId val="{00000004-152B-4CF4-80A9-1018AD9CD5A2}"/>
              </c:ext>
            </c:extLst>
          </c:dPt>
          <c:dLbls>
            <c:dLbl>
              <c:idx val="0"/>
              <c:tx>
                <c:rich>
                  <a:bodyPr/>
                  <a:lstStyle/>
                  <a:p>
                    <a:r>
                      <a:rPr lang="en-US"/>
                      <a:t>16%</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52B-4CF4-80A9-1018AD9CD5A2}"/>
                </c:ext>
              </c:extLst>
            </c:dLbl>
            <c:dLbl>
              <c:idx val="2"/>
              <c:tx>
                <c:rich>
                  <a:bodyPr/>
                  <a:lstStyle/>
                  <a:p>
                    <a:r>
                      <a:rPr lang="en-US"/>
                      <a:t>25%</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152B-4CF4-80A9-1018AD9CD5A2}"/>
                </c:ext>
              </c:extLst>
            </c:dLbl>
            <c:dLbl>
              <c:idx val="3"/>
              <c:layout>
                <c:manualLayout>
                  <c:x val="0.12440816421161581"/>
                  <c:y val="-1.3024079511198432E-2"/>
                </c:manualLayout>
              </c:layout>
              <c:tx>
                <c:rich>
                  <a:bodyPr/>
                  <a:lstStyle/>
                  <a:p>
                    <a:r>
                      <a:rPr lang="en-US"/>
                      <a:t>47%</a:t>
                    </a:r>
                  </a:p>
                </c:rich>
              </c:tx>
              <c:dLblPos val="bestFi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52B-4CF4-80A9-1018AD9CD5A2}"/>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HCP Personal Promotion (PP)</c:v>
                </c:pt>
                <c:pt idx="1">
                  <c:v>HCP Non-Personal Promotion (NPP)</c:v>
                </c:pt>
                <c:pt idx="2">
                  <c:v>Direct-To-Consumer (DTC)</c:v>
                </c:pt>
                <c:pt idx="3">
                  <c:v>Unattributed Revenue</c:v>
                </c:pt>
              </c:strCache>
            </c:strRef>
          </c:cat>
          <c:val>
            <c:numRef>
              <c:f>Sheet1!$B$2:$B$5</c:f>
              <c:numCache>
                <c:formatCode>0%</c:formatCode>
                <c:ptCount val="4"/>
                <c:pt idx="0" formatCode="0.0%">
                  <c:v>0.157</c:v>
                </c:pt>
                <c:pt idx="1">
                  <c:v>0.12</c:v>
                </c:pt>
                <c:pt idx="2" formatCode="0.0%">
                  <c:v>0.246</c:v>
                </c:pt>
                <c:pt idx="3" formatCode="0.0%">
                  <c:v>0.47699999999999998</c:v>
                </c:pt>
              </c:numCache>
            </c:numRef>
          </c:val>
          <c:extLst>
            <c:ext xmlns:c16="http://schemas.microsoft.com/office/drawing/2014/chart" uri="{C3380CC4-5D6E-409C-BE32-E72D297353CC}">
              <c16:uniqueId val="{00000000-152B-4CF4-80A9-1018AD9CD5A2}"/>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52684961055362389"/>
          <c:y val="0.14577658079280631"/>
          <c:w val="0.3481504714673197"/>
          <c:h val="0.68352551319504229"/>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xMode val="edge"/>
          <c:yMode val="edge"/>
          <c:x val="0.16558497446305262"/>
          <c:y val="0.10537441346509979"/>
          <c:w val="0.3123464704638208"/>
          <c:h val="0.70055458668452331"/>
        </c:manualLayout>
      </c:layout>
      <c:pieChart>
        <c:varyColors val="1"/>
        <c:ser>
          <c:idx val="0"/>
          <c:order val="0"/>
          <c:tx>
            <c:strRef>
              <c:f>Sheet1!$B$1</c:f>
              <c:strCache>
                <c:ptCount val="1"/>
                <c:pt idx="0">
                  <c:v>Sales</c:v>
                </c:pt>
              </c:strCache>
            </c:strRef>
          </c:tx>
          <c:dPt>
            <c:idx val="0"/>
            <c:bubble3D val="0"/>
            <c:spPr>
              <a:solidFill>
                <a:srgbClr val="B98CDC"/>
              </a:solidFill>
              <a:ln w="19050">
                <a:solidFill>
                  <a:schemeClr val="lt1"/>
                </a:solidFill>
              </a:ln>
              <a:effectLst/>
            </c:spPr>
            <c:extLst>
              <c:ext xmlns:c16="http://schemas.microsoft.com/office/drawing/2014/chart" uri="{C3380CC4-5D6E-409C-BE32-E72D297353CC}">
                <c16:uniqueId val="{00000001-FA62-42CC-83EB-E2AB2DCD6BF2}"/>
              </c:ext>
            </c:extLst>
          </c:dPt>
          <c:dPt>
            <c:idx val="1"/>
            <c:bubble3D val="0"/>
            <c:spPr>
              <a:solidFill>
                <a:srgbClr val="E34848"/>
              </a:solidFill>
              <a:ln w="19050">
                <a:solidFill>
                  <a:schemeClr val="lt1"/>
                </a:solidFill>
              </a:ln>
              <a:effectLst/>
            </c:spPr>
            <c:extLst>
              <c:ext xmlns:c16="http://schemas.microsoft.com/office/drawing/2014/chart" uri="{C3380CC4-5D6E-409C-BE32-E72D297353CC}">
                <c16:uniqueId val="{00000003-FA62-42CC-83EB-E2AB2DCD6BF2}"/>
              </c:ext>
            </c:extLst>
          </c:dPt>
          <c:dPt>
            <c:idx val="2"/>
            <c:bubble3D val="0"/>
            <c:spPr>
              <a:solidFill>
                <a:srgbClr val="5B8595"/>
              </a:solidFill>
              <a:ln w="19050">
                <a:solidFill>
                  <a:schemeClr val="lt1"/>
                </a:solidFill>
              </a:ln>
              <a:effectLst/>
            </c:spPr>
            <c:extLst>
              <c:ext xmlns:c16="http://schemas.microsoft.com/office/drawing/2014/chart" uri="{C3380CC4-5D6E-409C-BE32-E72D297353CC}">
                <c16:uniqueId val="{00000005-FA62-42CC-83EB-E2AB2DCD6BF2}"/>
              </c:ext>
            </c:extLst>
          </c:dPt>
          <c:dLbls>
            <c:numFmt formatCode="&quot;$&quot;#,##0,,&quot;M&quot;" sourceLinked="0"/>
            <c:spPr>
              <a:noFill/>
              <a:ln>
                <a:noFill/>
              </a:ln>
              <a:effectLst/>
            </c:spPr>
            <c:txPr>
              <a:bodyPr rot="0" spcFirstLastPara="1" vertOverflow="ellipsis" vert="horz" wrap="square" lIns="38100" tIns="19050" rIns="38100" bIns="19050" anchor="ctr" anchorCtr="1">
                <a:spAutoFit/>
              </a:bodyPr>
              <a:lstStyle/>
              <a:p>
                <a:pPr>
                  <a:defRPr sz="1195" b="1" i="0" u="none" strike="noStrike" kern="1200" baseline="0">
                    <a:solidFill>
                      <a:schemeClr val="bg2"/>
                    </a:solidFill>
                    <a:latin typeface="+mn-lt"/>
                    <a:ea typeface="+mn-ea"/>
                    <a:cs typeface="+mn-cs"/>
                  </a:defRPr>
                </a:pPr>
                <a:endParaRPr lang="en-US"/>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15:spPr xmlns:c15="http://schemas.microsoft.com/office/drawing/2012/chart">
                  <a:prstGeom prst="rect">
                    <a:avLst/>
                  </a:prstGeom>
                </c15:spPr>
              </c:ext>
            </c:extLst>
          </c:dLbls>
          <c:cat>
            <c:strRef>
              <c:f>Sheet1!$A$2:$A$4</c:f>
              <c:strCache>
                <c:ptCount val="3"/>
                <c:pt idx="0">
                  <c:v>HCP Personal Promotion (PP)</c:v>
                </c:pt>
                <c:pt idx="1">
                  <c:v>HCP Non-Personal Promotion (NPP)</c:v>
                </c:pt>
                <c:pt idx="2">
                  <c:v>Direct to Consumer (DTC)</c:v>
                </c:pt>
              </c:strCache>
            </c:strRef>
          </c:cat>
          <c:val>
            <c:numRef>
              <c:f>Sheet1!$B$2:$B$4</c:f>
              <c:numCache>
                <c:formatCode>General</c:formatCode>
                <c:ptCount val="3"/>
                <c:pt idx="0">
                  <c:v>79400000</c:v>
                </c:pt>
                <c:pt idx="1">
                  <c:v>12000000</c:v>
                </c:pt>
                <c:pt idx="2">
                  <c:v>149000000</c:v>
                </c:pt>
              </c:numCache>
            </c:numRef>
          </c:val>
          <c:extLst>
            <c:ext xmlns:c16="http://schemas.microsoft.com/office/drawing/2014/chart" uri="{C3380CC4-5D6E-409C-BE32-E72D297353CC}">
              <c16:uniqueId val="{00000006-FA62-42CC-83EB-E2AB2DCD6BF2}"/>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51732008924753548"/>
          <c:y val="0.21809066180023595"/>
          <c:w val="0.4132355118752109"/>
          <c:h val="0.5638181858319167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userShapes r:id="rId2"/>
</c:chartSpace>
</file>

<file path=ppt/charts/chart6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9251230748940628E-2"/>
          <c:y val="0.14342354321016326"/>
          <c:w val="0.87055881627546716"/>
          <c:h val="0.55298993195067014"/>
        </c:manualLayout>
      </c:layout>
      <c:lineChart>
        <c:grouping val="standard"/>
        <c:varyColors val="0"/>
        <c:ser>
          <c:idx val="0"/>
          <c:order val="0"/>
          <c:tx>
            <c:strRef>
              <c:f>Sheet1!$B$1</c:f>
              <c:strCache>
                <c:ptCount val="1"/>
                <c:pt idx="0">
                  <c:v>ENTYVIO</c:v>
                </c:pt>
              </c:strCache>
            </c:strRef>
          </c:tx>
          <c:spPr>
            <a:ln w="28575" cap="rnd">
              <a:solidFill>
                <a:srgbClr val="7030A0"/>
              </a:solidFill>
              <a:round/>
            </a:ln>
            <a:effectLst/>
          </c:spPr>
          <c:marker>
            <c:symbol val="none"/>
          </c:marker>
          <c:cat>
            <c:numRef>
              <c:f>Sheet1!$A$2:$A$25</c:f>
              <c:numCache>
                <c:formatCode>[$-409]mmm\-yy;@</c:formatCode>
                <c:ptCount val="24"/>
                <c:pt idx="0">
                  <c:v>45108</c:v>
                </c:pt>
                <c:pt idx="1">
                  <c:v>45139</c:v>
                </c:pt>
                <c:pt idx="2">
                  <c:v>45170</c:v>
                </c:pt>
                <c:pt idx="3">
                  <c:v>45200</c:v>
                </c:pt>
                <c:pt idx="4">
                  <c:v>45231</c:v>
                </c:pt>
                <c:pt idx="5">
                  <c:v>45261</c:v>
                </c:pt>
                <c:pt idx="6">
                  <c:v>45292</c:v>
                </c:pt>
                <c:pt idx="7">
                  <c:v>45323</c:v>
                </c:pt>
                <c:pt idx="8">
                  <c:v>45352</c:v>
                </c:pt>
                <c:pt idx="9">
                  <c:v>45383</c:v>
                </c:pt>
                <c:pt idx="10">
                  <c:v>45413</c:v>
                </c:pt>
                <c:pt idx="11">
                  <c:v>45444</c:v>
                </c:pt>
                <c:pt idx="12">
                  <c:v>45474</c:v>
                </c:pt>
                <c:pt idx="13">
                  <c:v>45505</c:v>
                </c:pt>
                <c:pt idx="14">
                  <c:v>45536</c:v>
                </c:pt>
                <c:pt idx="15">
                  <c:v>45566</c:v>
                </c:pt>
                <c:pt idx="16">
                  <c:v>45597</c:v>
                </c:pt>
                <c:pt idx="17">
                  <c:v>45627</c:v>
                </c:pt>
                <c:pt idx="18">
                  <c:v>45658</c:v>
                </c:pt>
                <c:pt idx="19">
                  <c:v>45689</c:v>
                </c:pt>
                <c:pt idx="20">
                  <c:v>45717</c:v>
                </c:pt>
                <c:pt idx="21">
                  <c:v>45748</c:v>
                </c:pt>
                <c:pt idx="22">
                  <c:v>45778</c:v>
                </c:pt>
                <c:pt idx="23">
                  <c:v>45809</c:v>
                </c:pt>
              </c:numCache>
            </c:numRef>
          </c:cat>
          <c:val>
            <c:numRef>
              <c:f>Sheet1!$B$2:$B$25</c:f>
              <c:numCache>
                <c:formatCode>General</c:formatCode>
                <c:ptCount val="24"/>
                <c:pt idx="0">
                  <c:v>1466</c:v>
                </c:pt>
                <c:pt idx="1">
                  <c:v>1636</c:v>
                </c:pt>
                <c:pt idx="2">
                  <c:v>1427</c:v>
                </c:pt>
                <c:pt idx="3">
                  <c:v>1643</c:v>
                </c:pt>
                <c:pt idx="4">
                  <c:v>1441</c:v>
                </c:pt>
                <c:pt idx="5">
                  <c:v>1259</c:v>
                </c:pt>
                <c:pt idx="6">
                  <c:v>1638</c:v>
                </c:pt>
                <c:pt idx="7">
                  <c:v>1504</c:v>
                </c:pt>
                <c:pt idx="8">
                  <c:v>1298</c:v>
                </c:pt>
                <c:pt idx="9">
                  <c:v>1301</c:v>
                </c:pt>
                <c:pt idx="10">
                  <c:v>1271</c:v>
                </c:pt>
                <c:pt idx="11">
                  <c:v>1223</c:v>
                </c:pt>
                <c:pt idx="12">
                  <c:v>1303</c:v>
                </c:pt>
                <c:pt idx="13">
                  <c:v>1405</c:v>
                </c:pt>
                <c:pt idx="14">
                  <c:v>1217</c:v>
                </c:pt>
                <c:pt idx="15">
                  <c:v>1248</c:v>
                </c:pt>
                <c:pt idx="16">
                  <c:v>1024</c:v>
                </c:pt>
                <c:pt idx="17">
                  <c:v>988</c:v>
                </c:pt>
                <c:pt idx="18">
                  <c:v>1126</c:v>
                </c:pt>
                <c:pt idx="19">
                  <c:v>1111</c:v>
                </c:pt>
                <c:pt idx="20">
                  <c:v>1114</c:v>
                </c:pt>
                <c:pt idx="21">
                  <c:v>1115</c:v>
                </c:pt>
                <c:pt idx="22">
                  <c:v>1054</c:v>
                </c:pt>
                <c:pt idx="23">
                  <c:v>1184</c:v>
                </c:pt>
              </c:numCache>
            </c:numRef>
          </c:val>
          <c:smooth val="0"/>
          <c:extLst>
            <c:ext xmlns:c16="http://schemas.microsoft.com/office/drawing/2014/chart" uri="{C3380CC4-5D6E-409C-BE32-E72D297353CC}">
              <c16:uniqueId val="{00000000-3D25-4398-AF95-B7DC139A660D}"/>
            </c:ext>
          </c:extLst>
        </c:ser>
        <c:ser>
          <c:idx val="1"/>
          <c:order val="1"/>
          <c:tx>
            <c:strRef>
              <c:f>Sheet1!$C$1</c:f>
              <c:strCache>
                <c:ptCount val="1"/>
                <c:pt idx="0">
                  <c:v>RINVOQ</c:v>
                </c:pt>
              </c:strCache>
            </c:strRef>
          </c:tx>
          <c:spPr>
            <a:ln w="28575" cap="rnd">
              <a:solidFill>
                <a:srgbClr val="00B0F0"/>
              </a:solidFill>
              <a:round/>
            </a:ln>
            <a:effectLst/>
          </c:spPr>
          <c:marker>
            <c:symbol val="none"/>
          </c:marker>
          <c:cat>
            <c:numRef>
              <c:f>Sheet1!$A$2:$A$25</c:f>
              <c:numCache>
                <c:formatCode>[$-409]mmm\-yy;@</c:formatCode>
                <c:ptCount val="24"/>
                <c:pt idx="0">
                  <c:v>45108</c:v>
                </c:pt>
                <c:pt idx="1">
                  <c:v>45139</c:v>
                </c:pt>
                <c:pt idx="2">
                  <c:v>45170</c:v>
                </c:pt>
                <c:pt idx="3">
                  <c:v>45200</c:v>
                </c:pt>
                <c:pt idx="4">
                  <c:v>45231</c:v>
                </c:pt>
                <c:pt idx="5">
                  <c:v>45261</c:v>
                </c:pt>
                <c:pt idx="6">
                  <c:v>45292</c:v>
                </c:pt>
                <c:pt idx="7">
                  <c:v>45323</c:v>
                </c:pt>
                <c:pt idx="8">
                  <c:v>45352</c:v>
                </c:pt>
                <c:pt idx="9">
                  <c:v>45383</c:v>
                </c:pt>
                <c:pt idx="10">
                  <c:v>45413</c:v>
                </c:pt>
                <c:pt idx="11">
                  <c:v>45444</c:v>
                </c:pt>
                <c:pt idx="12">
                  <c:v>45474</c:v>
                </c:pt>
                <c:pt idx="13">
                  <c:v>45505</c:v>
                </c:pt>
                <c:pt idx="14">
                  <c:v>45536</c:v>
                </c:pt>
                <c:pt idx="15">
                  <c:v>45566</c:v>
                </c:pt>
                <c:pt idx="16">
                  <c:v>45597</c:v>
                </c:pt>
                <c:pt idx="17">
                  <c:v>45627</c:v>
                </c:pt>
                <c:pt idx="18">
                  <c:v>45658</c:v>
                </c:pt>
                <c:pt idx="19">
                  <c:v>45689</c:v>
                </c:pt>
                <c:pt idx="20">
                  <c:v>45717</c:v>
                </c:pt>
                <c:pt idx="21">
                  <c:v>45748</c:v>
                </c:pt>
                <c:pt idx="22">
                  <c:v>45778</c:v>
                </c:pt>
                <c:pt idx="23">
                  <c:v>45809</c:v>
                </c:pt>
              </c:numCache>
            </c:numRef>
          </c:cat>
          <c:val>
            <c:numRef>
              <c:f>Sheet1!$C$2:$C$25</c:f>
              <c:numCache>
                <c:formatCode>General</c:formatCode>
                <c:ptCount val="24"/>
                <c:pt idx="0">
                  <c:v>1071</c:v>
                </c:pt>
                <c:pt idx="1">
                  <c:v>1360</c:v>
                </c:pt>
                <c:pt idx="2">
                  <c:v>1268</c:v>
                </c:pt>
                <c:pt idx="3">
                  <c:v>1366</c:v>
                </c:pt>
                <c:pt idx="4">
                  <c:v>1277</c:v>
                </c:pt>
                <c:pt idx="5">
                  <c:v>1191</c:v>
                </c:pt>
                <c:pt idx="6">
                  <c:v>1649</c:v>
                </c:pt>
                <c:pt idx="7">
                  <c:v>1420</c:v>
                </c:pt>
                <c:pt idx="8">
                  <c:v>1379</c:v>
                </c:pt>
                <c:pt idx="9">
                  <c:v>1468</c:v>
                </c:pt>
                <c:pt idx="10">
                  <c:v>1421</c:v>
                </c:pt>
                <c:pt idx="11">
                  <c:v>1556</c:v>
                </c:pt>
                <c:pt idx="12">
                  <c:v>1560</c:v>
                </c:pt>
                <c:pt idx="13">
                  <c:v>1544</c:v>
                </c:pt>
                <c:pt idx="14">
                  <c:v>1404</c:v>
                </c:pt>
                <c:pt idx="15">
                  <c:v>1489</c:v>
                </c:pt>
                <c:pt idx="16">
                  <c:v>1248</c:v>
                </c:pt>
                <c:pt idx="17">
                  <c:v>1353</c:v>
                </c:pt>
                <c:pt idx="18">
                  <c:v>1588</c:v>
                </c:pt>
                <c:pt idx="19">
                  <c:v>1529</c:v>
                </c:pt>
                <c:pt idx="20">
                  <c:v>1549</c:v>
                </c:pt>
                <c:pt idx="21">
                  <c:v>1605</c:v>
                </c:pt>
                <c:pt idx="22">
                  <c:v>1457</c:v>
                </c:pt>
                <c:pt idx="23">
                  <c:v>1459</c:v>
                </c:pt>
              </c:numCache>
            </c:numRef>
          </c:val>
          <c:smooth val="0"/>
          <c:extLst>
            <c:ext xmlns:c16="http://schemas.microsoft.com/office/drawing/2014/chart" uri="{C3380CC4-5D6E-409C-BE32-E72D297353CC}">
              <c16:uniqueId val="{00000001-3D25-4398-AF95-B7DC139A660D}"/>
            </c:ext>
          </c:extLst>
        </c:ser>
        <c:ser>
          <c:idx val="2"/>
          <c:order val="2"/>
          <c:tx>
            <c:strRef>
              <c:f>Sheet1!$D$1</c:f>
              <c:strCache>
                <c:ptCount val="1"/>
                <c:pt idx="0">
                  <c:v>HUMIRA</c:v>
                </c:pt>
              </c:strCache>
            </c:strRef>
          </c:tx>
          <c:spPr>
            <a:ln w="28575" cap="rnd">
              <a:solidFill>
                <a:srgbClr val="FF00FF"/>
              </a:solidFill>
              <a:round/>
            </a:ln>
            <a:effectLst/>
          </c:spPr>
          <c:marker>
            <c:symbol val="none"/>
          </c:marker>
          <c:cat>
            <c:numRef>
              <c:f>Sheet1!$A$2:$A$25</c:f>
              <c:numCache>
                <c:formatCode>[$-409]mmm\-yy;@</c:formatCode>
                <c:ptCount val="24"/>
                <c:pt idx="0">
                  <c:v>45108</c:v>
                </c:pt>
                <c:pt idx="1">
                  <c:v>45139</c:v>
                </c:pt>
                <c:pt idx="2">
                  <c:v>45170</c:v>
                </c:pt>
                <c:pt idx="3">
                  <c:v>45200</c:v>
                </c:pt>
                <c:pt idx="4">
                  <c:v>45231</c:v>
                </c:pt>
                <c:pt idx="5">
                  <c:v>45261</c:v>
                </c:pt>
                <c:pt idx="6">
                  <c:v>45292</c:v>
                </c:pt>
                <c:pt idx="7">
                  <c:v>45323</c:v>
                </c:pt>
                <c:pt idx="8">
                  <c:v>45352</c:v>
                </c:pt>
                <c:pt idx="9">
                  <c:v>45383</c:v>
                </c:pt>
                <c:pt idx="10">
                  <c:v>45413</c:v>
                </c:pt>
                <c:pt idx="11">
                  <c:v>45444</c:v>
                </c:pt>
                <c:pt idx="12">
                  <c:v>45474</c:v>
                </c:pt>
                <c:pt idx="13">
                  <c:v>45505</c:v>
                </c:pt>
                <c:pt idx="14">
                  <c:v>45536</c:v>
                </c:pt>
                <c:pt idx="15">
                  <c:v>45566</c:v>
                </c:pt>
                <c:pt idx="16">
                  <c:v>45597</c:v>
                </c:pt>
                <c:pt idx="17">
                  <c:v>45627</c:v>
                </c:pt>
                <c:pt idx="18">
                  <c:v>45658</c:v>
                </c:pt>
                <c:pt idx="19">
                  <c:v>45689</c:v>
                </c:pt>
                <c:pt idx="20">
                  <c:v>45717</c:v>
                </c:pt>
                <c:pt idx="21">
                  <c:v>45748</c:v>
                </c:pt>
                <c:pt idx="22">
                  <c:v>45778</c:v>
                </c:pt>
                <c:pt idx="23">
                  <c:v>45809</c:v>
                </c:pt>
              </c:numCache>
            </c:numRef>
          </c:cat>
          <c:val>
            <c:numRef>
              <c:f>Sheet1!$D$2:$D$25</c:f>
              <c:numCache>
                <c:formatCode>General</c:formatCode>
                <c:ptCount val="24"/>
                <c:pt idx="0">
                  <c:v>1310</c:v>
                </c:pt>
                <c:pt idx="1">
                  <c:v>1632</c:v>
                </c:pt>
                <c:pt idx="2">
                  <c:v>1444</c:v>
                </c:pt>
                <c:pt idx="3">
                  <c:v>1474</c:v>
                </c:pt>
                <c:pt idx="4">
                  <c:v>1472</c:v>
                </c:pt>
                <c:pt idx="5">
                  <c:v>1187</c:v>
                </c:pt>
                <c:pt idx="6">
                  <c:v>2295</c:v>
                </c:pt>
                <c:pt idx="7">
                  <c:v>1521</c:v>
                </c:pt>
                <c:pt idx="8">
                  <c:v>1262</c:v>
                </c:pt>
                <c:pt idx="9">
                  <c:v>1083</c:v>
                </c:pt>
                <c:pt idx="10">
                  <c:v>994</c:v>
                </c:pt>
                <c:pt idx="11">
                  <c:v>825</c:v>
                </c:pt>
                <c:pt idx="12">
                  <c:v>1204</c:v>
                </c:pt>
                <c:pt idx="13">
                  <c:v>982</c:v>
                </c:pt>
                <c:pt idx="14">
                  <c:v>948</c:v>
                </c:pt>
                <c:pt idx="15">
                  <c:v>840</c:v>
                </c:pt>
                <c:pt idx="16">
                  <c:v>695</c:v>
                </c:pt>
                <c:pt idx="17">
                  <c:v>689</c:v>
                </c:pt>
                <c:pt idx="18">
                  <c:v>768</c:v>
                </c:pt>
                <c:pt idx="19">
                  <c:v>618</c:v>
                </c:pt>
                <c:pt idx="20">
                  <c:v>588</c:v>
                </c:pt>
                <c:pt idx="21">
                  <c:v>490</c:v>
                </c:pt>
                <c:pt idx="22">
                  <c:v>439</c:v>
                </c:pt>
                <c:pt idx="23">
                  <c:v>434</c:v>
                </c:pt>
              </c:numCache>
            </c:numRef>
          </c:val>
          <c:smooth val="0"/>
          <c:extLst>
            <c:ext xmlns:c16="http://schemas.microsoft.com/office/drawing/2014/chart" uri="{C3380CC4-5D6E-409C-BE32-E72D297353CC}">
              <c16:uniqueId val="{00000002-3D25-4398-AF95-B7DC139A660D}"/>
            </c:ext>
          </c:extLst>
        </c:ser>
        <c:ser>
          <c:idx val="3"/>
          <c:order val="3"/>
          <c:tx>
            <c:strRef>
              <c:f>Sheet1!$E$1</c:f>
              <c:strCache>
                <c:ptCount val="1"/>
                <c:pt idx="0">
                  <c:v>STELARA</c:v>
                </c:pt>
              </c:strCache>
            </c:strRef>
          </c:tx>
          <c:spPr>
            <a:ln w="28575" cap="rnd">
              <a:solidFill>
                <a:srgbClr val="FFC000"/>
              </a:solidFill>
              <a:round/>
            </a:ln>
            <a:effectLst/>
          </c:spPr>
          <c:marker>
            <c:symbol val="none"/>
          </c:marker>
          <c:cat>
            <c:numRef>
              <c:f>Sheet1!$A$2:$A$25</c:f>
              <c:numCache>
                <c:formatCode>[$-409]mmm\-yy;@</c:formatCode>
                <c:ptCount val="24"/>
                <c:pt idx="0">
                  <c:v>45108</c:v>
                </c:pt>
                <c:pt idx="1">
                  <c:v>45139</c:v>
                </c:pt>
                <c:pt idx="2">
                  <c:v>45170</c:v>
                </c:pt>
                <c:pt idx="3">
                  <c:v>45200</c:v>
                </c:pt>
                <c:pt idx="4">
                  <c:v>45231</c:v>
                </c:pt>
                <c:pt idx="5">
                  <c:v>45261</c:v>
                </c:pt>
                <c:pt idx="6">
                  <c:v>45292</c:v>
                </c:pt>
                <c:pt idx="7">
                  <c:v>45323</c:v>
                </c:pt>
                <c:pt idx="8">
                  <c:v>45352</c:v>
                </c:pt>
                <c:pt idx="9">
                  <c:v>45383</c:v>
                </c:pt>
                <c:pt idx="10">
                  <c:v>45413</c:v>
                </c:pt>
                <c:pt idx="11">
                  <c:v>45444</c:v>
                </c:pt>
                <c:pt idx="12">
                  <c:v>45474</c:v>
                </c:pt>
                <c:pt idx="13">
                  <c:v>45505</c:v>
                </c:pt>
                <c:pt idx="14">
                  <c:v>45536</c:v>
                </c:pt>
                <c:pt idx="15">
                  <c:v>45566</c:v>
                </c:pt>
                <c:pt idx="16">
                  <c:v>45597</c:v>
                </c:pt>
                <c:pt idx="17">
                  <c:v>45627</c:v>
                </c:pt>
                <c:pt idx="18">
                  <c:v>45658</c:v>
                </c:pt>
                <c:pt idx="19">
                  <c:v>45689</c:v>
                </c:pt>
                <c:pt idx="20">
                  <c:v>45717</c:v>
                </c:pt>
                <c:pt idx="21">
                  <c:v>45748</c:v>
                </c:pt>
                <c:pt idx="22">
                  <c:v>45778</c:v>
                </c:pt>
                <c:pt idx="23">
                  <c:v>45809</c:v>
                </c:pt>
              </c:numCache>
            </c:numRef>
          </c:cat>
          <c:val>
            <c:numRef>
              <c:f>Sheet1!$E$2:$E$25</c:f>
              <c:numCache>
                <c:formatCode>General</c:formatCode>
                <c:ptCount val="24"/>
                <c:pt idx="0">
                  <c:v>1841</c:v>
                </c:pt>
                <c:pt idx="1">
                  <c:v>2080</c:v>
                </c:pt>
                <c:pt idx="2">
                  <c:v>1749</c:v>
                </c:pt>
                <c:pt idx="3">
                  <c:v>1898</c:v>
                </c:pt>
                <c:pt idx="4">
                  <c:v>1650</c:v>
                </c:pt>
                <c:pt idx="5">
                  <c:v>1537</c:v>
                </c:pt>
                <c:pt idx="6">
                  <c:v>1890</c:v>
                </c:pt>
                <c:pt idx="7">
                  <c:v>1760</c:v>
                </c:pt>
                <c:pt idx="8">
                  <c:v>1510</c:v>
                </c:pt>
                <c:pt idx="9">
                  <c:v>1571</c:v>
                </c:pt>
                <c:pt idx="10">
                  <c:v>1650</c:v>
                </c:pt>
                <c:pt idx="11">
                  <c:v>1510</c:v>
                </c:pt>
                <c:pt idx="12">
                  <c:v>1895</c:v>
                </c:pt>
                <c:pt idx="13">
                  <c:v>2100</c:v>
                </c:pt>
                <c:pt idx="14">
                  <c:v>1357</c:v>
                </c:pt>
                <c:pt idx="15">
                  <c:v>1281</c:v>
                </c:pt>
                <c:pt idx="16">
                  <c:v>944</c:v>
                </c:pt>
                <c:pt idx="17">
                  <c:v>917</c:v>
                </c:pt>
                <c:pt idx="18">
                  <c:v>1002</c:v>
                </c:pt>
                <c:pt idx="19">
                  <c:v>988</c:v>
                </c:pt>
                <c:pt idx="20">
                  <c:v>878</c:v>
                </c:pt>
                <c:pt idx="21">
                  <c:v>853</c:v>
                </c:pt>
                <c:pt idx="22">
                  <c:v>678</c:v>
                </c:pt>
                <c:pt idx="23">
                  <c:v>638</c:v>
                </c:pt>
              </c:numCache>
            </c:numRef>
          </c:val>
          <c:smooth val="0"/>
          <c:extLst>
            <c:ext xmlns:c16="http://schemas.microsoft.com/office/drawing/2014/chart" uri="{C3380CC4-5D6E-409C-BE32-E72D297353CC}">
              <c16:uniqueId val="{00000003-3D25-4398-AF95-B7DC139A660D}"/>
            </c:ext>
          </c:extLst>
        </c:ser>
        <c:ser>
          <c:idx val="4"/>
          <c:order val="4"/>
          <c:tx>
            <c:strRef>
              <c:f>Sheet1!$F$1</c:f>
              <c:strCache>
                <c:ptCount val="1"/>
                <c:pt idx="0">
                  <c:v>SKYRIZI</c:v>
                </c:pt>
              </c:strCache>
            </c:strRef>
          </c:tx>
          <c:spPr>
            <a:ln w="28575" cap="rnd">
              <a:solidFill>
                <a:schemeClr val="accent1"/>
              </a:solidFill>
              <a:round/>
            </a:ln>
            <a:effectLst/>
          </c:spPr>
          <c:marker>
            <c:symbol val="none"/>
          </c:marker>
          <c:dPt>
            <c:idx val="11"/>
            <c:marker>
              <c:symbol val="diamond"/>
              <c:size val="8"/>
              <c:spPr>
                <a:solidFill>
                  <a:schemeClr val="accent2"/>
                </a:solidFill>
                <a:ln w="9525">
                  <a:solidFill>
                    <a:schemeClr val="accent1"/>
                  </a:solidFill>
                </a:ln>
                <a:effectLst/>
              </c:spPr>
            </c:marker>
            <c:bubble3D val="0"/>
            <c:extLst>
              <c:ext xmlns:c16="http://schemas.microsoft.com/office/drawing/2014/chart" uri="{C3380CC4-5D6E-409C-BE32-E72D297353CC}">
                <c16:uniqueId val="{00000004-3D25-4398-AF95-B7DC139A660D}"/>
              </c:ext>
            </c:extLst>
          </c:dPt>
          <c:cat>
            <c:numRef>
              <c:f>Sheet1!$A$2:$A$25</c:f>
              <c:numCache>
                <c:formatCode>[$-409]mmm\-yy;@</c:formatCode>
                <c:ptCount val="24"/>
                <c:pt idx="0">
                  <c:v>45108</c:v>
                </c:pt>
                <c:pt idx="1">
                  <c:v>45139</c:v>
                </c:pt>
                <c:pt idx="2">
                  <c:v>45170</c:v>
                </c:pt>
                <c:pt idx="3">
                  <c:v>45200</c:v>
                </c:pt>
                <c:pt idx="4">
                  <c:v>45231</c:v>
                </c:pt>
                <c:pt idx="5">
                  <c:v>45261</c:v>
                </c:pt>
                <c:pt idx="6">
                  <c:v>45292</c:v>
                </c:pt>
                <c:pt idx="7">
                  <c:v>45323</c:v>
                </c:pt>
                <c:pt idx="8">
                  <c:v>45352</c:v>
                </c:pt>
                <c:pt idx="9">
                  <c:v>45383</c:v>
                </c:pt>
                <c:pt idx="10">
                  <c:v>45413</c:v>
                </c:pt>
                <c:pt idx="11">
                  <c:v>45444</c:v>
                </c:pt>
                <c:pt idx="12">
                  <c:v>45474</c:v>
                </c:pt>
                <c:pt idx="13">
                  <c:v>45505</c:v>
                </c:pt>
                <c:pt idx="14">
                  <c:v>45536</c:v>
                </c:pt>
                <c:pt idx="15">
                  <c:v>45566</c:v>
                </c:pt>
                <c:pt idx="16">
                  <c:v>45597</c:v>
                </c:pt>
                <c:pt idx="17">
                  <c:v>45627</c:v>
                </c:pt>
                <c:pt idx="18">
                  <c:v>45658</c:v>
                </c:pt>
                <c:pt idx="19">
                  <c:v>45689</c:v>
                </c:pt>
                <c:pt idx="20">
                  <c:v>45717</c:v>
                </c:pt>
                <c:pt idx="21">
                  <c:v>45748</c:v>
                </c:pt>
                <c:pt idx="22">
                  <c:v>45778</c:v>
                </c:pt>
                <c:pt idx="23">
                  <c:v>45809</c:v>
                </c:pt>
              </c:numCache>
            </c:numRef>
          </c:cat>
          <c:val>
            <c:numRef>
              <c:f>Sheet1!$F$2:$F$25</c:f>
              <c:numCache>
                <c:formatCode>General</c:formatCode>
                <c:ptCount val="24"/>
                <c:pt idx="0">
                  <c:v>1176</c:v>
                </c:pt>
                <c:pt idx="1">
                  <c:v>1170</c:v>
                </c:pt>
                <c:pt idx="2">
                  <c:v>1068</c:v>
                </c:pt>
                <c:pt idx="3">
                  <c:v>1265</c:v>
                </c:pt>
                <c:pt idx="4">
                  <c:v>1264</c:v>
                </c:pt>
                <c:pt idx="5">
                  <c:v>1296</c:v>
                </c:pt>
                <c:pt idx="6">
                  <c:v>1571</c:v>
                </c:pt>
                <c:pt idx="7">
                  <c:v>1590</c:v>
                </c:pt>
                <c:pt idx="8">
                  <c:v>1418</c:v>
                </c:pt>
                <c:pt idx="9">
                  <c:v>1643</c:v>
                </c:pt>
                <c:pt idx="10">
                  <c:v>1697</c:v>
                </c:pt>
                <c:pt idx="11">
                  <c:v>1647</c:v>
                </c:pt>
                <c:pt idx="12">
                  <c:v>1851</c:v>
                </c:pt>
                <c:pt idx="13">
                  <c:v>2372</c:v>
                </c:pt>
                <c:pt idx="14">
                  <c:v>2324</c:v>
                </c:pt>
                <c:pt idx="15">
                  <c:v>2738</c:v>
                </c:pt>
                <c:pt idx="16">
                  <c:v>2428</c:v>
                </c:pt>
                <c:pt idx="17">
                  <c:v>2534</c:v>
                </c:pt>
                <c:pt idx="18">
                  <c:v>2883</c:v>
                </c:pt>
                <c:pt idx="19">
                  <c:v>2898</c:v>
                </c:pt>
                <c:pt idx="20">
                  <c:v>2937</c:v>
                </c:pt>
                <c:pt idx="21">
                  <c:v>3127</c:v>
                </c:pt>
                <c:pt idx="22">
                  <c:v>2856</c:v>
                </c:pt>
                <c:pt idx="23">
                  <c:v>2946</c:v>
                </c:pt>
              </c:numCache>
            </c:numRef>
          </c:val>
          <c:smooth val="0"/>
          <c:extLst>
            <c:ext xmlns:c16="http://schemas.microsoft.com/office/drawing/2014/chart" uri="{C3380CC4-5D6E-409C-BE32-E72D297353CC}">
              <c16:uniqueId val="{00000005-3D25-4398-AF95-B7DC139A660D}"/>
            </c:ext>
          </c:extLst>
        </c:ser>
        <c:ser>
          <c:idx val="5"/>
          <c:order val="5"/>
          <c:tx>
            <c:strRef>
              <c:f>Sheet1!$G$1</c:f>
              <c:strCache>
                <c:ptCount val="1"/>
                <c:pt idx="0">
                  <c:v>TREMFYA</c:v>
                </c:pt>
              </c:strCache>
            </c:strRef>
          </c:tx>
          <c:spPr>
            <a:ln w="28575" cap="rnd">
              <a:solidFill>
                <a:srgbClr val="7D8394"/>
              </a:solidFill>
              <a:round/>
            </a:ln>
            <a:effectLst/>
          </c:spPr>
          <c:marker>
            <c:symbol val="none"/>
          </c:marker>
          <c:dPt>
            <c:idx val="14"/>
            <c:marker>
              <c:symbol val="diamond"/>
              <c:size val="8"/>
              <c:spPr>
                <a:solidFill>
                  <a:schemeClr val="accent5">
                    <a:lumMod val="60000"/>
                  </a:schemeClr>
                </a:solidFill>
                <a:ln w="9525">
                  <a:solidFill>
                    <a:srgbClr val="7D8394"/>
                  </a:solidFill>
                </a:ln>
                <a:effectLst/>
              </c:spPr>
            </c:marker>
            <c:bubble3D val="0"/>
            <c:extLst>
              <c:ext xmlns:c16="http://schemas.microsoft.com/office/drawing/2014/chart" uri="{C3380CC4-5D6E-409C-BE32-E72D297353CC}">
                <c16:uniqueId val="{00000006-3D25-4398-AF95-B7DC139A660D}"/>
              </c:ext>
            </c:extLst>
          </c:dPt>
          <c:dPt>
            <c:idx val="20"/>
            <c:marker>
              <c:symbol val="diamond"/>
              <c:size val="8"/>
              <c:spPr>
                <a:solidFill>
                  <a:schemeClr val="accent5">
                    <a:lumMod val="60000"/>
                  </a:schemeClr>
                </a:solidFill>
                <a:ln w="9525">
                  <a:solidFill>
                    <a:srgbClr val="7D8394"/>
                  </a:solidFill>
                </a:ln>
                <a:effectLst/>
              </c:spPr>
            </c:marker>
            <c:bubble3D val="0"/>
            <c:extLst>
              <c:ext xmlns:c16="http://schemas.microsoft.com/office/drawing/2014/chart" uri="{C3380CC4-5D6E-409C-BE32-E72D297353CC}">
                <c16:uniqueId val="{00000007-3D25-4398-AF95-B7DC139A660D}"/>
              </c:ext>
            </c:extLst>
          </c:dPt>
          <c:cat>
            <c:numRef>
              <c:f>Sheet1!$A$2:$A$25</c:f>
              <c:numCache>
                <c:formatCode>[$-409]mmm\-yy;@</c:formatCode>
                <c:ptCount val="24"/>
                <c:pt idx="0">
                  <c:v>45108</c:v>
                </c:pt>
                <c:pt idx="1">
                  <c:v>45139</c:v>
                </c:pt>
                <c:pt idx="2">
                  <c:v>45170</c:v>
                </c:pt>
                <c:pt idx="3">
                  <c:v>45200</c:v>
                </c:pt>
                <c:pt idx="4">
                  <c:v>45231</c:v>
                </c:pt>
                <c:pt idx="5">
                  <c:v>45261</c:v>
                </c:pt>
                <c:pt idx="6">
                  <c:v>45292</c:v>
                </c:pt>
                <c:pt idx="7">
                  <c:v>45323</c:v>
                </c:pt>
                <c:pt idx="8">
                  <c:v>45352</c:v>
                </c:pt>
                <c:pt idx="9">
                  <c:v>45383</c:v>
                </c:pt>
                <c:pt idx="10">
                  <c:v>45413</c:v>
                </c:pt>
                <c:pt idx="11">
                  <c:v>45444</c:v>
                </c:pt>
                <c:pt idx="12">
                  <c:v>45474</c:v>
                </c:pt>
                <c:pt idx="13">
                  <c:v>45505</c:v>
                </c:pt>
                <c:pt idx="14">
                  <c:v>45536</c:v>
                </c:pt>
                <c:pt idx="15">
                  <c:v>45566</c:v>
                </c:pt>
                <c:pt idx="16">
                  <c:v>45597</c:v>
                </c:pt>
                <c:pt idx="17">
                  <c:v>45627</c:v>
                </c:pt>
                <c:pt idx="18">
                  <c:v>45658</c:v>
                </c:pt>
                <c:pt idx="19">
                  <c:v>45689</c:v>
                </c:pt>
                <c:pt idx="20">
                  <c:v>45717</c:v>
                </c:pt>
                <c:pt idx="21">
                  <c:v>45748</c:v>
                </c:pt>
                <c:pt idx="22">
                  <c:v>45778</c:v>
                </c:pt>
                <c:pt idx="23">
                  <c:v>45809</c:v>
                </c:pt>
              </c:numCache>
            </c:numRef>
          </c:cat>
          <c:val>
            <c:numRef>
              <c:f>Sheet1!$G$2:$G$25</c:f>
              <c:numCache>
                <c:formatCode>General</c:formatCode>
                <c:ptCount val="24"/>
                <c:pt idx="0">
                  <c:v>18</c:v>
                </c:pt>
                <c:pt idx="1">
                  <c:v>24</c:v>
                </c:pt>
                <c:pt idx="2">
                  <c:v>15</c:v>
                </c:pt>
                <c:pt idx="3">
                  <c:v>31</c:v>
                </c:pt>
                <c:pt idx="4">
                  <c:v>20</c:v>
                </c:pt>
                <c:pt idx="5">
                  <c:v>28</c:v>
                </c:pt>
                <c:pt idx="6">
                  <c:v>26</c:v>
                </c:pt>
                <c:pt idx="7">
                  <c:v>51</c:v>
                </c:pt>
                <c:pt idx="8">
                  <c:v>22</c:v>
                </c:pt>
                <c:pt idx="9">
                  <c:v>33</c:v>
                </c:pt>
                <c:pt idx="10">
                  <c:v>30</c:v>
                </c:pt>
                <c:pt idx="11">
                  <c:v>62</c:v>
                </c:pt>
                <c:pt idx="12">
                  <c:v>69</c:v>
                </c:pt>
                <c:pt idx="13">
                  <c:v>36</c:v>
                </c:pt>
                <c:pt idx="14">
                  <c:v>38</c:v>
                </c:pt>
                <c:pt idx="15">
                  <c:v>72</c:v>
                </c:pt>
                <c:pt idx="16">
                  <c:v>116</c:v>
                </c:pt>
                <c:pt idx="17">
                  <c:v>169</c:v>
                </c:pt>
                <c:pt idx="18">
                  <c:v>306</c:v>
                </c:pt>
                <c:pt idx="19">
                  <c:v>409</c:v>
                </c:pt>
                <c:pt idx="20">
                  <c:v>503</c:v>
                </c:pt>
                <c:pt idx="21">
                  <c:v>634</c:v>
                </c:pt>
                <c:pt idx="22">
                  <c:v>1003</c:v>
                </c:pt>
                <c:pt idx="23">
                  <c:v>1412</c:v>
                </c:pt>
              </c:numCache>
            </c:numRef>
          </c:val>
          <c:smooth val="0"/>
          <c:extLst>
            <c:ext xmlns:c16="http://schemas.microsoft.com/office/drawing/2014/chart" uri="{C3380CC4-5D6E-409C-BE32-E72D297353CC}">
              <c16:uniqueId val="{00000008-3D25-4398-AF95-B7DC139A660D}"/>
            </c:ext>
          </c:extLst>
        </c:ser>
        <c:dLbls>
          <c:showLegendKey val="0"/>
          <c:showVal val="0"/>
          <c:showCatName val="0"/>
          <c:showSerName val="0"/>
          <c:showPercent val="0"/>
          <c:showBubbleSize val="0"/>
        </c:dLbls>
        <c:smooth val="0"/>
        <c:axId val="670764592"/>
        <c:axId val="670764952"/>
      </c:lineChart>
      <c:dateAx>
        <c:axId val="670764592"/>
        <c:scaling>
          <c:orientation val="minMax"/>
        </c:scaling>
        <c:delete val="0"/>
        <c:axPos val="b"/>
        <c:numFmt formatCode="[$-409]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670764952"/>
        <c:crosses val="autoZero"/>
        <c:auto val="1"/>
        <c:lblOffset val="100"/>
        <c:baseTimeUnit val="months"/>
      </c:dateAx>
      <c:valAx>
        <c:axId val="6707649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670764592"/>
        <c:crosses val="autoZero"/>
        <c:crossBetween val="between"/>
      </c:valAx>
      <c:spPr>
        <a:noFill/>
        <a:ln>
          <a:noFill/>
        </a:ln>
        <a:effectLst/>
      </c:spPr>
    </c:plotArea>
    <c:legend>
      <c:legendPos val="b"/>
      <c:layout>
        <c:manualLayout>
          <c:xMode val="edge"/>
          <c:yMode val="edge"/>
          <c:x val="0"/>
          <c:y val="0.88383421975520826"/>
          <c:w val="0.98979523407514813"/>
          <c:h val="9.4043941751631541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solidFill>
            <a:schemeClr val="tx1"/>
          </a:solidFill>
        </a:defRPr>
      </a:pPr>
      <a:endParaRPr lang="en-US"/>
    </a:p>
  </c:txPr>
  <c:externalData r:id="rId3">
    <c:autoUpdate val="0"/>
  </c:externalData>
</c:chartSpace>
</file>

<file path=ppt/charts/chart6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withinLinear" id="14">
  <a:schemeClr val="accent1"/>
</cs:colorStyle>
</file>

<file path=ppt/charts/colors37.xml><?xml version="1.0" encoding="utf-8"?>
<cs:colorStyle xmlns:cs="http://schemas.microsoft.com/office/drawing/2012/chartStyle" xmlns:a="http://schemas.openxmlformats.org/drawingml/2006/main" meth="withinLinear" id="14">
  <a:schemeClr val="accent1"/>
</cs:colorStyle>
</file>

<file path=ppt/charts/colors38.xml><?xml version="1.0" encoding="utf-8"?>
<cs:colorStyle xmlns:cs="http://schemas.microsoft.com/office/drawing/2012/chartStyle" xmlns:a="http://schemas.openxmlformats.org/drawingml/2006/main" meth="withinLinear" id="14">
  <a:schemeClr val="accent1"/>
</cs:colorStyle>
</file>

<file path=ppt/charts/colors39.xml><?xml version="1.0" encoding="utf-8"?>
<cs:colorStyle xmlns:cs="http://schemas.microsoft.com/office/drawing/2012/chartStyle" xmlns:a="http://schemas.openxmlformats.org/drawingml/2006/main" meth="withinLinear" id="14">
  <a:schemeClr val="accent1"/>
</cs:colorStyle>
</file>

<file path=ppt/charts/colors4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6.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8.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7.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5.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7FE4E461_E628E077.xml><?xml version="1.0" encoding="utf-8"?>
<p188:cmLst xmlns:a="http://schemas.openxmlformats.org/drawingml/2006/main" xmlns:r="http://schemas.openxmlformats.org/officeDocument/2006/relationships" xmlns:p188="http://schemas.microsoft.com/office/powerpoint/2018/8/main">
  <p188:cm id="{B7107BBF-ACF6-4369-BF7E-8FF57BE757AD}" authorId="{3E595246-6514-BA21-4232-77C379CF2649}" created="2026-06-09T13:33:52.323">
    <ac:deMkLst xmlns:ac="http://schemas.microsoft.com/office/drawing/2013/main/command">
      <pc:docMk xmlns:pc="http://schemas.microsoft.com/office/powerpoint/2013/main/command"/>
      <pc:sldMk xmlns:pc="http://schemas.microsoft.com/office/powerpoint/2013/main/command" cId="3861438583" sldId="2145707105"/>
      <ac:graphicFrameMk id="7" creationId="{3EDD0337-EDD4-5D38-09F7-11E27D2EA9F6}"/>
    </ac:deMkLst>
    <p188:txBody>
      <a:bodyPr/>
      <a:lstStyle/>
      <a:p>
        <a:r>
          <a:rPr lang="en-US"/>
          <a:t>I added persistency data. Can you please update formatting and color convention to rest of deck?</a:t>
        </a:r>
      </a:p>
    </p188:txBody>
  </p188:cm>
</p188:cmLst>
</file>

<file path=ppt/comments/modernComment_7FFFFF8A_D5BA8EC9.xml><?xml version="1.0" encoding="utf-8"?>
<p188:cmLst xmlns:a="http://schemas.openxmlformats.org/drawingml/2006/main" xmlns:r="http://schemas.openxmlformats.org/officeDocument/2006/relationships" xmlns:p188="http://schemas.microsoft.com/office/powerpoint/2018/8/main">
  <p188:cm id="{C2280D88-CEE3-4734-A12F-F26D52FA86BC}" authorId="{3E595246-6514-BA21-4232-77C379CF2649}" created="2026-06-08T14:32:20.376">
    <ac:txMkLst xmlns:ac="http://schemas.microsoft.com/office/drawing/2013/main/command">
      <pc:docMk xmlns:pc="http://schemas.microsoft.com/office/powerpoint/2013/main/command"/>
      <pc:sldMk xmlns:pc="http://schemas.microsoft.com/office/powerpoint/2013/main/command" cId="3585773257" sldId="2147483530"/>
      <ac:spMk id="32" creationId="{3A6423E3-0CBB-CA1F-3F63-A9D5623218CA}"/>
      <ac:txMk cp="0" len="17">
        <ac:context len="127" hash="4023061788"/>
      </ac:txMk>
    </ac:txMkLst>
    <p188:pos x="1407464" y="259608"/>
    <p188:txBody>
      <a:bodyPr/>
      <a:lstStyle/>
      <a:p>
        <a:r>
          <a:rPr lang="en-US"/>
          <a:t>When this deck is final, let’s please make these hyperlink to the relevant slide</a:t>
        </a:r>
      </a:p>
    </p188:txBody>
  </p188:cm>
  <p188:cm id="{130EEE4C-E34B-49BA-910A-F4E007C2F15A}" authorId="{3E595246-6514-BA21-4232-77C379CF2649}" created="2026-06-09T16:03:21.406">
    <ac:txMkLst xmlns:ac="http://schemas.microsoft.com/office/drawing/2013/main/command">
      <pc:docMk xmlns:pc="http://schemas.microsoft.com/office/powerpoint/2013/main/command"/>
      <pc:sldMk xmlns:pc="http://schemas.microsoft.com/office/powerpoint/2013/main/command" cId="3585773257" sldId="2147483530"/>
      <ac:spMk id="27" creationId="{9452FC22-DAE7-6B75-C2A6-ECCA8B9B1B26}"/>
      <ac:txMk cp="0" len="7">
        <ac:context len="20" hash="1647357229"/>
      </ac:txMk>
    </ac:txMkLst>
    <p188:pos x="1117646" y="407465"/>
    <p188:txBody>
      <a:bodyPr/>
      <a:lstStyle/>
      <a:p>
        <a:r>
          <a:rPr lang="en-US"/>
          <a:t>Let’s make section 4 about performance and section 5 about strategy. I moved slides, please update table of contents accordingly </a:t>
        </a:r>
      </a:p>
    </p188:txBody>
  </p188:cm>
</p188:cmLst>
</file>

<file path=ppt/comments/modernComment_7FFFFFF4_25591DFE.xml><?xml version="1.0" encoding="utf-8"?>
<p188:cmLst xmlns:a="http://schemas.openxmlformats.org/drawingml/2006/main" xmlns:r="http://schemas.openxmlformats.org/officeDocument/2006/relationships" xmlns:p188="http://schemas.microsoft.com/office/powerpoint/2018/8/main">
  <p188:cm id="{0F7A450E-6C95-49B7-80DD-BD2848033C10}" authorId="{57F6EEA8-49B1-6138-131B-E9BCD1C6E68B}" created="2026-05-05T13:06:07.745">
    <ac:deMkLst xmlns:ac="http://schemas.microsoft.com/office/drawing/2013/main/command">
      <pc:docMk xmlns:pc="http://schemas.microsoft.com/office/powerpoint/2013/main/command"/>
      <pc:sldMk xmlns:pc="http://schemas.microsoft.com/office/powerpoint/2013/main/command" cId="626597374" sldId="2147483636"/>
      <ac:grpSpMk id="20" creationId="{A9D72B28-B469-40E1-BE8C-2B92F6CF8639}"/>
    </ac:deMkLst>
    <p188:replyLst>
      <p188:reply id="{C4479490-D090-4085-AB07-527F3CC02AC3}" authorId="{3E595246-6514-BA21-4232-77C379CF2649}" created="2026-05-12T19:43:01.025">
        <p188:txBody>
          <a:bodyPr/>
          <a:lstStyle/>
          <a:p>
            <a:r>
              <a:rPr lang="en-US"/>
              <a:t>I added names here, please apply to these sources universally</a:t>
            </a:r>
          </a:p>
        </p188:txBody>
      </p188:reply>
      <p188:reply id="{F2265DA8-55FC-4C37-8B44-D0754EB89B53}" authorId="{57F6EEA8-49B1-6138-131B-E9BCD1C6E68B}" created="2026-05-20T13:06:42.584">
        <p188:txBody>
          <a:bodyPr/>
          <a:lstStyle/>
          <a:p>
            <a:r>
              <a:rPr lang="en-US"/>
              <a:t>Thanks Amy, we’ll take this forward from here </a:t>
            </a:r>
          </a:p>
        </p188:txBody>
      </p188:reply>
    </p188:replyLst>
    <p188:txBody>
      <a:bodyPr/>
      <a:lstStyle/>
      <a:p>
        <a:r>
          <a:rPr lang="en-US"/>
          <a:t>Takeda Team- can you please help us fill in who the source owner for each of the documents?</a:t>
        </a:r>
      </a:p>
    </p188:txBody>
  </p188:cm>
  <p188:cm id="{CD691814-C6AA-437F-AA29-03247F5E07F0}" authorId="{3E595246-6514-BA21-4232-77C379CF2649}" created="2026-05-12T19:42:36.749">
    <pc:sldMkLst xmlns:pc="http://schemas.microsoft.com/office/powerpoint/2013/main/command">
      <pc:docMk/>
      <pc:sldMk cId="626597374" sldId="2147483636"/>
    </pc:sldMkLst>
    <p188:replyLst>
      <p188:reply id="{C624AB9B-7D7E-4642-B34D-7DC7D043A8D7}" authorId="{57F6EEA8-49B1-6138-131B-E9BCD1C6E68B}" created="2026-05-20T13:06:56.502">
        <p188:txBody>
          <a:bodyPr/>
          <a:lstStyle/>
          <a:p>
            <a:r>
              <a:rPr lang="en-US"/>
              <a:t>Moving these slides to appendix</a:t>
            </a:r>
          </a:p>
        </p188:txBody>
      </p188:reply>
    </p188:replyLst>
    <p188:txBody>
      <a:bodyPr/>
      <a:lstStyle/>
      <a:p>
        <a:r>
          <a:rPr lang="en-US"/>
          <a:t>Could we add sections to the PPT? This section could be called “index” or something similar. </a:t>
        </a:r>
      </a:p>
    </p188:txBody>
  </p188:cm>
  <p188:cm id="{6CDAD0D0-27E3-4B7D-9626-4DCE699F1866}" authorId="{3E595246-6514-BA21-4232-77C379CF2649}" created="2026-05-12T19:44:31.525">
    <ac:txMkLst xmlns:ac="http://schemas.microsoft.com/office/drawing/2013/main/command">
      <pc:docMk xmlns:pc="http://schemas.microsoft.com/office/powerpoint/2013/main/command"/>
      <pc:sldMk xmlns:pc="http://schemas.microsoft.com/office/powerpoint/2013/main/command" cId="626597374" sldId="2147483636"/>
      <ac:graphicFrameMk id="7" creationId="{450A1596-5CCE-910A-259B-92F448BD22D9}"/>
      <ac:tblMk/>
      <ac:tcMk rowId="1882130136" colId="2852541445"/>
      <ac:txMk cp="0" len="15">
        <ac:context len="16" hash="2795736220"/>
      </ac:txMk>
    </ac:txMkLst>
    <p188:pos x="2071069" y="1387151"/>
    <p188:replyLst>
      <p188:reply id="{FBA14D9D-A6C9-4856-86AE-7DDCEC1CD6E5}" authorId="{57F6EEA8-49B1-6138-131B-E9BCD1C6E68B}" created="2026-05-20T13:07:28.443">
        <p188:txBody>
          <a:bodyPr/>
          <a:lstStyle/>
          <a:p>
            <a:r>
              <a:rPr lang="en-US"/>
              <a:t>Epi source updated; could you please help us with the owner of the same as well</a:t>
            </a:r>
          </a:p>
        </p188:txBody>
      </p188:reply>
    </p188:replyLst>
    <p188:txBody>
      <a:bodyPr/>
      <a:lstStyle/>
      <a:p>
        <a:r>
          <a:rPr lang="en-US"/>
          <a:t>Noticed that epidemiology is in this section, but the Epi publications we shared with you are not in the source doc list?</a:t>
        </a:r>
      </a:p>
    </p188:txBody>
  </p188:cm>
  <p188:cm id="{C4D39101-5488-4D5B-B15E-CFA4B2A65429}" authorId="{3E595246-6514-BA21-4232-77C379CF2649}" created="2026-05-13T01:19:55.010">
    <pc:sldMkLst xmlns:pc="http://schemas.microsoft.com/office/powerpoint/2013/main/command">
      <pc:docMk/>
      <pc:sldMk cId="626597374" sldId="2147483636"/>
    </pc:sldMkLst>
    <p188:replyLst>
      <p188:reply id="{3E15F1FD-89F3-4C3B-8258-FE861EDC6402}" authorId="{57F6EEA8-49B1-6138-131B-E9BCD1C6E68B}" created="2026-05-20T13:07:38.865">
        <p188:txBody>
          <a:bodyPr/>
          <a:lstStyle/>
          <a:p>
            <a:r>
              <a:rPr lang="en-US"/>
              <a:t>Sure, moving the slides to appendix</a:t>
            </a:r>
          </a:p>
        </p188:txBody>
      </p188:reply>
    </p188:replyLst>
    <p188:txBody>
      <a:bodyPr/>
      <a:lstStyle/>
      <a:p>
        <a:r>
          <a:rPr lang="en-US"/>
          <a:t>Might we consider putting these index slides at the end/ in appendix?</a:t>
        </a:r>
      </a:p>
    </p188:txBody>
  </p188:cm>
  <p188:cm id="{835F2717-B9EA-4DEC-B980-96AA08F46290}" authorId="{3E595246-6514-BA21-4232-77C379CF2649}" created="2026-05-19T19:38:20.151">
    <ac:deMkLst xmlns:ac="http://schemas.microsoft.com/office/drawing/2013/main/command">
      <pc:docMk xmlns:pc="http://schemas.microsoft.com/office/powerpoint/2013/main/command"/>
      <pc:sldMk xmlns:pc="http://schemas.microsoft.com/office/powerpoint/2013/main/command" cId="626597374" sldId="2147483636"/>
      <ac:graphicFrameMk id="18" creationId="{45721F73-8078-99AE-931E-DD1F80D5CEFD}"/>
    </ac:deMkLst>
    <p188:replyLst>
      <p188:reply id="{97FEB9AA-1160-4BE0-96F0-C2D02734E045}" authorId="{57F6EEA8-49B1-6138-131B-E9BCD1C6E68B}" created="2026-05-20T13:08:06.673">
        <p188:txBody>
          <a:bodyPr/>
          <a:lstStyle/>
          <a:p>
            <a:r>
              <a:rPr lang="en-US"/>
              <a:t>Updated across</a:t>
            </a:r>
          </a:p>
        </p188:txBody>
      </p188:reply>
    </p188:replyLst>
    <p188:txBody>
      <a:bodyPr/>
      <a:lstStyle/>
      <a:p>
        <a:r>
          <a:rPr lang="en-US"/>
          <a:t>It would be helpful to add an “expected data refresh” column so it is immediately clear what is approaching or has passed a data refresh date. </a:t>
        </a:r>
      </a:p>
    </p188:txBody>
  </p188:cm>
</p188:cmLst>
</file>

<file path=ppt/comments/modernComment_7FFFFFF6_D8F2DEA8.xml><?xml version="1.0" encoding="utf-8"?>
<p188:cmLst xmlns:a="http://schemas.openxmlformats.org/drawingml/2006/main" xmlns:r="http://schemas.openxmlformats.org/officeDocument/2006/relationships" xmlns:p188="http://schemas.microsoft.com/office/powerpoint/2018/8/main">
  <p188:cm id="{609475D3-9EF0-408B-95C0-BACF8E4ED393}" authorId="{57F6EEA8-49B1-6138-131B-E9BCD1C6E68B}" created="2026-05-20T13:10:30.218">
    <ac:deMkLst xmlns:ac="http://schemas.microsoft.com/office/drawing/2013/main/command">
      <pc:docMk xmlns:pc="http://schemas.microsoft.com/office/powerpoint/2013/main/command"/>
      <pc:sldMk xmlns:pc="http://schemas.microsoft.com/office/powerpoint/2013/main/command" cId="3639795368" sldId="2147483638"/>
      <ac:graphicFrameMk id="9" creationId="{D8178012-C8D3-38DE-B583-56795D4E75BD}"/>
    </ac:deMkLst>
    <p188:pos x="5299460" y="4059950"/>
    <p188:txBody>
      <a:bodyPr/>
      <a:lstStyle/>
      <a:p>
        <a:r>
          <a:rPr lang="en-US"/>
          <a:t>Takeda team - Could you please help us with the owner for the Demand study added in the last row</a:t>
        </a:r>
      </a:p>
    </p188:txBody>
  </p188:cm>
</p188:cmLst>
</file>

<file path=ppt/comments/modernComment_7FFFFFF8_F8590AC6.xml><?xml version="1.0" encoding="utf-8"?>
<p188:cmLst xmlns:a="http://schemas.openxmlformats.org/drawingml/2006/main" xmlns:r="http://schemas.openxmlformats.org/officeDocument/2006/relationships" xmlns:p188="http://schemas.microsoft.com/office/powerpoint/2018/8/main">
  <p188:cm id="{3A7CE667-9929-4C7D-97EE-E322D804D035}" authorId="{9412E417-DA38-947F-5925-83B4B8966298}" status="resolved" created="2026-04-15T15:00:46.402" complete="100000">
    <ac:txMkLst xmlns:ac="http://schemas.microsoft.com/office/drawing/2013/main/command">
      <pc:docMk xmlns:pc="http://schemas.microsoft.com/office/powerpoint/2013/main/command"/>
      <pc:sldMk xmlns:pc="http://schemas.microsoft.com/office/powerpoint/2013/main/command" cId="4166585030" sldId="2147483640"/>
      <ac:graphicFrameMk id="41" creationId="{F872051B-D813-556A-6CAE-95C325B121D4}"/>
      <ac:tblMk/>
      <ac:tcMk rowId="3436189811" colId="4061554505"/>
      <ac:txMk cp="21" len="109">
        <ac:context len="184" hash="1709022502"/>
      </ac:txMk>
    </ac:txMkLst>
    <p188:pos x="1503947" y="3639552"/>
    <p188:replyLst>
      <p188:reply id="{6FF30A52-EC13-4724-8793-88022B5F9950}" authorId="{57F6EEA8-49B1-6138-131B-E9BCD1C6E68B}" created="2026-04-23T14:37:00.437">
        <p188:txBody>
          <a:bodyPr/>
          <a:lstStyle/>
          <a:p>
            <a:r>
              <a:rPr lang="en-US"/>
              <a:t>Updated from the Section 5 insights</a:t>
            </a:r>
          </a:p>
        </p188:txBody>
      </p188:reply>
    </p188:replyLst>
    <p188:txBody>
      <a:bodyPr/>
      <a:lstStyle/>
      <a:p>
        <a:r>
          <a:rPr lang="en-US"/>
          <a:t>I would lead with the positive: IV is covered 89% of the time 1L for commercial plans. I will try to find document cite</a:t>
        </a:r>
      </a:p>
    </p188:txBody>
  </p188:cm>
  <p188:cm id="{CC124708-9327-476D-B9DA-B308515C5F83}" authorId="{F2D662C1-2F25-1876-C70E-EE0D8CF5BCE2}" created="2026-05-12T19:25:23.551">
    <ac:txMkLst xmlns:ac="http://schemas.microsoft.com/office/drawing/2013/main/command">
      <pc:docMk xmlns:pc="http://schemas.microsoft.com/office/powerpoint/2013/main/command"/>
      <pc:sldMk xmlns:pc="http://schemas.microsoft.com/office/powerpoint/2013/main/command" cId="4166585030" sldId="2147483640"/>
      <ac:graphicFrameMk id="41" creationId="{F872051B-D813-556A-6CAE-95C325B121D4}"/>
      <ac:tblMk/>
      <ac:tcMk rowId="2295478787" colId="4061554505"/>
      <ac:txMk cp="41" len="47">
        <ac:context len="236" hash="2510630961"/>
      </ac:txMk>
    </ac:txMkLst>
    <p188:pos x="7122808" y="2865352"/>
    <p188:replyLst>
      <p188:reply id="{728BAA6C-22EE-486A-935B-496824B723CE}" authorId="{57F6EEA8-49B1-6138-131B-E9BCD1C6E68B}" created="2026-05-20T14:33:43.481">
        <p188:txBody>
          <a:bodyPr/>
          <a:lstStyle/>
          <a:p>
            <a:r>
              <a:rPr lang="en-US"/>
              <a:t>Updated for clarity</a:t>
            </a:r>
          </a:p>
        </p188:txBody>
      </p188:reply>
    </p188:replyLst>
    <p188:txBody>
      <a:bodyPr/>
      <a:lstStyle/>
      <a:p>
        <a:r>
          <a:rPr lang="en-US"/>
          <a:t>IV induction also creates hurdles on the HCP side re needing 2 PAs 1 for IV an 1 for SC</a:t>
        </a:r>
      </a:p>
    </p188:txBody>
  </p188:cm>
  <p188:cm id="{1D2165DB-030C-4020-9708-98B8FFBB6B97}" authorId="{F2D662C1-2F25-1876-C70E-EE0D8CF5BCE2}" created="2026-05-12T19:34:14.094">
    <ac:txMkLst xmlns:ac="http://schemas.microsoft.com/office/drawing/2013/main/command">
      <pc:docMk xmlns:pc="http://schemas.microsoft.com/office/powerpoint/2013/main/command"/>
      <pc:sldMk xmlns:pc="http://schemas.microsoft.com/office/powerpoint/2013/main/command" cId="4166585030" sldId="2147483640"/>
      <ac:graphicFrameMk id="41" creationId="{F872051B-D813-556A-6CAE-95C325B121D4}"/>
      <ac:tblMk/>
      <ac:tcMk rowId="3550305691" colId="4061554505"/>
      <ac:txMk cp="0">
        <ac:context len="170" hash="837413820"/>
      </ac:txMk>
    </ac:txMkLst>
    <p188:pos x="4989208" y="2081581"/>
    <p188:replyLst>
      <p188:reply id="{DBABFC1F-FCB0-4BAC-AC34-6483623EFC0A}" authorId="{F2D662C1-2F25-1876-C70E-EE0D8CF5BCE2}" created="2026-05-13T14:42:41.009">
        <p188:txBody>
          <a:bodyPr/>
          <a:lstStyle/>
          <a:p>
            <a:r>
              <a:rPr lang="en-US"/>
              <a:t>I think it’s the latter but when you first read it it reads as entyvio valued for its fast onset but then we go on to say remicade and humira are prefered for fast onset</a:t>
            </a:r>
          </a:p>
        </p188:txBody>
      </p188:reply>
      <p188:reply id="{AFAC6796-6AA1-471B-AAC5-BBCC8A6816C5}" authorId="{57F6EEA8-49B1-6138-131B-E9BCD1C6E68B}" created="2026-05-20T14:34:00.669">
        <p188:txBody>
          <a:bodyPr/>
          <a:lstStyle/>
          <a:p>
            <a:r>
              <a:rPr lang="en-US"/>
              <a:t>Entyvio is perceived to have a faster onset in UC than CD, likely due to differences in disease location, while TNFs and IL therapies are generally viewed as rapid-acting across both indications and are therefore often preferred
Reworded the statement to better highlight this</a:t>
            </a:r>
          </a:p>
        </p188:txBody>
      </p188:reply>
    </p188:replyLst>
    <p188:txBody>
      <a:bodyPr/>
      <a:lstStyle/>
      <a:p>
        <a:r>
          <a:rPr lang="en-US"/>
          <a:t>Recco remove ‘Fast onset is highly valued by HCPs, especially in severe cases.’ see note on slide 54. are we saying entyvio is valued for its fast onset or fast onset in general - can we make this more clear</a:t>
        </a:r>
      </a:p>
    </p188:txBody>
  </p188:cm>
  <p188:cm id="{D85B2B2F-5F2E-4AF7-B75B-C8FDE1F5FFC7}" authorId="{3E595246-6514-BA21-4232-77C379CF2649}" created="2026-06-09T16:12:02.118">
    <pc:sldMkLst xmlns:pc="http://schemas.microsoft.com/office/powerpoint/2013/main/command">
      <pc:docMk/>
      <pc:sldMk cId="4166585030" sldId="2147483640"/>
    </pc:sldMkLst>
    <p188:txBody>
      <a:bodyPr/>
      <a:lstStyle/>
      <a:p>
        <a:r>
          <a:rPr lang="en-US"/>
          <a:t>I wonder if this and the next slide should be moved into the previous section?</a:t>
        </a:r>
      </a:p>
    </p188:txBody>
  </p188:cm>
</p188:cmLst>
</file>

<file path=ppt/comments/modernComment_7FFFFFF9_42C4D4AD.xml><?xml version="1.0" encoding="utf-8"?>
<p188:cmLst xmlns:a="http://schemas.openxmlformats.org/drawingml/2006/main" xmlns:r="http://schemas.openxmlformats.org/officeDocument/2006/relationships" xmlns:p188="http://schemas.microsoft.com/office/powerpoint/2018/8/main">
  <p188:cm id="{1D5FCBFA-142C-4A87-BF7E-1418E08A459B}" authorId="{F2D662C1-2F25-1876-C70E-EE0D8CF5BCE2}" created="2026-05-12T19:27:38.489">
    <ac:txMkLst xmlns:ac="http://schemas.microsoft.com/office/drawing/2013/main/command">
      <pc:docMk xmlns:pc="http://schemas.microsoft.com/office/powerpoint/2013/main/command"/>
      <pc:sldMk xmlns:pc="http://schemas.microsoft.com/office/powerpoint/2013/main/command" cId="1120195757" sldId="2147483641"/>
      <ac:graphicFrameMk id="40" creationId="{34E6F82F-FF86-4BA2-4ECC-B2507E091E1F}"/>
      <ac:tblMk/>
      <ac:tcMk rowId="2295478787" colId="4061554505"/>
      <ac:txMk cp="0">
        <ac:context len="236" hash="2510630961"/>
      </ac:txMk>
    </ac:txMkLst>
    <p188:pos x="6545866" y="3083067"/>
    <p188:replyLst>
      <p188:reply id="{1FCF4910-4DBD-4F15-9905-A1C452E7324C}" authorId="{57F6EEA8-49B1-6138-131B-E9BCD1C6E68B}" created="2026-05-20T14:51:37.842">
        <p188:txBody>
          <a:bodyPr/>
          <a:lstStyle/>
          <a:p>
            <a:r>
              <a:rPr lang="en-US"/>
              <a:t>Updated for clarity</a:t>
            </a:r>
          </a:p>
        </p188:txBody>
      </p188:reply>
    </p188:replyLst>
    <p188:txBody>
      <a:bodyPr/>
      <a:lstStyle/>
      <a:p>
        <a:r>
          <a:rPr lang="en-US"/>
          <a:t>Can we nod to a why re two ROAs not being a benefit - because of 2 PAs? Bc ROA is more of a factor pts care about than HCPs?</a:t>
        </a:r>
      </a:p>
    </p188:txBody>
  </p188:cm>
</p188:cmLst>
</file>

<file path=ppt/comments/modernComment_7FFFFFFB_86061A1D.xml><?xml version="1.0" encoding="utf-8"?>
<p188:cmLst xmlns:a="http://schemas.openxmlformats.org/drawingml/2006/main" xmlns:r="http://schemas.openxmlformats.org/officeDocument/2006/relationships" xmlns:p188="http://schemas.microsoft.com/office/powerpoint/2018/8/main">
  <p188:cm id="{785486EF-D9B6-4C1A-AB86-0EE17D07329E}" authorId="{3E595246-6514-BA21-4232-77C379CF2649}" created="2026-05-12T19:41:21.400">
    <pc:sldMkLst xmlns:pc="http://schemas.microsoft.com/office/powerpoint/2013/main/command">
      <pc:docMk/>
      <pc:sldMk cId="2248546845" sldId="2147483643"/>
    </pc:sldMkLst>
    <p188:replyLst>
      <p188:reply id="{3637893E-48B5-4B89-8E08-35FBA273A075}" authorId="{57F6EEA8-49B1-6138-131B-E9BCD1C6E68B}" created="2026-05-20T13:06:13.502">
        <p188:txBody>
          <a:bodyPr/>
          <a:lstStyle/>
          <a:p>
            <a:r>
              <a:rPr lang="en-US"/>
              <a:t>Updated and combined the slide to one, retaining these single slides for comment visibility</a:t>
            </a:r>
          </a:p>
        </p188:txBody>
      </p188:reply>
    </p188:replyLst>
    <p188:txBody>
      <a:bodyPr/>
      <a:lstStyle/>
      <a:p>
        <a:r>
          <a:rPr lang="en-US"/>
          <a:t>Could we get slides 2&amp;3 on a single slide? </a:t>
        </a:r>
      </a:p>
    </p188:txBody>
  </p188:cm>
  <p188:cm id="{C0273890-E449-41E1-91FE-FD1F2C898AF8}" authorId="{3E595246-6514-BA21-4232-77C379CF2649}" created="2026-05-13T01:18:22.337">
    <ac:txMkLst xmlns:ac="http://schemas.microsoft.com/office/drawing/2013/main/command">
      <pc:docMk xmlns:pc="http://schemas.microsoft.com/office/powerpoint/2013/main/command"/>
      <pc:sldMk xmlns:pc="http://schemas.microsoft.com/office/powerpoint/2013/main/command" cId="2248546845" sldId="2147483643"/>
      <ac:spMk id="12" creationId="{94DAA550-906E-2E65-F8E9-E3E7ADADAEAC}"/>
      <ac:txMk cp="0" len="16">
        <ac:context len="17" hash="910981666"/>
      </ac:txMk>
    </ac:txMkLst>
    <p188:pos x="1728204" y="260075"/>
    <p188:replyLst>
      <p188:reply id="{86E04E76-D828-4678-A673-E21DECFB0562}" authorId="{D92C315F-A625-282F-41F4-A2F2E2E116C4}" created="2026-05-13T17:32:03.036">
        <p188:txBody>
          <a:bodyPr/>
          <a:lstStyle/>
          <a:p>
            <a:r>
              <a:rPr lang="en-US"/>
              <a:t>Amy, can you please clarify which patient funnel you’re referring to? Is it the ProcDNA slides 12, 13, 15, and 16?</a:t>
            </a:r>
          </a:p>
        </p188:txBody>
      </p188:reply>
      <p188:reply id="{2DED9DA6-10C2-4E6C-B219-29FE6D0AF8EB}" authorId="{3E595246-6514-BA21-4232-77C379CF2649}" created="2026-05-13T19:17:21.100">
        <p188:txBody>
          <a:bodyPr/>
          <a:lstStyle/>
          <a:p>
            <a:r>
              <a:rPr lang="en-US"/>
              <a:t>No, it’s a single slide view of patient volume. I will get the latest from analytics and upload here.</a:t>
            </a:r>
          </a:p>
        </p188:txBody>
      </p188:reply>
    </p188:replyLst>
    <p188:txBody>
      <a:bodyPr/>
      <a:lstStyle/>
      <a:p>
        <a:r>
          <a:rPr lang="en-US"/>
          <a:t>We are missing the patient funnel </a:t>
        </a:r>
      </a:p>
    </p188:txBody>
  </p188:cm>
</p188:cmLst>
</file>

<file path=ppt/comments/modernComment_7FFFFFFC_3407673A.xml><?xml version="1.0" encoding="utf-8"?>
<p188:cmLst xmlns:a="http://schemas.openxmlformats.org/drawingml/2006/main" xmlns:r="http://schemas.openxmlformats.org/officeDocument/2006/relationships" xmlns:p188="http://schemas.microsoft.com/office/powerpoint/2018/8/main">
  <p188:cm id="{6A0F0ABF-2CC6-451A-9429-392634B06482}" authorId="{3E595246-6514-BA21-4232-77C379CF2649}" status="resolved" created="2026-05-12T19:50:40.259" complete="100000">
    <ac:txMkLst xmlns:ac="http://schemas.microsoft.com/office/drawing/2013/main/command">
      <pc:docMk xmlns:pc="http://schemas.microsoft.com/office/powerpoint/2013/main/command"/>
      <pc:sldMk xmlns:pc="http://schemas.microsoft.com/office/powerpoint/2013/main/command" cId="872900410" sldId="2147483644"/>
      <ac:graphicFrameMk id="7" creationId="{C3ECCE05-A891-6694-A5EE-B873033E45EB}"/>
      <ac:tblMk/>
      <ac:tcMk rowId="3278944042" colId="718503083"/>
      <ac:txMk cp="0" len="136">
        <ac:context len="137" hash="3465886180"/>
      </ac:txMk>
    </ac:txMkLst>
    <p188:pos x="6554894" y="1643604"/>
    <p188:replyLst>
      <p188:reply id="{B45DE31D-6329-4B47-BD65-BCBF57D898F6}" authorId="{57F6EEA8-49B1-6138-131B-E9BCD1C6E68B}" created="2026-05-19T13:56:30.788">
        <p188:txBody>
          <a:bodyPr/>
          <a:lstStyle/>
          <a:p>
            <a:r>
              <a:rPr lang="en-US"/>
              <a:t>Updated</a:t>
            </a:r>
          </a:p>
        </p188:txBody>
      </p188:reply>
    </p188:replyLst>
    <p188:txBody>
      <a:bodyPr/>
      <a:lstStyle/>
      <a:p>
        <a:r>
          <a:rPr lang="en-US"/>
          <a:t>Let’s update this to green. This information exists (not a gap), it just lives outside this document. </a:t>
        </a:r>
      </a:p>
    </p188:txBody>
  </p188:cm>
  <p188:cm id="{95E026AF-09E9-4E13-9136-B7CE09CDA6CA}" authorId="{3E595246-6514-BA21-4232-77C379CF2649}" created="2026-05-12T19:51:00.924">
    <ac:txMkLst xmlns:ac="http://schemas.microsoft.com/office/drawing/2013/main/command">
      <pc:docMk xmlns:pc="http://schemas.microsoft.com/office/powerpoint/2013/main/command"/>
      <pc:sldMk xmlns:pc="http://schemas.microsoft.com/office/powerpoint/2013/main/command" cId="872900410" sldId="2147483644"/>
      <ac:graphicFrameMk id="7" creationId="{C3ECCE05-A891-6694-A5EE-B873033E45EB}"/>
      <ac:tblMk/>
      <ac:tcMk rowId="3178009025" colId="718503083"/>
      <ac:txMk cp="0" len="37">
        <ac:context len="58" hash="2060819506"/>
      </ac:txMk>
    </ac:txMkLst>
    <p188:pos x="6437936" y="2494209"/>
    <p188:replyLst>
      <p188:reply id="{DB7D355E-578C-4567-A074-40454645E383}" authorId="{57F6EEA8-49B1-6138-131B-E9BCD1C6E68B}" created="2026-05-20T13:09:47.355">
        <p188:txBody>
          <a:bodyPr/>
          <a:lstStyle/>
          <a:p>
            <a:r>
              <a:rPr lang="en-US"/>
              <a:t>Updated to reflect that SF data is unavailable for key competitors</a:t>
            </a:r>
          </a:p>
        </p188:txBody>
      </p188:reply>
    </p188:replyLst>
    <p188:txBody>
      <a:bodyPr/>
      <a:lstStyle/>
      <a:p>
        <a:r>
          <a:rPr lang="en-US"/>
          <a:t>Let’s discuss why insufficient- pharmaforce it pretty complete </a:t>
        </a:r>
      </a:p>
    </p188:txBody>
  </p188:cm>
  <p188:cm id="{747F44EC-26A7-4791-BFEF-14FEBF817BF4}" authorId="{3E595246-6514-BA21-4232-77C379CF2649}" created="2026-05-12T19:51:47.798">
    <ac:txMkLst xmlns:ac="http://schemas.microsoft.com/office/drawing/2013/main/command">
      <pc:docMk xmlns:pc="http://schemas.microsoft.com/office/powerpoint/2013/main/command"/>
      <pc:sldMk xmlns:pc="http://schemas.microsoft.com/office/powerpoint/2013/main/command" cId="872900410" sldId="2147483644"/>
      <ac:graphicFrameMk id="7" creationId="{C3ECCE05-A891-6694-A5EE-B873033E45EB}"/>
      <ac:tblMk/>
      <ac:tcMk rowId="2706666633" colId="718503083"/>
      <ac:txMk cp="0" len="45">
        <ac:context len="46" hash="422156204"/>
      </ac:txMk>
    </ac:txMkLst>
    <p188:pos x="6437936" y="3833911"/>
    <p188:replyLst>
      <p188:reply id="{FC35D43C-D439-4924-9A2A-EC25E0C73A53}" authorId="{57F6EEA8-49B1-6138-131B-E9BCD1C6E68B}" created="2026-05-20T13:09:58.245">
        <p188:txBody>
          <a:bodyPr/>
          <a:lstStyle/>
          <a:p>
            <a:r>
              <a:rPr lang="en-US"/>
              <a:t>Updated</a:t>
            </a:r>
          </a:p>
        </p188:txBody>
      </p188:reply>
    </p188:replyLst>
    <p188:txBody>
      <a:bodyPr/>
      <a:lstStyle/>
      <a:p>
        <a:r>
          <a:rPr lang="en-US"/>
          <a:t>Let’s revise the language here, media plan is heavily data backed, just not included in this document.</a:t>
        </a:r>
      </a:p>
    </p188:txBody>
  </p188:cm>
</p188:cmLst>
</file>

<file path=ppt/comments/modernComment_7FFFFFFF_7B99A674.xml><?xml version="1.0" encoding="utf-8"?>
<p188:cmLst xmlns:a="http://schemas.openxmlformats.org/drawingml/2006/main" xmlns:r="http://schemas.openxmlformats.org/officeDocument/2006/relationships" xmlns:p188="http://schemas.microsoft.com/office/powerpoint/2018/8/main">
  <p188:cm id="{2E6459D8-A95C-4236-8136-C99F579E655B}" authorId="{3E595246-6514-BA21-4232-77C379CF2649}" created="2026-06-09T14:41:38.597">
    <ac:deMkLst xmlns:ac="http://schemas.microsoft.com/office/drawing/2013/main/command">
      <pc:docMk xmlns:pc="http://schemas.microsoft.com/office/powerpoint/2013/main/command"/>
      <pc:sldMk xmlns:pc="http://schemas.microsoft.com/office/powerpoint/2013/main/command" cId="2073667188" sldId="2147483647"/>
      <ac:grpSpMk id="243" creationId="{52FAB50D-FA3C-E54C-743A-DADF8593D902}"/>
    </ac:deMkLst>
    <p188:txBody>
      <a:bodyPr/>
      <a:lstStyle/>
      <a:p>
        <a:r>
          <a:rPr lang="en-US"/>
          <a:t>Please double check all the icons. Many are incorrect- e.g. tremfya is a pen not an IV)</a:t>
        </a:r>
      </a:p>
    </p188:txBody>
  </p188:cm>
</p188:cmLst>
</file>

<file path=ppt/comments/modernComment_10A_472E280F.xml><?xml version="1.0" encoding="utf-8"?>
<p188:cmLst xmlns:a="http://schemas.openxmlformats.org/drawingml/2006/main" xmlns:r="http://schemas.openxmlformats.org/officeDocument/2006/relationships" xmlns:p188="http://schemas.microsoft.com/office/powerpoint/2018/8/main">
  <p188:cm id="{1E74777B-D78A-457F-A8EE-FF92CF1852D6}" authorId="{3E595246-6514-BA21-4232-77C379CF2649}" created="2026-06-09T11:33:07.766">
    <ac:deMkLst xmlns:ac="http://schemas.microsoft.com/office/drawing/2013/main/command">
      <pc:docMk xmlns:pc="http://schemas.microsoft.com/office/powerpoint/2013/main/command"/>
      <pc:sldMk xmlns:pc="http://schemas.microsoft.com/office/powerpoint/2013/main/command" cId="1194207247" sldId="266"/>
      <ac:spMk id="217" creationId="{CA53D449-D1EF-CF04-5D41-374AA05534F9}"/>
    </ac:deMkLst>
    <p188:txBody>
      <a:bodyPr/>
      <a:lstStyle/>
      <a:p>
        <a:r>
          <a:rPr lang="en-US"/>
          <a:t>Id rather anchor to Josh’s figures for this vs the PMR journey. Amy to discuss with him</a:t>
        </a:r>
      </a:p>
    </p188:txBody>
  </p188:cm>
</p188:cmLst>
</file>

<file path=ppt/comments/modernComment_10B_2E8A39C1.xml><?xml version="1.0" encoding="utf-8"?>
<p188:cmLst xmlns:a="http://schemas.openxmlformats.org/drawingml/2006/main" xmlns:r="http://schemas.openxmlformats.org/officeDocument/2006/relationships" xmlns:p188="http://schemas.microsoft.com/office/powerpoint/2018/8/main">
  <p188:cm id="{AF41C8DD-F1E2-49FE-93DA-756714BFC764}" authorId="{F2D662C1-2F25-1876-C70E-EE0D8CF5BCE2}" created="2026-03-30T15:03:39.063">
    <ac:txMkLst xmlns:ac="http://schemas.microsoft.com/office/drawing/2013/main/command">
      <pc:docMk xmlns:pc="http://schemas.microsoft.com/office/powerpoint/2013/main/command"/>
      <pc:sldMk xmlns:pc="http://schemas.microsoft.com/office/powerpoint/2013/main/command" cId="780810689" sldId="267"/>
      <ac:spMk id="27" creationId="{528C07B6-2C22-94F9-4CDB-A2E7B7349D7E}"/>
      <ac:txMk cp="59" len="81">
        <ac:context len="340" hash="1986006596"/>
      </ac:txMk>
    </ac:txMkLst>
    <p188:pos x="7513926" y="179255"/>
    <p188:replyLst>
      <p188:reply id="{1D7853FE-1313-43DB-B5DD-1A426815DD14}" authorId="{57F6EEA8-49B1-6138-131B-E9BCD1C6E68B}" created="2026-04-23T18:11:32.184">
        <p188:txBody>
          <a:bodyPr/>
          <a:lstStyle/>
          <a:p>
            <a:r>
              <a:rPr lang="en-US"/>
              <a:t>Aligned on coming back to this at the end to decide how we want to handle (potentially translate references to #s and make a glossary), Takeda would have to handle the linking from their MR SharePoint</a:t>
            </a:r>
          </a:p>
        </p188:txBody>
      </p188:reply>
    </p188:replyLst>
    <p188:txBody>
      <a:bodyPr/>
      <a:lstStyle/>
      <a:p>
        <a:r>
          <a:rPr lang="en-US"/>
          <a:t>Global note - we may want to consider cleaning up report files names and making them more consistent (e.g., simple name of workstream with the month and date). So instead of 2024-12-13_Takeda UC-CD Adult Patient Journey Executive Summary with Chart Audit - let’s just call it “UC-CD Adult Patient Journey Dec 2024” - this will give files a cleaner look and clean up footnotes</a:t>
        </a:r>
      </a:p>
    </p188:txBody>
  </p188:cm>
</p188:cmLst>
</file>

<file path=ppt/comments/modernComment_10C_B7CA591F.xml><?xml version="1.0" encoding="utf-8"?>
<p188:cmLst xmlns:a="http://schemas.openxmlformats.org/drawingml/2006/main" xmlns:r="http://schemas.openxmlformats.org/officeDocument/2006/relationships" xmlns:p188="http://schemas.microsoft.com/office/powerpoint/2018/8/main">
  <p188:cm id="{86707D7C-2BD9-49F5-ACB7-67D540244A6E}" authorId="{9412E417-DA38-947F-5925-83B4B8966298}" status="resolved" created="2026-04-07T17:58:24.581" complete="100000">
    <ac:txMkLst xmlns:ac="http://schemas.microsoft.com/office/drawing/2013/main/command">
      <pc:docMk xmlns:pc="http://schemas.microsoft.com/office/powerpoint/2013/main/command"/>
      <pc:sldMk xmlns:pc="http://schemas.microsoft.com/office/powerpoint/2013/main/command" cId="3083491615" sldId="268"/>
      <ac:spMk id="19" creationId="{22940731-2554-1925-BCAF-28B728523A6C}"/>
      <ac:txMk cp="355" len="4">
        <ac:context len="428" hash="14735200"/>
      </ac:txMk>
    </ac:txMkLst>
    <p188:pos x="1475153" y="1045307"/>
    <p188:replyLst>
      <p188:reply id="{880BDFA7-2E94-4564-9A5A-C68996894A0E}" authorId="{57F6EEA8-49B1-6138-131B-E9BCD1C6E68B}" created="2026-04-23T14:02:42.652">
        <p188:txBody>
          <a:bodyPr/>
          <a:lstStyle/>
          <a:p>
            <a:r>
              <a:rPr lang="en-US"/>
              <a:t>These are TRx market shares, we have clarified accordingly</a:t>
            </a:r>
          </a:p>
        </p188:txBody>
      </p188:reply>
    </p188:replyLst>
    <p188:txBody>
      <a:bodyPr/>
      <a:lstStyle/>
      <a:p>
        <a:r>
          <a:rPr lang="en-US"/>
          <a:t>Where did you get this number? Current share is 10-12%. </a:t>
        </a:r>
      </a:p>
    </p188:txBody>
  </p188:cm>
  <p188:cm id="{FA04A57C-F5D1-4A3C-8402-5465DC7518D1}" authorId="{9412E417-DA38-947F-5925-83B4B8966298}" status="resolved" created="2026-04-07T18:00:06.112" complete="100000">
    <ac:txMkLst xmlns:ac="http://schemas.microsoft.com/office/drawing/2013/main/command">
      <pc:docMk xmlns:pc="http://schemas.microsoft.com/office/powerpoint/2013/main/command"/>
      <pc:sldMk xmlns:pc="http://schemas.microsoft.com/office/powerpoint/2013/main/command" cId="3083491615" sldId="268"/>
      <ac:spMk id="20" creationId="{B5E35FDB-BA13-F2CE-E213-46AE075431E1}"/>
      <ac:txMk cp="34" len="12">
        <ac:context len="401" hash="739785074"/>
      </ac:txMk>
    </ac:txMkLst>
    <p188:pos x="3888153" y="185615"/>
    <p188:replyLst>
      <p188:reply id="{06D64EF3-05EB-4F67-B8C9-B5E2A8AF26EF}" authorId="{57F6EEA8-49B1-6138-131B-E9BCD1C6E68B}" created="2026-04-23T14:05:00.801">
        <p188:txBody>
          <a:bodyPr/>
          <a:lstStyle/>
          <a:p>
            <a:r>
              <a:rPr lang="en-US"/>
              <a:t>Updated the takeaway</a:t>
            </a:r>
          </a:p>
        </p188:txBody>
      </p188:reply>
    </p188:replyLst>
    <p188:txBody>
      <a:bodyPr/>
      <a:lstStyle/>
      <a:p>
        <a:r>
          <a:rPr lang="en-US"/>
          <a:t>Important clarification: it favors IV induction where there is a forced switch to SC (IL12/23s). As Entyvio (and Zymfentra) has experienced, having both the IV and Pen options for maintenance limits uptake of SC</a:t>
        </a:r>
      </a:p>
    </p188:txBody>
  </p188:cm>
  <p188:cm id="{A74B5979-A1A9-47E5-907A-44554F0392E0}" authorId="{3E595246-6514-BA21-4232-77C379CF2649}" created="2026-06-09T15:04:41.751">
    <pc:sldMkLst xmlns:pc="http://schemas.microsoft.com/office/powerpoint/2013/main/command">
      <pc:docMk/>
      <pc:sldMk cId="3083491615" sldId="268"/>
    </pc:sldMkLst>
    <p188:txBody>
      <a:bodyPr/>
      <a:lstStyle/>
      <a:p>
        <a:r>
          <a:rPr lang="en-US"/>
          <a:t>Note to revise this exec summary post discussion with forecasting</a:t>
        </a:r>
      </a:p>
    </p188:txBody>
  </p188:cm>
</p188:cmLst>
</file>

<file path=ppt/comments/modernComment_10E_8041E969.xml><?xml version="1.0" encoding="utf-8"?>
<p188:cmLst xmlns:a="http://schemas.openxmlformats.org/drawingml/2006/main" xmlns:r="http://schemas.openxmlformats.org/officeDocument/2006/relationships" xmlns:p188="http://schemas.microsoft.com/office/powerpoint/2018/8/main">
  <p188:cm id="{16CE3B69-D576-4AF2-9ECC-AEA59D1DFBCE}" authorId="{F2D662C1-2F25-1876-C70E-EE0D8CF5BCE2}" status="resolved" created="2026-03-30T14:32:28.002" complete="100000">
    <ac:txMkLst xmlns:ac="http://schemas.microsoft.com/office/drawing/2013/main/command">
      <pc:docMk xmlns:pc="http://schemas.microsoft.com/office/powerpoint/2013/main/command"/>
      <pc:sldMk xmlns:pc="http://schemas.microsoft.com/office/powerpoint/2013/main/command" cId="2151803241" sldId="270"/>
      <ac:spMk id="46" creationId="{81E239EB-9929-4AC2-BF67-5DC6507FD43E}"/>
      <ac:txMk cp="0" len="16">
        <ac:context len="17" hash="2326275504"/>
      </ac:txMk>
    </ac:txMkLst>
    <p188:pos x="1299113" y="279872"/>
    <p188:replyLst>
      <p188:reply id="{FBE49342-5D6B-463D-8503-4173A6A1B13B}" authorId="{57F6EEA8-49B1-6138-131B-E9BCD1C6E68B}" created="2026-04-23T11:17:21.955">
        <p188:txBody>
          <a:bodyPr/>
          <a:lstStyle/>
          <a:p>
            <a:r>
              <a:rPr lang="en-US"/>
              <a:t>Updated </a:t>
            </a:r>
          </a:p>
        </p188:txBody>
      </p188:reply>
    </p188:replyLst>
    <p188:txBody>
      <a:bodyPr/>
      <a:lstStyle/>
      <a:p>
        <a:r>
          <a:rPr lang="en-US"/>
          <a:t>This call out feels less about pt behaviors and more about the prescribed tx plan from HCPs</a:t>
        </a:r>
      </a:p>
    </p188:txBody>
  </p188:cm>
</p188:cmLst>
</file>

<file path=ppt/comments/modernComment_10F_D6C8D79.xml><?xml version="1.0" encoding="utf-8"?>
<p188:cmLst xmlns:a="http://schemas.openxmlformats.org/drawingml/2006/main" xmlns:r="http://schemas.openxmlformats.org/officeDocument/2006/relationships" xmlns:p188="http://schemas.microsoft.com/office/powerpoint/2018/8/main">
  <p188:cm id="{5A1BD2A0-AAC1-45D5-A008-7E72AFB7B28D}" authorId="{F2D662C1-2F25-1876-C70E-EE0D8CF5BCE2}" status="resolved" created="2026-03-30T15:17:51.423" complete="100000">
    <ac:txMkLst xmlns:ac="http://schemas.microsoft.com/office/drawing/2013/main/command">
      <pc:docMk xmlns:pc="http://schemas.microsoft.com/office/powerpoint/2013/main/command"/>
      <pc:sldMk xmlns:pc="http://schemas.microsoft.com/office/powerpoint/2013/main/command" cId="225217913" sldId="271"/>
      <ac:spMk id="60" creationId="{18353CB6-CCD9-A59A-4410-25BDF8B4884F}"/>
      <ac:txMk cp="0">
        <ac:context len="115" hash="406844048"/>
      </ac:txMk>
    </ac:txMkLst>
    <p188:pos x="2035719" y="236391"/>
    <p188:replyLst>
      <p188:reply id="{A3AA43A1-E18F-4C49-98B9-6E1B88A438B3}" authorId="{57F6EEA8-49B1-6138-131B-E9BCD1C6E68B}" created="2026-04-23T08:55:01.336">
        <p188:txBody>
          <a:bodyPr/>
          <a:lstStyle/>
          <a:p>
            <a:r>
              <a:rPr lang="en-US"/>
              <a:t>Considered successful by HCPs is added </a:t>
            </a:r>
          </a:p>
        </p188:txBody>
      </p188:reply>
    </p188:replyLst>
    <p188:txBody>
      <a:bodyPr/>
      <a:lstStyle/>
      <a:p>
        <a:r>
          <a:rPr lang="en-US"/>
          <a:t>Deemed successful by pts or HCPs?</a:t>
        </a:r>
      </a:p>
    </p188:txBody>
  </p188:cm>
  <p188:cm id="{ED168E71-32C6-481E-9491-5B639E5B59D7}" authorId="{F2D662C1-2F25-1876-C70E-EE0D8CF5BCE2}" status="resolved" created="2026-03-30T15:24:35.279" complete="100000">
    <ac:txMkLst xmlns:ac="http://schemas.microsoft.com/office/drawing/2013/main/command">
      <pc:docMk xmlns:pc="http://schemas.microsoft.com/office/powerpoint/2013/main/command"/>
      <pc:sldMk xmlns:pc="http://schemas.microsoft.com/office/powerpoint/2013/main/command" cId="225217913" sldId="271"/>
      <ac:spMk id="92" creationId="{0B32BC79-F836-0EF8-B53F-475C298552E3}"/>
      <ac:txMk cp="119">
        <ac:context len="120" hash="1966599278"/>
      </ac:txMk>
    </ac:txMkLst>
    <p188:pos x="1039708" y="725634"/>
    <p188:replyLst>
      <p188:reply id="{34BE9412-677D-45F8-9F83-A3813FA1FF0D}" authorId="{57F6EEA8-49B1-6138-131B-E9BCD1C6E68B}" created="2026-04-23T09:23:13.451">
        <p188:txBody>
          <a:bodyPr/>
          <a:lstStyle/>
          <a:p>
            <a:r>
              <a:rPr lang="en-US"/>
              <a:t>Separate efficacy/safety and added meaning of convenience</a:t>
            </a:r>
          </a:p>
        </p188:txBody>
      </p188:reply>
    </p188:replyLst>
    <p188:txBody>
      <a:bodyPr/>
      <a:lstStyle/>
      <a:p>
        <a:r>
          <a:rPr lang="en-US"/>
          <a:t>Do we know what convenience means here? Does it mean less frequent dosing? Self administered SC treatments?. 
Minor but lets separate efficacy/safety with a comma vs slash since they are separate, independent variables </a:t>
        </a:r>
      </a:p>
    </p188:txBody>
  </p188:cm>
</p188:cmLst>
</file>

<file path=ppt/comments/modernComment_11A_E49B89A8.xml><?xml version="1.0" encoding="utf-8"?>
<p188:cmLst xmlns:a="http://schemas.openxmlformats.org/drawingml/2006/main" xmlns:r="http://schemas.openxmlformats.org/officeDocument/2006/relationships" xmlns:p188="http://schemas.microsoft.com/office/powerpoint/2018/8/main">
  <p188:cm id="{9D79EC1D-1C74-4961-A88F-727F3A2B5FCC}" authorId="{F2D662C1-2F25-1876-C70E-EE0D8CF5BCE2}" status="resolved" created="2026-04-13T18:51:41.562" complete="100000">
    <ac:txMkLst xmlns:ac="http://schemas.microsoft.com/office/drawing/2013/main/command">
      <pc:docMk xmlns:pc="http://schemas.microsoft.com/office/powerpoint/2013/main/command"/>
      <pc:sldMk xmlns:pc="http://schemas.microsoft.com/office/powerpoint/2013/main/command" cId="3835398568" sldId="282"/>
      <ac:spMk id="19" creationId="{EADACBBD-F36F-22E6-11BE-1458223ED7FB}"/>
      <ac:txMk cp="193" len="1">
        <ac:context len="469" hash="3570785133"/>
      </ac:txMk>
    </ac:txMkLst>
    <p188:pos x="2570452" y="648910"/>
    <p188:replyLst>
      <p188:reply id="{24BCA59F-4D0A-4AA1-A371-C14DFC90B7D3}" authorId="{57F6EEA8-49B1-6138-131B-E9BCD1C6E68B}" created="2026-04-23T18:37:55.366">
        <p188:txBody>
          <a:bodyPr/>
          <a:lstStyle/>
          <a:p>
            <a:r>
              <a:rPr lang="en-US"/>
              <a:t>Yes updated</a:t>
            </a:r>
          </a:p>
        </p188:txBody>
      </p188:reply>
    </p188:replyLst>
    <p188:txBody>
      <a:bodyPr/>
      <a:lstStyle/>
      <a:p>
        <a:r>
          <a:rPr lang="en-US"/>
          <a:t>Assuming IBD is meant to say UC?</a:t>
        </a:r>
      </a:p>
    </p188:txBody>
  </p188:cm>
  <p188:cm id="{F300CF21-A5AD-43F0-996F-E19B6C2D57DC}" authorId="{9412E417-DA38-947F-5925-83B4B8966298}" status="resolved" created="2026-04-15T14:48:10.301" complete="100000">
    <ac:deMkLst xmlns:ac="http://schemas.microsoft.com/office/drawing/2013/main/command">
      <pc:docMk xmlns:pc="http://schemas.microsoft.com/office/powerpoint/2013/main/command"/>
      <pc:sldMk xmlns:pc="http://schemas.microsoft.com/office/powerpoint/2013/main/command" cId="3835398568" sldId="282"/>
      <ac:graphicFrameMk id="18" creationId="{57EC956A-9618-1051-A02A-8D0A40AB8999}"/>
    </ac:deMkLst>
    <p188:replyLst>
      <p188:reply id="{F509713E-65CA-452A-93BF-8F59BDDAF9CD}" authorId="{57F6EEA8-49B1-6138-131B-E9BCD1C6E68B}" created="2026-04-23T14:36:44.225">
        <p188:txBody>
          <a:bodyPr/>
          <a:lstStyle/>
          <a:p>
            <a:r>
              <a:rPr lang="en-US"/>
              <a:t>Updated across slides</a:t>
            </a:r>
          </a:p>
        </p188:txBody>
      </p188:reply>
    </p188:replyLst>
    <p188:txBody>
      <a:bodyPr/>
      <a:lstStyle/>
      <a:p>
        <a:r>
          <a:rPr lang="en-US"/>
          <a:t>See earlier comment. It's not NBRx, it's just patients</a:t>
        </a:r>
      </a:p>
    </p188:txBody>
  </p188:cm>
  <p188:cm id="{7A0A0174-F05E-484C-86D3-BF32443152C1}" authorId="{F2D662C1-2F25-1876-C70E-EE0D8CF5BCE2}" created="2026-05-12T19:22:47.307">
    <pc:sldMkLst xmlns:pc="http://schemas.microsoft.com/office/powerpoint/2013/main/command">
      <pc:docMk/>
      <pc:sldMk cId="3835398568" sldId="282"/>
    </pc:sldMkLst>
    <p188:replyLst>
      <p188:reply id="{40F990CA-CFD4-4C99-8263-29E72AF32435}" authorId="{57F6EEA8-49B1-6138-131B-E9BCD1C6E68B}" created="2026-05-20T13:38:06.764">
        <p188:txBody>
          <a:bodyPr/>
          <a:lstStyle/>
          <a:p>
            <a:r>
              <a:rPr lang="en-US"/>
              <a:t>Updated</a:t>
            </a:r>
          </a:p>
        </p188:txBody>
      </p188:reply>
    </p188:replyLst>
    <p188:txBody>
      <a:bodyPr/>
      <a:lstStyle/>
      <a:p>
        <a:r>
          <a:rPr lang="en-US"/>
          <a:t>Can we flip the headline to focus on UC first then CD to 1) match order of info on the slide and 2) start with where we are winning followed by where there is oppty</a:t>
        </a:r>
      </a:p>
    </p188:txBody>
  </p188:cm>
</p188:cmLst>
</file>

<file path=ppt/comments/modernComment_11C_E04EE01D.xml><?xml version="1.0" encoding="utf-8"?>
<p188:cmLst xmlns:a="http://schemas.openxmlformats.org/drawingml/2006/main" xmlns:r="http://schemas.openxmlformats.org/officeDocument/2006/relationships" xmlns:p188="http://schemas.microsoft.com/office/powerpoint/2018/8/main">
  <p188:cm id="{6762CBE7-33BE-4A9C-AD0F-578270048267}" authorId="{3E595246-6514-BA21-4232-77C379CF2649}" created="2026-06-09T14:46:08.368">
    <ac:deMkLst xmlns:ac="http://schemas.microsoft.com/office/drawing/2013/main/command">
      <pc:docMk xmlns:pc="http://schemas.microsoft.com/office/powerpoint/2013/main/command"/>
      <pc:sldMk xmlns:pc="http://schemas.microsoft.com/office/powerpoint/2013/main/command" cId="3763265565" sldId="284"/>
      <ac:spMk id="73" creationId="{710C3E93-B2A2-A1F6-F662-436F4F9C8FBC}"/>
    </ac:deMkLst>
    <p188:txBody>
      <a:bodyPr/>
      <a:lstStyle/>
      <a:p>
        <a:r>
          <a:rPr lang="en-US"/>
          <a:t>Given that Rinvoq TRx is less than 9% in 2026, the credibility of this projection and headline are problematic. Instead of anchoring to Eversana access factbook for this, suggest we work with forecasting to revise. </a:t>
        </a:r>
      </a:p>
    </p188:txBody>
  </p188:cm>
</p188:cmLst>
</file>

<file path=ppt/comments/modernComment_12A_17AD0784.xml><?xml version="1.0" encoding="utf-8"?>
<p188:cmLst xmlns:a="http://schemas.openxmlformats.org/drawingml/2006/main" xmlns:r="http://schemas.openxmlformats.org/officeDocument/2006/relationships" xmlns:p188="http://schemas.microsoft.com/office/powerpoint/2018/8/main">
  <p188:cm id="{3DD9211C-A9E4-4944-9018-310DA8695D5F}" authorId="{9412E417-DA38-947F-5925-83B4B8966298}" status="resolved" created="2026-04-27T20:05:34.203" complete="100000">
    <ac:deMkLst xmlns:ac="http://schemas.microsoft.com/office/drawing/2013/main/command">
      <pc:docMk xmlns:pc="http://schemas.microsoft.com/office/powerpoint/2013/main/command"/>
      <pc:sldMk xmlns:pc="http://schemas.microsoft.com/office/powerpoint/2013/main/command" cId="397215620" sldId="298"/>
      <ac:spMk id="47" creationId="{1F5063FA-7A1A-E1DD-5E29-4F47D3B287FD}"/>
    </ac:deMkLst>
    <p188:replyLst>
      <p188:reply id="{E813D6FE-C81C-482F-BAC8-83EE3B30A6CD}" authorId="{57F6EEA8-49B1-6138-131B-E9BCD1C6E68B}" created="2026-04-28T14:40:33.447">
        <p188:txBody>
          <a:bodyPr/>
          <a:lstStyle/>
          <a:p>
            <a:r>
              <a:rPr lang="en-US"/>
              <a:t>Yes, That is correct. This only for Entyvio Pen, we’ve updated the title accordingly</a:t>
            </a:r>
          </a:p>
        </p188:txBody>
      </p188:reply>
    </p188:replyLst>
    <p188:txBody>
      <a:bodyPr/>
      <a:lstStyle/>
      <a:p>
        <a:r>
          <a:rPr lang="en-US"/>
          <a:t>This is just Entyvio?</a:t>
        </a:r>
      </a:p>
    </p188:txBody>
  </p188:cm>
  <p188:cm id="{BBC20FF1-3180-4511-95F5-5967C9E44A8C}" authorId="{9412E417-DA38-947F-5925-83B4B8966298}" status="resolved" created="2026-04-27T20:07:37.063" complete="100000">
    <ac:txMkLst xmlns:ac="http://schemas.microsoft.com/office/drawing/2013/main/command">
      <pc:docMk xmlns:pc="http://schemas.microsoft.com/office/powerpoint/2013/main/command"/>
      <pc:sldMk xmlns:pc="http://schemas.microsoft.com/office/powerpoint/2013/main/command" cId="397215620" sldId="298"/>
      <ac:spMk id="29" creationId="{70988057-A00B-E92C-55CD-50BC65F55A18}"/>
      <ac:txMk cp="78" len="20">
        <ac:context len="235" hash="1846665425"/>
      </ac:txMk>
    </ac:txMkLst>
    <p188:pos x="6838461" y="205153"/>
    <p188:replyLst>
      <p188:reply id="{2FD2A748-E1EE-4636-8162-DA6CB6B023F7}" authorId="{57F6EEA8-49B1-6138-131B-E9BCD1C6E68B}" created="2026-04-28T14:40:04.203">
        <p188:txBody>
          <a:bodyPr/>
          <a:lstStyle/>
          <a:p>
            <a:r>
              <a:rPr lang="en-US"/>
              <a:t>Updated</a:t>
            </a:r>
          </a:p>
        </p188:txBody>
      </p188:reply>
    </p188:replyLst>
    <p188:txBody>
      <a:bodyPr/>
      <a:lstStyle/>
      <a:p>
        <a:r>
          <a:rPr lang="en-US"/>
          <a:t>IL23p19 competitors</a:t>
        </a:r>
      </a:p>
    </p188:txBody>
  </p188:cm>
</p188:cmLst>
</file>

<file path=ppt/comments/modernComment_12B_D6AE97F0.xml><?xml version="1.0" encoding="utf-8"?>
<p188:cmLst xmlns:a="http://schemas.openxmlformats.org/drawingml/2006/main" xmlns:r="http://schemas.openxmlformats.org/officeDocument/2006/relationships" xmlns:p188="http://schemas.microsoft.com/office/powerpoint/2018/8/main">
  <p188:cm id="{FC193600-76EF-4579-84ED-408F61F64BFE}" authorId="{F2D662C1-2F25-1876-C70E-EE0D8CF5BCE2}" created="2026-05-12T19:29:31.434">
    <pc:sldMkLst xmlns:pc="http://schemas.microsoft.com/office/powerpoint/2013/main/command">
      <pc:docMk/>
      <pc:sldMk cId="3601766384" sldId="299"/>
    </pc:sldMkLst>
    <p188:replyLst>
      <p188:reply id="{7D9D503C-A13D-461E-A61E-BBD76F744B7E}" authorId="{57F6EEA8-49B1-6138-131B-E9BCD1C6E68B}" created="2026-05-20T15:26:48.060">
        <p188:txBody>
          <a:bodyPr/>
          <a:lstStyle/>
          <a:p>
            <a:r>
              <a:rPr lang="en-US"/>
              <a:t>Placement of the slide updated</a:t>
            </a:r>
          </a:p>
        </p188:txBody>
      </p188:reply>
    </p188:replyLst>
    <p188:txBody>
      <a:bodyPr/>
      <a:lstStyle/>
      <a:p>
        <a:r>
          <a:rPr lang="en-US"/>
          <a:t>Could see moving this slide to follow current slide 53 - so it’s a follow up to the CD qual slide</a:t>
        </a:r>
      </a:p>
    </p188:txBody>
  </p188:cm>
  <p188:cm id="{64A56FF2-5D6A-462E-AE07-A4AB30CCCA73}" authorId="{F2D662C1-2F25-1876-C70E-EE0D8CF5BCE2}" created="2026-05-12T19:35:11.823">
    <ac:txMkLst xmlns:ac="http://schemas.microsoft.com/office/drawing/2013/main/command">
      <pc:docMk xmlns:pc="http://schemas.microsoft.com/office/powerpoint/2013/main/command"/>
      <pc:sldMk xmlns:pc="http://schemas.microsoft.com/office/powerpoint/2013/main/command" cId="3601766384" sldId="299"/>
      <ac:spMk id="3" creationId="{227A557B-ECD1-67D0-224F-EAB60947B172}"/>
      <ac:txMk cp="54" len="1">
        <ac:context len="141" hash="391052065"/>
      </ac:txMk>
    </ac:txMkLst>
    <p188:pos x="7884779" y="241166"/>
    <p188:replyLst>
      <p188:reply id="{06A5B7C7-BE46-4057-8188-659906B5A3CE}" authorId="{57F6EEA8-49B1-6138-131B-E9BCD1C6E68B}" created="2026-05-20T15:26:55.222">
        <p188:txBody>
          <a:bodyPr/>
          <a:lstStyle/>
          <a:p>
            <a:r>
              <a:rPr lang="en-US"/>
              <a:t>Updated</a:t>
            </a:r>
          </a:p>
        </p188:txBody>
      </p188:reply>
    </p188:replyLst>
    <p188:txBody>
      <a:bodyPr/>
      <a:lstStyle/>
      <a:p>
        <a:r>
          <a:rPr lang="en-US"/>
          <a:t>Let’s use language ‘gut-focused’ in headlines where we can as this is the language the brand team uses</a:t>
        </a:r>
      </a:p>
    </p188:txBody>
  </p188:cm>
</p188:cmLst>
</file>

<file path=ppt/comments/modernComment_12C_41209B80.xml><?xml version="1.0" encoding="utf-8"?>
<p188:cmLst xmlns:a="http://schemas.openxmlformats.org/drawingml/2006/main" xmlns:r="http://schemas.openxmlformats.org/officeDocument/2006/relationships" xmlns:p188="http://schemas.microsoft.com/office/powerpoint/2018/8/main">
  <p188:cm id="{1489643F-A241-4CEA-A141-4CC21AE159FE}" authorId="{57F6EEA8-49B1-6138-131B-E9BCD1C6E68B}" status="resolved" created="2026-05-05T12:32:00.153" complete="100000">
    <ac:deMkLst xmlns:ac="http://schemas.microsoft.com/office/drawing/2013/main/command">
      <pc:docMk xmlns:pc="http://schemas.microsoft.com/office/powerpoint/2013/main/command"/>
      <pc:sldMk xmlns:pc="http://schemas.microsoft.com/office/powerpoint/2013/main/command" cId="1092656000" sldId="300"/>
      <ac:spMk id="68" creationId="{B1CC9336-27E8-1EF9-22E0-1AAA79F9673C}"/>
    </ac:deMkLst>
    <p188:txBody>
      <a:bodyPr/>
      <a:lstStyle/>
      <a:p>
        <a:r>
          <a:rPr lang="en-US"/>
          <a:t>Takeda Team- We have changed this data to be sourced from the Entyvio Access Analytics Reporting document (vs. Access Factbook) as requested</a:t>
        </a:r>
      </a:p>
    </p188:txBody>
  </p188:cm>
</p188:cmLst>
</file>

<file path=ppt/comments/modernComment_12D_BB2E4FEC.xml><?xml version="1.0" encoding="utf-8"?>
<p188:cmLst xmlns:a="http://schemas.openxmlformats.org/drawingml/2006/main" xmlns:r="http://schemas.openxmlformats.org/officeDocument/2006/relationships" xmlns:p188="http://schemas.microsoft.com/office/powerpoint/2018/8/main">
  <p188:cm id="{61FEC32D-7CC2-4A8D-8018-31B606F4974A}" authorId="{F2D662C1-2F25-1876-C70E-EE0D8CF5BCE2}" status="resolved" created="2026-04-13T18:47:29.538" complete="100000">
    <pc:sldMkLst xmlns:pc="http://schemas.microsoft.com/office/powerpoint/2013/main/command">
      <pc:docMk/>
      <pc:sldMk cId="2120370199" sldId="282"/>
    </pc:sldMkLst>
    <p188:replyLst>
      <p188:reply id="{14A4A0D5-24D5-4925-8393-227E72DA5B3C}" authorId="{57F6EEA8-49B1-6138-131B-E9BCD1C6E68B}" created="2026-04-23T14:36:30.196">
        <p188:txBody>
          <a:bodyPr/>
          <a:lstStyle/>
          <a:p>
            <a:r>
              <a:rPr lang="en-US"/>
              <a:t>Updated</a:t>
            </a:r>
          </a:p>
        </p188:txBody>
      </p188:reply>
    </p188:replyLst>
    <p188:txBody>
      <a:bodyPr/>
      <a:lstStyle/>
      <a:p>
        <a:r>
          <a:rPr lang="en-US"/>
          <a:t>Could we shift the key takeaways to the top of the slide to come before the claims data - global note. I also added text coloring to match claims key for easier information matching</a:t>
        </a:r>
      </a:p>
    </p188:txBody>
  </p188:cm>
</p188:cmLst>
</file>

<file path=ppt/comments/modernComment_12F_F9232E91.xml><?xml version="1.0" encoding="utf-8"?>
<p188:cmLst xmlns:a="http://schemas.openxmlformats.org/drawingml/2006/main" xmlns:r="http://schemas.openxmlformats.org/officeDocument/2006/relationships" xmlns:p188="http://schemas.microsoft.com/office/powerpoint/2018/8/main">
  <p188:cm id="{C09177D5-E046-44B7-BEA4-F2A4F2445F03}" authorId="{57F6EEA8-49B1-6138-131B-E9BCD1C6E68B}" created="2026-04-23T18:44:48.997">
    <ac:deMkLst xmlns:ac="http://schemas.microsoft.com/office/drawing/2013/main/command">
      <pc:docMk xmlns:pc="http://schemas.microsoft.com/office/powerpoint/2013/main/command"/>
      <pc:sldMk xmlns:pc="http://schemas.microsoft.com/office/powerpoint/2013/main/command" cId="4179832465" sldId="303"/>
      <ac:spMk id="87" creationId="{A679B75C-3D5F-CD8C-D9B4-24793920D661}"/>
    </ac:deMkLst>
    <p188:txBody>
      <a:bodyPr/>
      <a:lstStyle/>
      <a:p>
        <a:r>
          <a:rPr lang="en-US"/>
          <a:t>Takeda Team- please let us know if there are updated HCP segment names we should be using instead</a:t>
        </a:r>
      </a:p>
    </p188:txBody>
  </p188:cm>
</p188:cmLst>
</file>

<file path=ppt/comments/modernComment_13A_A89EEE20.xml><?xml version="1.0" encoding="utf-8"?>
<p188:cmLst xmlns:a="http://schemas.openxmlformats.org/drawingml/2006/main" xmlns:r="http://schemas.openxmlformats.org/officeDocument/2006/relationships" xmlns:p188="http://schemas.microsoft.com/office/powerpoint/2018/8/main">
  <p188:cm id="{737EE0D8-F963-46C2-A9A4-6F68C68A3447}" authorId="{9412E417-DA38-947F-5925-83B4B8966298}" status="resolved" created="2026-04-15T15:21:01.468" complete="100000">
    <ac:txMkLst xmlns:ac="http://schemas.microsoft.com/office/drawing/2013/main/command">
      <pc:docMk xmlns:pc="http://schemas.microsoft.com/office/powerpoint/2013/main/command"/>
      <pc:sldMk xmlns:pc="http://schemas.microsoft.com/office/powerpoint/2013/main/command" cId="2828987936" sldId="314"/>
      <ac:spMk id="2" creationId="{B64B2F92-EC25-1A01-CA5E-A0CE36A47CEB}"/>
      <ac:txMk cp="121" len="5">
        <ac:context len="136" hash="3263709224"/>
      </ac:txMk>
    </ac:txMkLst>
    <p188:pos x="4221078" y="541421"/>
    <p188:replyLst>
      <p188:reply id="{2B709CF1-1037-4D7E-B213-8112F3F27952}" authorId="{57F6EEA8-49B1-6138-131B-E9BCD1C6E68B}" created="2026-04-23T18:48:26.947">
        <p188:txBody>
          <a:bodyPr/>
          <a:lstStyle/>
          <a:p>
            <a:r>
              <a:rPr lang="en-US"/>
              <a:t>Updated</a:t>
            </a:r>
          </a:p>
        </p188:txBody>
      </p188:reply>
    </p188:replyLst>
    <p188:txBody>
      <a:bodyPr/>
      <a:lstStyle/>
      <a:p>
        <a:r>
          <a:rPr lang="en-US"/>
          <a:t>Preference share</a:t>
        </a:r>
      </a:p>
    </p188:txBody>
  </p188:cm>
  <p188:cm id="{07E86F20-881A-411E-B7A1-14CF60939C9B}" authorId="{3E595246-6514-BA21-4232-77C379CF2649}" created="2026-06-09T16:02:31.147">
    <pc:sldMkLst xmlns:pc="http://schemas.microsoft.com/office/powerpoint/2013/main/command">
      <pc:docMk/>
      <pc:sldMk cId="2828987936" sldId="314"/>
    </pc:sldMkLst>
    <p188:txBody>
      <a:bodyPr/>
      <a:lstStyle/>
      <a:p>
        <a:r>
          <a:rPr lang="en-US"/>
          <a:t>Moved these into the market section since it’s not really about Entyvio performance</a:t>
        </a:r>
      </a:p>
    </p188:txBody>
  </p188:cm>
</p188:cmLst>
</file>

<file path=ppt/comments/modernComment_13C_EE8BEDE3.xml><?xml version="1.0" encoding="utf-8"?>
<p188:cmLst xmlns:a="http://schemas.openxmlformats.org/drawingml/2006/main" xmlns:r="http://schemas.openxmlformats.org/officeDocument/2006/relationships" xmlns:p188="http://schemas.microsoft.com/office/powerpoint/2018/8/main">
  <p188:cm id="{DDF4051C-9915-4F4E-8BF0-4DF33CAD18AC}" authorId="{F2D662C1-2F25-1876-C70E-EE0D8CF5BCE2}" created="2026-05-11T19:38:32.827">
    <ac:txMkLst xmlns:ac="http://schemas.microsoft.com/office/drawing/2013/main/command">
      <pc:docMk xmlns:pc="http://schemas.microsoft.com/office/powerpoint/2013/main/command"/>
      <pc:sldMk xmlns:pc="http://schemas.microsoft.com/office/powerpoint/2013/main/command" cId="4002147811" sldId="316"/>
      <ac:graphicFrameMk id="8" creationId="{A57CB353-3A52-AC16-BCF6-80A9E2526DA1}"/>
      <ac:tblMk/>
      <ac:tcMk rowId="2477154678" colId="670307176"/>
      <ac:txMk cp="11">
        <ac:context len="13" hash="490331225"/>
      </ac:txMk>
    </ac:txMkLst>
    <p188:pos x="3186580" y="3716314"/>
    <p188:replyLst>
      <p188:reply id="{6467A011-7A2C-4FAA-81D0-26A9E740A7F1}" authorId="{57F6EEA8-49B1-6138-131B-E9BCD1C6E68B}" created="2026-05-20T13:22:17.212">
        <p188:txBody>
          <a:bodyPr/>
          <a:lstStyle/>
          <a:p>
            <a:r>
              <a:rPr lang="en-US"/>
              <a:t>Updated across</a:t>
            </a:r>
          </a:p>
        </p188:txBody>
      </p188:reply>
    </p188:replyLst>
    <p188:txBody>
      <a:bodyPr/>
      <a:lstStyle/>
      <a:p>
        <a:r>
          <a:rPr lang="en-US"/>
          <a:t>From Aug 2025 (vs 2026) - update where applicable</a:t>
        </a:r>
      </a:p>
    </p188:txBody>
  </p188:cm>
</p188:cmLst>
</file>

<file path=ppt/comments/modernComment_13E_C840F815.xml><?xml version="1.0" encoding="utf-8"?>
<p188:cmLst xmlns:a="http://schemas.openxmlformats.org/drawingml/2006/main" xmlns:r="http://schemas.openxmlformats.org/officeDocument/2006/relationships" xmlns:p188="http://schemas.microsoft.com/office/powerpoint/2018/8/main">
  <p188:cm id="{FDCAC60E-B614-4576-8317-E814B7C3C441}" authorId="{F2D662C1-2F25-1876-C70E-EE0D8CF5BCE2}" status="resolved" created="2026-05-12T20:40:25.140" complete="100000">
    <pc:sldMkLst xmlns:pc="http://schemas.microsoft.com/office/powerpoint/2013/main/command">
      <pc:docMk/>
      <pc:sldMk cId="3359701013" sldId="318"/>
    </pc:sldMkLst>
    <p188:replyLst>
      <p188:reply id="{52557A32-8975-4360-99AA-0943ACE55FD8}" authorId="{57F6EEA8-49B1-6138-131B-E9BCD1C6E68B}" created="2026-05-13T09:09:52.243">
        <p188:txBody>
          <a:bodyPr/>
          <a:lstStyle/>
          <a:p>
            <a:r>
              <a:rPr lang="en-US"/>
              <a:t>Makes sense. We will keep this slide and remove the other one.</a:t>
            </a:r>
          </a:p>
        </p188:txBody>
      </p188:reply>
    </p188:replyLst>
    <p188:txBody>
      <a:bodyPr/>
      <a:lstStyle/>
      <a:p>
        <a:r>
          <a:rPr lang="en-US"/>
          <a:t>I think I like this slide - option 2 BUT I’m not convinced we need the first slide on new pt start data. I think earlier slides with claims data make the growing competition clear</a:t>
        </a:r>
      </a:p>
    </p188:txBody>
  </p188:cm>
</p188:cmLst>
</file>

<file path=ppt/comments/modernComment_13F_12EAEA80.xml><?xml version="1.0" encoding="utf-8"?>
<p188:cmLst xmlns:a="http://schemas.openxmlformats.org/drawingml/2006/main" xmlns:r="http://schemas.openxmlformats.org/officeDocument/2006/relationships" xmlns:p188="http://schemas.microsoft.com/office/powerpoint/2018/8/main">
  <p188:cm id="{857A1D94-9863-4BD2-8CB5-0C3D63F7615D}" authorId="{57F6EEA8-49B1-6138-131B-E9BCD1C6E68B}" status="resolved" created="2026-04-23T18:53:58.445" complete="100000">
    <ac:txMkLst xmlns:ac="http://schemas.microsoft.com/office/drawing/2013/main/command">
      <pc:docMk xmlns:pc="http://schemas.microsoft.com/office/powerpoint/2013/main/command"/>
      <pc:sldMk xmlns:pc="http://schemas.microsoft.com/office/powerpoint/2013/main/command" cId="317385344" sldId="319"/>
      <ac:spMk id="42" creationId="{EF3C04A8-FE78-F922-68E1-CCF6E59153D3}"/>
      <ac:txMk cp="0" len="3">
        <ac:context len="68" hash="1013066363"/>
      </ac:txMk>
    </ac:txMkLst>
    <p188:replyLst>
      <p188:reply id="{6502079A-8EEC-40EB-8FC7-E8B4E08CEA09}" authorId="{F2D662C1-2F25-1876-C70E-EE0D8CF5BCE2}" created="2026-04-27T19:40:39.869">
        <p188:txBody>
          <a:bodyPr/>
          <a:lstStyle/>
          <a:p>
            <a:r>
              <a:rPr lang="en-US"/>
              <a:t>AI is telling me it means ‘below the line’ meaning educational, non-promotional, relationship-management interactions - not considered a full detail</a:t>
            </a:r>
          </a:p>
        </p188:txBody>
      </p188:reply>
      <p188:reply id="{915434FE-3FB2-45CD-AC5C-016873B51F49}" authorId="{9412E417-DA38-947F-5925-83B4B8966298}" created="2026-04-27T20:30:02.754">
        <p188:txBody>
          <a:bodyPr/>
          <a:lstStyle/>
          <a:p>
            <a:r>
              <a:rPr lang="en-US"/>
              <a:t>Context-wise I think it means "breakfast/lunch"? This is often a requirement for sales teams to do a certain number of promotions with a complementary meal, and the timing asked for (2-3) lines up with that</a:t>
            </a:r>
          </a:p>
        </p188:txBody>
      </p188:reply>
      <p188:reply id="{EFF3B711-20A4-4BCB-A02A-431B8778B3C7}" authorId="{57F6EEA8-49B1-6138-131B-E9BCD1C6E68B}" created="2026-05-04T14:24:06.895">
        <p188:txBody>
          <a:bodyPr/>
          <a:lstStyle/>
          <a:p>
            <a:r>
              <a:rPr lang="en-US"/>
              <a:t>Removed the B/L and P2P row as discussed</a:t>
            </a:r>
          </a:p>
        </p188:txBody>
      </p188:reply>
    </p188:replyLst>
    <p188:txBody>
      <a:bodyPr/>
      <a:lstStyle/>
      <a:p>
        <a:r>
          <a:rPr lang="en-US"/>
          <a:t>Taked Team-  We were unable to find the definition of this abbreviation, directly sourced from the Pharmaforce doc you provided us. Can you let us know what ‘B/L’ stands for?</a:t>
        </a:r>
      </a:p>
    </p188:txBody>
  </p188:cm>
  <p188:cm id="{32677D5D-5A4B-41AE-A3A4-A5FECD854885}" authorId="{F2D662C1-2F25-1876-C70E-EE0D8CF5BCE2}" status="resolved" created="2026-04-27T19:48:47.872" complete="100000">
    <ac:deMkLst xmlns:ac="http://schemas.microsoft.com/office/drawing/2013/main/command">
      <pc:docMk xmlns:pc="http://schemas.microsoft.com/office/powerpoint/2013/main/command"/>
      <pc:sldMk xmlns:pc="http://schemas.microsoft.com/office/powerpoint/2013/main/command" cId="317385344" sldId="319"/>
      <ac:spMk id="42" creationId="{EF3C04A8-FE78-F922-68E1-CCF6E59153D3}"/>
    </ac:deMkLst>
    <p188:replyLst>
      <p188:reply id="{B625AD2A-B8B9-42EC-AD0F-A55A6E83B2FB}" authorId="{F2D662C1-2F25-1876-C70E-EE0D8CF5BCE2}" created="2026-04-27T19:51:09.987">
        <p188:txBody>
          <a:bodyPr/>
          <a:lstStyle/>
          <a:p>
            <a:r>
              <a:rPr lang="en-US"/>
              <a:t>Do the ROA icons mean the sales force covers both ROAs or is it just listing the different ROAs for each brand? Do we even need the ROA info here?</a:t>
            </a:r>
          </a:p>
        </p188:txBody>
        <p188:extLst>
          <p:ext xmlns:p="http://schemas.openxmlformats.org/presentationml/2006/main" uri="{57CB4572-C831-44C2-8A1C-0ADB6CCDFE69}">
            <p223:reactions xmlns:p223="http://schemas.microsoft.com/office/powerpoint/2022/03/main">
              <p223:rxn type="👍">
                <p223:instance time="2026-04-27T20:29:08.879" authorId="{9412E417-DA38-947F-5925-83B4B8966298}"/>
              </p223:rxn>
            </p223:reactions>
          </p:ext>
        </p188:extLst>
      </p188:reply>
      <p188:reply id="{C8743602-2144-47E5-BD75-3769CC3E620D}" authorId="{57F6EEA8-49B1-6138-131B-E9BCD1C6E68B}" created="2026-05-04T14:24:11.311">
        <p188:txBody>
          <a:bodyPr/>
          <a:lstStyle/>
          <a:p>
            <a:r>
              <a:rPr lang="en-US"/>
              <a:t>Removed the ROA symbols as discussed</a:t>
            </a:r>
          </a:p>
        </p188:txBody>
      </p188:reply>
    </p188:replyLst>
    <p188:txBody>
      <a:bodyPr/>
      <a:lstStyle/>
      <a:p>
        <a:r>
          <a:rPr lang="en-US"/>
          <a:t>Skyrizi has SC but they dont have a pen - they have the OBI for IBD and have a pen and pre-filled syringe for other non-IBD indications (like Ps)</a:t>
        </a:r>
      </a:p>
    </p188:txBody>
  </p188:cm>
  <p188:cm id="{AD1ACC67-CD7D-40ED-9384-567F97FCE915}" authorId="{57F6EEA8-49B1-6138-131B-E9BCD1C6E68B}" status="resolved" created="2026-05-05T13:00:12.367" complete="100000">
    <ac:txMkLst xmlns:ac="http://schemas.microsoft.com/office/drawing/2013/main/command">
      <pc:docMk xmlns:pc="http://schemas.microsoft.com/office/powerpoint/2013/main/command"/>
      <pc:sldMk xmlns:pc="http://schemas.microsoft.com/office/powerpoint/2013/main/command" cId="317385344" sldId="319"/>
      <ac:spMk id="23" creationId="{33680074-452E-281E-F941-F809AC35C7DE}"/>
      <ac:txMk cp="4" len="37">
        <ac:context len="42" hash="2126886374"/>
      </ac:txMk>
    </ac:txMkLst>
    <p188:pos x="1396695" y="631953"/>
    <p188:txBody>
      <a:bodyPr/>
      <a:lstStyle/>
      <a:p>
        <a:r>
          <a:rPr lang="en-US"/>
          <a:t>Added Takeda’s sales force structure for UC and CD as discussed</a:t>
        </a:r>
      </a:p>
    </p188:txBody>
  </p188:cm>
</p188:cmLst>
</file>

<file path=ppt/comments/modernComment_14D_230BBF88.xml><?xml version="1.0" encoding="utf-8"?>
<p188:cmLst xmlns:a="http://schemas.openxmlformats.org/drawingml/2006/main" xmlns:r="http://schemas.openxmlformats.org/officeDocument/2006/relationships" xmlns:p188="http://schemas.microsoft.com/office/powerpoint/2018/8/main">
  <p188:cm id="{5E76309E-9D34-42A9-A681-DEF612C4969F}" authorId="{F2D662C1-2F25-1876-C70E-EE0D8CF5BCE2}" status="resolved" created="2026-04-27T19:58:15.706" complete="100000">
    <ac:deMkLst xmlns:ac="http://schemas.microsoft.com/office/drawing/2013/main/command">
      <pc:docMk xmlns:pc="http://schemas.microsoft.com/office/powerpoint/2013/main/command"/>
      <pc:sldMk xmlns:pc="http://schemas.microsoft.com/office/powerpoint/2013/main/command" cId="587972488" sldId="333"/>
      <ac:picMk id="67" creationId="{3DDCCC2E-9F9E-2C67-EBB2-6D0198FB9CCC}"/>
    </ac:deMkLst>
    <p188:replyLst>
      <p188:reply id="{340639D1-9691-40BC-AE47-62704DDB6C02}" authorId="{57F6EEA8-49B1-6138-131B-E9BCD1C6E68B}" created="2026-04-29T06:56:25.691">
        <p188:txBody>
          <a:bodyPr/>
          <a:lstStyle/>
          <a:p>
            <a:r>
              <a:rPr lang="en-US"/>
              <a:t>Updated</a:t>
            </a:r>
          </a:p>
        </p188:txBody>
      </p188:reply>
    </p188:replyLst>
    <p188:txBody>
      <a:bodyPr/>
      <a:lstStyle/>
      <a:p>
        <a:r>
          <a:rPr lang="en-US"/>
          <a:t>We say biologic for patients but treatment for HCPs?</a:t>
        </a:r>
      </a:p>
    </p188:txBody>
  </p188:cm>
  <p188:cm id="{D5D1B86F-422A-432E-A26D-8FA9E286619F}" authorId="{F2D662C1-2F25-1876-C70E-EE0D8CF5BCE2}" status="resolved" created="2026-04-27T20:00:00.411" complete="100000">
    <pc:sldMkLst xmlns:pc="http://schemas.microsoft.com/office/powerpoint/2013/main/command">
      <pc:docMk/>
      <pc:sldMk cId="587972488" sldId="333"/>
    </pc:sldMkLst>
    <p188:replyLst>
      <p188:reply id="{ADF23F92-BDFB-406C-AFDC-CC7ECA982A74}" authorId="{57F6EEA8-49B1-6138-131B-E9BCD1C6E68B}" created="2026-04-29T06:56:49.073">
        <p188:txBody>
          <a:bodyPr/>
          <a:lstStyle/>
          <a:p>
            <a:r>
              <a:rPr lang="en-US"/>
              <a:t>Updated</a:t>
            </a:r>
          </a:p>
        </p188:txBody>
      </p188:reply>
    </p188:replyLst>
    <p188:txBody>
      <a:bodyPr/>
      <a:lstStyle/>
      <a:p>
        <a:r>
          <a:rPr lang="en-US"/>
          <a:t>Flow - I’d move this slide (91) down to come before current slide 94</a:t>
        </a:r>
      </a:p>
    </p188:txBody>
  </p188:cm>
</p188:cmLst>
</file>

<file path=ppt/comments/modernComment_14E_384AF686.xml><?xml version="1.0" encoding="utf-8"?>
<p188:cmLst xmlns:a="http://schemas.openxmlformats.org/drawingml/2006/main" xmlns:r="http://schemas.openxmlformats.org/officeDocument/2006/relationships" xmlns:p188="http://schemas.microsoft.com/office/powerpoint/2018/8/main">
  <p188:cm id="{D2EE1B7F-824B-4021-8D96-00B8E13E3050}" authorId="{F2D662C1-2F25-1876-C70E-EE0D8CF5BCE2}" status="resolved" created="2026-04-27T20:01:34.768" complete="100000">
    <ac:txMkLst xmlns:ac="http://schemas.microsoft.com/office/drawing/2013/main/command">
      <pc:docMk xmlns:pc="http://schemas.microsoft.com/office/powerpoint/2013/main/command"/>
      <pc:sldMk xmlns:pc="http://schemas.microsoft.com/office/powerpoint/2013/main/command" cId="944436870" sldId="334"/>
      <ac:graphicFrameMk id="31" creationId="{71DC6C53-4B95-7EB3-C10A-9CCB40494308}"/>
      <ac:tblMk/>
      <ac:tcMk rowId="3686976940" colId="1730745277"/>
      <ac:txMk cp="0" len="1">
        <ac:context len="4" hash="2890186"/>
      </ac:txMk>
    </ac:txMkLst>
    <p188:pos x="583453" y="1300466"/>
    <p188:replyLst>
      <p188:reply id="{2C9C8476-2485-4C7F-B6A9-33B958806BC6}" authorId="{57F6EEA8-49B1-6138-131B-E9BCD1C6E68B}" created="2026-05-04T14:24:32.682">
        <p188:txBody>
          <a:bodyPr/>
          <a:lstStyle/>
          <a:p>
            <a:r>
              <a:rPr lang="en-US"/>
              <a:t>Updated</a:t>
            </a:r>
          </a:p>
        </p188:txBody>
      </p188:reply>
    </p188:replyLst>
    <p188:txBody>
      <a:bodyPr/>
      <a:lstStyle/>
      <a:p>
        <a:r>
          <a:rPr lang="en-US"/>
          <a:t>Category is more MOA vs general info</a:t>
        </a:r>
      </a:p>
    </p188:txBody>
  </p188:cm>
  <p188:cm id="{1B33B7F0-9599-47AB-9D45-82641B356019}" authorId="{F2D662C1-2F25-1876-C70E-EE0D8CF5BCE2}" status="resolved" created="2026-05-12T20:49:47.993" complete="100000">
    <pc:sldMkLst xmlns:pc="http://schemas.microsoft.com/office/powerpoint/2013/main/command">
      <pc:docMk/>
      <pc:sldMk cId="944436870" sldId="334"/>
    </pc:sldMkLst>
    <p188:replyLst>
      <p188:reply id="{19CADDB9-F1B2-40BA-A6A5-BFE342309E08}" authorId="{57F6EEA8-49B1-6138-131B-E9BCD1C6E68B}" created="2026-05-13T09:13:36.812">
        <p188:txBody>
          <a:bodyPr/>
          <a:lstStyle/>
          <a:p>
            <a:r>
              <a:rPr lang="en-US"/>
              <a:t>Makes sense. Updated</a:t>
            </a:r>
          </a:p>
        </p188:txBody>
      </p188:reply>
    </p188:replyLst>
    <p188:txBody>
      <a:bodyPr/>
      <a:lstStyle/>
      <a:p>
        <a:r>
          <a:rPr lang="en-US"/>
          <a:t>I’d also mention MOA / gut focused in the headline alongside admin and safety</a:t>
        </a:r>
      </a:p>
    </p188:txBody>
  </p188:cm>
  <p188:cm id="{C7098331-4E0A-467A-86DD-0129E2FE2566}" authorId="{3E595246-6514-BA21-4232-77C379CF2649}" created="2026-06-09T16:24:30.182">
    <pc:sldMkLst xmlns:pc="http://schemas.microsoft.com/office/powerpoint/2013/main/command">
      <pc:docMk/>
      <pc:sldMk cId="944436870" sldId="334"/>
    </pc:sldMkLst>
    <p188:txBody>
      <a:bodyPr/>
      <a:lstStyle/>
      <a:p>
        <a:r>
          <a:rPr lang="en-US"/>
          <a:t>I wonder if at this point we should swap these out for brand impact. </a:t>
        </a:r>
      </a:p>
    </p188:txBody>
  </p188:cm>
</p188:cmLst>
</file>

<file path=ppt/comments/modernComment_14F_CB5B30BF.xml><?xml version="1.0" encoding="utf-8"?>
<p188:cmLst xmlns:a="http://schemas.openxmlformats.org/drawingml/2006/main" xmlns:r="http://schemas.openxmlformats.org/officeDocument/2006/relationships" xmlns:p188="http://schemas.microsoft.com/office/powerpoint/2018/8/main">
  <p188:cm id="{58B59B3D-747A-44B4-AC1B-7A5FBC03ED91}" authorId="{F2D662C1-2F25-1876-C70E-EE0D8CF5BCE2}" status="resolved" created="2026-05-12T20:50:00.322" complete="100000">
    <pc:sldMkLst xmlns:pc="http://schemas.microsoft.com/office/powerpoint/2013/main/command">
      <pc:docMk/>
      <pc:sldMk cId="3411751103" sldId="335"/>
    </pc:sldMkLst>
    <p188:replyLst>
      <p188:reply id="{D7C8C631-FB44-4939-AFEE-7F1E174BAC71}" authorId="{57F6EEA8-49B1-6138-131B-E9BCD1C6E68B}" created="2026-05-13T09:39:33.218">
        <p188:txBody>
          <a:bodyPr/>
          <a:lstStyle/>
          <a:p>
            <a:r>
              <a:rPr lang="en-US"/>
              <a:t>Makes sense. Updated</a:t>
            </a:r>
          </a:p>
        </p188:txBody>
      </p188:reply>
    </p188:replyLst>
    <p188:txBody>
      <a:bodyPr/>
      <a:lstStyle/>
      <a:p>
        <a:r>
          <a:rPr lang="en-US"/>
          <a:t>I’d also mention MOA / gut focused in the headline alongside admin and safety</a:t>
        </a:r>
      </a:p>
    </p188:txBody>
  </p188:cm>
</p188:cmLst>
</file>

<file path=ppt/comments/modernComment_101_211339F.xml><?xml version="1.0" encoding="utf-8"?>
<p188:cmLst xmlns:a="http://schemas.openxmlformats.org/drawingml/2006/main" xmlns:r="http://schemas.openxmlformats.org/officeDocument/2006/relationships" xmlns:p188="http://schemas.microsoft.com/office/powerpoint/2018/8/main">
  <p188:cm id="{6AE5A32E-5351-433C-8FBE-21B9FD1F9266}" authorId="{3E595246-6514-BA21-4232-77C379CF2649}" created="2026-06-09T12:19:24.676">
    <ac:txMkLst xmlns:ac="http://schemas.microsoft.com/office/drawing/2013/main/command">
      <pc:docMk xmlns:pc="http://schemas.microsoft.com/office/powerpoint/2013/main/command"/>
      <pc:sldMk xmlns:pc="http://schemas.microsoft.com/office/powerpoint/2013/main/command" cId="34681759" sldId="257"/>
      <ac:spMk id="35" creationId="{63780551-E52B-4025-F7CE-D1125169C133}"/>
      <ac:txMk cp="93" len="156">
        <ac:context len="505" hash="2244089482"/>
      </ac:txMk>
    </ac:txMkLst>
    <p188:pos x="4416989" y="461513"/>
    <p188:txBody>
      <a:bodyPr/>
      <a:lstStyle/>
      <a:p>
        <a:r>
          <a:rPr lang="en-US"/>
          <a:t>Please add clinical remission at week 6 in UC</a:t>
        </a:r>
      </a:p>
    </p188:txBody>
  </p188:cm>
</p188:cmLst>
</file>

<file path=ppt/comments/modernComment_102_FD93B501.xml><?xml version="1.0" encoding="utf-8"?>
<p188:cmLst xmlns:a="http://schemas.openxmlformats.org/drawingml/2006/main" xmlns:r="http://schemas.openxmlformats.org/officeDocument/2006/relationships" xmlns:p188="http://schemas.microsoft.com/office/powerpoint/2018/8/main">
  <p188:cm id="{63941158-A76D-4415-B033-DE5B43CC1DB8}" authorId="{3E595246-6514-BA21-4232-77C379CF2649}" created="2026-06-09T15:20:00.807">
    <pc:sldMkLst xmlns:pc="http://schemas.microsoft.com/office/powerpoint/2013/main/command">
      <pc:docMk/>
      <pc:sldMk cId="4254315777" sldId="258"/>
    </pc:sldMkLst>
    <p188:txBody>
      <a:bodyPr/>
      <a:lstStyle/>
      <a:p>
        <a:r>
          <a:rPr lang="en-US"/>
          <a:t>Instead of incidence rate lets anchor to actual numbers. Pediatric Diagnosed prevalence: CD: ~45K, UC: ~30K. Source is Takeda Forecasting</a:t>
        </a:r>
      </a:p>
    </p188:txBody>
  </p188:cm>
</p188:cmLst>
</file>

<file path=ppt/comments/modernComment_104_DA974B48.xml><?xml version="1.0" encoding="utf-8"?>
<p188:cmLst xmlns:a="http://schemas.openxmlformats.org/drawingml/2006/main" xmlns:r="http://schemas.openxmlformats.org/officeDocument/2006/relationships" xmlns:p188="http://schemas.microsoft.com/office/powerpoint/2018/8/main">
  <p188:cm id="{D4C28CB2-7372-48B5-9C0A-8AE05B929FF3}" authorId="{3E595246-6514-BA21-4232-77C379CF2649}" created="2026-06-09T12:26:53.166">
    <ac:deMkLst xmlns:ac="http://schemas.microsoft.com/office/drawing/2013/main/command">
      <pc:docMk xmlns:pc="http://schemas.microsoft.com/office/powerpoint/2013/main/command"/>
      <pc:sldMk xmlns:pc="http://schemas.microsoft.com/office/powerpoint/2013/main/command" cId="3667348296" sldId="260"/>
      <ac:spMk id="67" creationId="{73AF1182-7CD8-4556-0EC7-B6AEE3776901}"/>
    </ac:deMkLst>
    <p188:txBody>
      <a:bodyPr/>
      <a:lstStyle/>
      <a:p>
        <a:r>
          <a:rPr lang="en-US"/>
          <a:t>Add actual doses to this slide, e.g., 300mg 180 for pen</a:t>
        </a:r>
      </a:p>
    </p188:txBody>
  </p188:cm>
</p188:cmLst>
</file>

<file path=ppt/comments/modernComment_105_20481A7.xml><?xml version="1.0" encoding="utf-8"?>
<p188:cmLst xmlns:a="http://schemas.openxmlformats.org/drawingml/2006/main" xmlns:r="http://schemas.openxmlformats.org/officeDocument/2006/relationships" xmlns:p188="http://schemas.microsoft.com/office/powerpoint/2018/8/main">
  <p188:cm id="{50DC1A45-F714-41B4-8916-DB55BCB35060}" authorId="{3E595246-6514-BA21-4232-77C379CF2649}" created="2026-06-09T15:02:28.220">
    <ac:deMkLst xmlns:ac="http://schemas.microsoft.com/office/drawing/2013/main/command">
      <pc:docMk xmlns:pc="http://schemas.microsoft.com/office/powerpoint/2013/main/command"/>
      <pc:sldMk xmlns:pc="http://schemas.microsoft.com/office/powerpoint/2013/main/command" cId="33849767" sldId="261"/>
      <ac:spMk id="37" creationId="{71E668E8-E409-C505-7952-296E5A7D8335}"/>
    </ac:deMkLst>
    <p188:txBody>
      <a:bodyPr/>
      <a:lstStyle/>
      <a:p>
        <a:r>
          <a:rPr lang="en-US"/>
          <a:t>These don’t make sense. How can obefazimod be used in 2027 off label?? How would we know that? Please update the table and legend to show 2026 status as either: approved,  being investigated, or neither approved nor investigated. For any product being investigated, note the anticipated year of approval </a:t>
        </a:r>
      </a:p>
    </p188:txBody>
  </p188:cm>
</p188:cmLst>
</file>

<file path=ppt/comments/modernComment_108_1984EEC9.xml><?xml version="1.0" encoding="utf-8"?>
<p188:cmLst xmlns:a="http://schemas.openxmlformats.org/drawingml/2006/main" xmlns:r="http://schemas.openxmlformats.org/officeDocument/2006/relationships" xmlns:p188="http://schemas.microsoft.com/office/powerpoint/2018/8/main">
  <p188:cm id="{D10CC282-C81A-4B02-A6C7-B28EAFDAD14A}" authorId="{F2D662C1-2F25-1876-C70E-EE0D8CF5BCE2}" status="resolved" created="2026-04-13T19:40:09.564" complete="100000">
    <pc:sldMkLst xmlns:pc="http://schemas.microsoft.com/office/powerpoint/2013/main/command">
      <pc:docMk/>
      <pc:sldMk cId="758069361" sldId="301"/>
    </pc:sldMkLst>
    <p188:replyLst>
      <p188:reply id="{AA7B0455-26D5-445D-9953-9018043B1B4B}" authorId="{57F6EEA8-49B1-6138-131B-E9BCD1C6E68B}" created="2026-04-23T14:37:26.757">
        <p188:txBody>
          <a:bodyPr/>
          <a:lstStyle/>
          <a:p>
            <a:r>
              <a:rPr lang="en-US"/>
              <a:t>Updated</a:t>
            </a:r>
          </a:p>
        </p188:txBody>
      </p188:reply>
    </p188:replyLst>
    <p188:txBody>
      <a:bodyPr/>
      <a:lstStyle/>
      <a:p>
        <a:r>
          <a:rPr lang="en-US"/>
          <a:t>Minor - can we just flip UC and CD since everywhere else we start with UC</a:t>
        </a:r>
      </a:p>
    </p188:txBody>
  </p188:cm>
</p188:cmLst>
</file>

<file path=ppt/comments/modernComment_110_D1BB61E7.xml><?xml version="1.0" encoding="utf-8"?>
<p188:cmLst xmlns:a="http://schemas.openxmlformats.org/drawingml/2006/main" xmlns:r="http://schemas.openxmlformats.org/officeDocument/2006/relationships" xmlns:p188="http://schemas.microsoft.com/office/powerpoint/2018/8/main">
  <p188:cm id="{43067647-846B-4530-AA24-53AFFA080973}" authorId="{F2D662C1-2F25-1876-C70E-EE0D8CF5BCE2}" status="resolved" created="2026-03-30T15:10:51.200" complete="100000">
    <pc:sldMkLst xmlns:pc="http://schemas.microsoft.com/office/powerpoint/2013/main/command">
      <pc:docMk/>
      <pc:sldMk cId="3518718439" sldId="272"/>
    </pc:sldMkLst>
    <p188:replyLst>
      <p188:reply id="{A09D1258-0BBB-4A77-A93C-F28BAC2AA9F3}" authorId="{57F6EEA8-49B1-6138-131B-E9BCD1C6E68B}" created="2026-03-31T16:07:23.227">
        <p188:txBody>
          <a:bodyPr/>
          <a:lstStyle/>
          <a:p>
            <a:r>
              <a:rPr lang="en-US"/>
              <a:t>Updated abbreviations</a:t>
            </a:r>
          </a:p>
        </p188:txBody>
      </p188:reply>
    </p188:replyLst>
    <p188:txBody>
      <a:bodyPr/>
      <a:lstStyle/>
      <a:p>
        <a:r>
          <a:rPr lang="en-US"/>
          <a:t>Add quality of life to abbreviations in notes</a:t>
        </a:r>
      </a:p>
    </p188:txBody>
  </p188:cm>
  <p188:cm id="{5EF51392-B1F6-4B72-AB8E-A7A8F250BA78}" authorId="{F2D662C1-2F25-1876-C70E-EE0D8CF5BCE2}" status="resolved" created="2026-03-30T15:15:02.114" complete="100000">
    <ac:txMkLst xmlns:ac="http://schemas.microsoft.com/office/drawing/2013/main/command">
      <pc:docMk xmlns:pc="http://schemas.microsoft.com/office/powerpoint/2013/main/command"/>
      <pc:sldMk xmlns:pc="http://schemas.microsoft.com/office/powerpoint/2013/main/command" cId="3518718439" sldId="272"/>
      <ac:spMk id="145" creationId="{B10557C2-9837-A321-DA5C-D9DD868F3834}"/>
      <ac:txMk cp="0" len="93">
        <ac:context len="94" hash="1541504483"/>
      </ac:txMk>
    </ac:txMkLst>
    <p188:replyLst>
      <p188:reply id="{BF0C0BD0-4B52-40B7-8A69-4D849F13BFEC}" authorId="{F2D662C1-2F25-1876-C70E-EE0D8CF5BCE2}" created="2026-03-30T15:19:08.933">
        <p188:txBody>
          <a:bodyPr/>
          <a:lstStyle/>
          <a:p>
            <a:r>
              <a:rPr lang="en-US"/>
              <a:t>Actually let’s remove this call out on 2L here since the same call out is on the next slide w 2L</a:t>
            </a:r>
          </a:p>
        </p188:txBody>
      </p188:reply>
      <p188:reply id="{7EDE6735-0AE1-49FE-AF8D-DD1DEE0D0992}" authorId="{57F6EEA8-49B1-6138-131B-E9BCD1C6E68B}" created="2026-03-31T16:07:56.644">
        <p188:txBody>
          <a:bodyPr/>
          <a:lstStyle/>
          <a:p>
            <a:r>
              <a:rPr lang="en-US"/>
              <a:t>Removed the call out</a:t>
            </a:r>
          </a:p>
        </p188:txBody>
      </p188:reply>
    </p188:replyLst>
    <p188:txBody>
      <a:bodyPr/>
      <a:lstStyle/>
      <a:p>
        <a:r>
          <a:rPr lang="en-US"/>
          <a:t>Are we saying this is how patients define AT success or HCPs?</a:t>
        </a:r>
      </a:p>
    </p188:txBody>
  </p188:cm>
  <p188:cm id="{EA8A03DE-15C5-42C4-B69A-E945F502B0B9}" authorId="{9412E417-DA38-947F-5925-83B4B8966298}" status="resolved" created="2026-04-01T14:26:18.644" complete="100000">
    <ac:txMkLst xmlns:ac="http://schemas.microsoft.com/office/drawing/2013/main/command">
      <pc:docMk xmlns:pc="http://schemas.microsoft.com/office/powerpoint/2013/main/command"/>
      <pc:sldMk xmlns:pc="http://schemas.microsoft.com/office/powerpoint/2013/main/command" cId="3518718439" sldId="272"/>
      <ac:spMk id="141" creationId="{17DCE011-F0A0-C8D7-20F3-1D31E817E98A}"/>
      <ac:txMk cp="0">
        <ac:context len="88" hash="1498313885"/>
      </ac:txMk>
    </ac:txMkLst>
    <p188:pos x="2328333" y="370416"/>
    <p188:replyLst>
      <p188:reply id="{DC735323-6B1D-4C63-A19D-E94E17A2B3F7}" authorId="{57F6EEA8-49B1-6138-131B-E9BCD1C6E68B}" created="2026-04-23T08:50:45.988">
        <p188:txBody>
          <a:bodyPr/>
          <a:lstStyle/>
          <a:p>
            <a:r>
              <a:rPr lang="en-US"/>
              <a:t>Removed the parenthesis containing TNFs here</a:t>
            </a:r>
          </a:p>
        </p188:txBody>
      </p188:reply>
    </p188:replyLst>
    <p188:txBody>
      <a:bodyPr/>
      <a:lstStyle/>
      <a:p>
        <a:r>
          <a:rPr lang="en-US"/>
          <a:t>Again, focus on TNFs feels dated (makes some sense with data from before Tremfya launch)--once Tremfya launched IL23s have grabbed a HUGE share of 1L use, especially in CD, and Entyvio has had the 1L share lead in UC for a while</a:t>
        </a:r>
      </a:p>
    </p188:txBody>
  </p188:cm>
</p188:cmLst>
</file>

<file path=ppt/comments/modernComment_112_660FC36E.xml><?xml version="1.0" encoding="utf-8"?>
<p188:cmLst xmlns:a="http://schemas.openxmlformats.org/drawingml/2006/main" xmlns:r="http://schemas.openxmlformats.org/officeDocument/2006/relationships" xmlns:p188="http://schemas.microsoft.com/office/powerpoint/2018/8/main">
  <p188:cm id="{5DA0F2E1-DED3-417D-9D51-5D1EAA40DC21}" authorId="{9412E417-DA38-947F-5925-83B4B8966298}" status="resolved" created="2026-04-15T15:07:42.716" complete="100000">
    <ac:txMkLst xmlns:ac="http://schemas.microsoft.com/office/drawing/2013/main/command">
      <pc:docMk xmlns:pc="http://schemas.microsoft.com/office/powerpoint/2013/main/command"/>
      <pc:sldMk xmlns:pc="http://schemas.microsoft.com/office/powerpoint/2013/main/command" cId="1712309102" sldId="274"/>
      <ac:spMk id="93" creationId="{D211D85F-A1F5-4004-9E5E-DA3EAF269742}"/>
      <ac:txMk cp="155" len="13">
        <ac:context len="286" hash="923034985"/>
      </ac:txMk>
    </ac:txMkLst>
    <p188:pos x="6246394" y="401052"/>
    <p188:replyLst>
      <p188:reply id="{1F3D533F-7CCC-4778-89E7-5EAF811FA0D6}" authorId="{57F6EEA8-49B1-6138-131B-E9BCD1C6E68B}" created="2026-04-23T14:38:07.222">
        <p188:txBody>
          <a:bodyPr/>
          <a:lstStyle/>
          <a:p>
            <a:r>
              <a:rPr lang="en-US"/>
              <a:t>Statement rephrased</a:t>
            </a:r>
          </a:p>
        </p188:txBody>
      </p188:reply>
    </p188:replyLst>
    <p188:txBody>
      <a:bodyPr/>
      <a:lstStyle/>
      <a:p>
        <a:r>
          <a:rPr lang="en-US"/>
          <a:t>See earlier comment</a:t>
        </a:r>
      </a:p>
    </p188:txBody>
  </p188:cm>
</p188:cmLst>
</file>

<file path=ppt/comments/modernComment_113_C4DD6A19.xml><?xml version="1.0" encoding="utf-8"?>
<p188:cmLst xmlns:a="http://schemas.openxmlformats.org/drawingml/2006/main" xmlns:r="http://schemas.openxmlformats.org/officeDocument/2006/relationships" xmlns:p188="http://schemas.microsoft.com/office/powerpoint/2018/8/main">
  <p188:cm id="{151D91C4-3C30-4DB3-8A0A-2FE1C5C1AD1A}" authorId="{78EE5D5C-8BE8-50F0-8C85-6A6975DE6798}" status="resolved" created="2026-04-13T17:11:50.584" complete="100000">
    <ac:txMkLst xmlns:ac="http://schemas.microsoft.com/office/drawing/2013/main/command">
      <pc:docMk xmlns:pc="http://schemas.microsoft.com/office/powerpoint/2013/main/command"/>
      <pc:sldMk xmlns:pc="http://schemas.microsoft.com/office/powerpoint/2013/main/command" cId="3302844953" sldId="323"/>
      <ac:spMk id="8" creationId="{83C628CD-4E39-5088-1572-465B8EEADD7A}"/>
      <ac:txMk cp="0" len="44">
        <ac:context len="45" hash="3375920841"/>
      </ac:txMk>
    </ac:txMkLst>
    <p188:replyLst>
      <p188:reply id="{3BF96D45-D4F3-4865-A0E7-037B14118EDF}" authorId="{9412E417-DA38-947F-5925-83B4B8966298}" created="2026-04-15T15:12:20.679">
        <p188:txBody>
          <a:bodyPr/>
          <a:lstStyle/>
          <a:p>
            <a:r>
              <a:rPr lang="en-US"/>
              <a:t>We can discuss. The demand study only studied the relative lift for the combination therapy usage. That would then get mapped into forecasting and other effects.</a:t>
            </a:r>
          </a:p>
        </p188:txBody>
      </p188:reply>
      <p188:reply id="{7D469640-7D5E-4F74-8224-4268B79E2DDB}" authorId="{57F6EEA8-49B1-6138-131B-E9BCD1C6E68B}" created="2026-04-23T14:38:27.021">
        <p188:txBody>
          <a:bodyPr/>
          <a:lstStyle/>
          <a:p>
            <a:r>
              <a:rPr lang="en-US"/>
              <a:t>Deprioritized the share projections; Retained only the combination shares inclusive of current and future adjusted figures</a:t>
            </a:r>
          </a:p>
        </p188:txBody>
      </p188:reply>
    </p188:replyLst>
    <p188:txBody>
      <a:bodyPr/>
      <a:lstStyle/>
      <a:p>
        <a:r>
          <a:rPr lang="en-US"/>
          <a:t>Takeda team - This is based on the MR demand study, but if you prefer, we can instead use the IQVIA projections from Section 3 (reviewed last week). However if we do use the Demand Study projections, could you please clarify whether to present adjusted or unadjusted figures?</a:t>
        </a:r>
      </a:p>
    </p188:txBody>
  </p188:cm>
  <p188:cm id="{21B264DD-979F-49B3-9082-87ABEE57E044}" authorId="{F2D662C1-2F25-1876-C70E-EE0D8CF5BCE2}" created="2026-05-12T20:19:13.535">
    <pc:sldMkLst xmlns:pc="http://schemas.microsoft.com/office/powerpoint/2013/main/command">
      <pc:docMk/>
      <pc:sldMk cId="3302844953" sldId="275"/>
    </pc:sldMkLst>
    <p188:replyLst>
      <p188:reply id="{3895CA96-A168-4972-8A8D-787B85E9DA68}" authorId="{57F6EEA8-49B1-6138-131B-E9BCD1C6E68B}" created="2026-05-20T15:27:40.935">
        <p188:txBody>
          <a:bodyPr/>
          <a:lstStyle/>
          <a:p>
            <a:r>
              <a:rPr lang="en-US"/>
              <a:t>Initially, the slide was placed after the Entyvio 1L positioning strategy to help set up some context on current Entyvio use across different lines of therapy. However, please let us know if you would prefer for this slide to be moved to the appendix</a:t>
            </a:r>
          </a:p>
        </p188:txBody>
      </p188:reply>
    </p188:replyLst>
    <p188:txBody>
      <a:bodyPr/>
      <a:lstStyle/>
      <a:p>
        <a:r>
          <a:rPr lang="en-US"/>
          <a:t>Placement of this slide feels random coming right after strategy slides</a:t>
        </a:r>
      </a:p>
    </p188:txBody>
  </p188:cm>
  <p188:cm id="{F39DF9E8-5DF4-4466-A31C-D17F2EB16FDF}" authorId="{3E595246-6514-BA21-4232-77C379CF2649}" created="2026-06-09T16:02:07.832">
    <pc:sldMkLst xmlns:pc="http://schemas.microsoft.com/office/powerpoint/2013/main/command">
      <pc:docMk/>
      <pc:sldMk cId="3302844953" sldId="275"/>
    </pc:sldMkLst>
    <p188:txBody>
      <a:bodyPr/>
      <a:lstStyle/>
      <a:p>
        <a:r>
          <a:rPr lang="en-US"/>
          <a:t>Moved this slide here as it’s most related to the state of the market and not Entyvio specific. </a:t>
        </a:r>
      </a:p>
    </p188:txBody>
  </p188:cm>
</p188:cmLst>
</file>

<file path=ppt/comments/modernComment_114_708B47E7.xml><?xml version="1.0" encoding="utf-8"?>
<p188:cmLst xmlns:a="http://schemas.openxmlformats.org/drawingml/2006/main" xmlns:r="http://schemas.openxmlformats.org/officeDocument/2006/relationships" xmlns:p188="http://schemas.microsoft.com/office/powerpoint/2018/8/main">
  <p188:cm id="{A6D3063C-28B4-4297-BAB4-7DED2079BD5E}" authorId="{3E595246-6514-BA21-4232-77C379CF2649}" created="2026-06-09T14:48:06.155">
    <pc:sldMkLst xmlns:pc="http://schemas.microsoft.com/office/powerpoint/2013/main/command">
      <pc:docMk/>
      <pc:sldMk cId="1888176103" sldId="276"/>
    </pc:sldMkLst>
    <p188:txBody>
      <a:bodyPr/>
      <a:lstStyle/>
      <a:p>
        <a:r>
          <a:rPr lang="en-US"/>
          <a:t>Same comment, Amy to connect with forecasting on this data. </a:t>
        </a:r>
      </a:p>
    </p188:txBody>
  </p188:cm>
</p188:cmLst>
</file>

<file path=ppt/comments/modernComment_116_40E21757.xml><?xml version="1.0" encoding="utf-8"?>
<p188:cmLst xmlns:a="http://schemas.openxmlformats.org/drawingml/2006/main" xmlns:r="http://schemas.openxmlformats.org/officeDocument/2006/relationships" xmlns:p188="http://schemas.microsoft.com/office/powerpoint/2018/8/main">
  <p188:cm id="{1AD2EC3B-0776-498C-B973-0CC2987C910A}" authorId="{F2D662C1-2F25-1876-C70E-EE0D8CF5BCE2}" status="resolved" created="2026-04-13T18:32:02.482" complete="100000">
    <ac:txMkLst xmlns:ac="http://schemas.microsoft.com/office/drawing/2013/main/command">
      <pc:docMk xmlns:pc="http://schemas.microsoft.com/office/powerpoint/2013/main/command"/>
      <pc:sldMk xmlns:pc="http://schemas.microsoft.com/office/powerpoint/2013/main/command" cId="1088558935" sldId="278"/>
      <ac:spMk id="18" creationId="{A3189D33-E2ED-7EA9-BF77-110DD4466ED0}"/>
      <ac:txMk cp="289">
        <ac:context len="400" hash="2030024197"/>
      </ac:txMk>
    </ac:txMkLst>
    <p188:pos x="1314450" y="1028705"/>
    <p188:replyLst>
      <p188:reply id="{94E262DC-E244-48DA-A914-B5CA3B2A7881}" authorId="{57F6EEA8-49B1-6138-131B-E9BCD1C6E68B}" created="2026-04-23T18:35:35.415">
        <p188:txBody>
          <a:bodyPr/>
          <a:lstStyle/>
          <a:p>
            <a:r>
              <a:rPr lang="en-US"/>
              <a:t>Updated</a:t>
            </a:r>
          </a:p>
        </p188:txBody>
      </p188:reply>
    </p188:replyLst>
    <p188:txBody>
      <a:bodyPr/>
      <a:lstStyle/>
      <a:p>
        <a:r>
          <a:rPr lang="en-US"/>
          <a:t>Can we make it more clear we mean slower onset of action when we say speed gaps</a:t>
        </a:r>
      </a:p>
    </p188:txBody>
  </p188:cm>
  <p188:cm id="{AA1791B4-3B7F-477E-B6AE-C667F127015C}" authorId="{F2D662C1-2F25-1876-C70E-EE0D8CF5BCE2}" status="resolved" created="2026-04-13T18:32:42.826" complete="100000">
    <ac:txMkLst xmlns:ac="http://schemas.microsoft.com/office/drawing/2013/main/command">
      <pc:docMk xmlns:pc="http://schemas.microsoft.com/office/powerpoint/2013/main/command"/>
      <pc:sldMk xmlns:pc="http://schemas.microsoft.com/office/powerpoint/2013/main/command" cId="1088558935" sldId="278"/>
      <ac:spMk id="18" creationId="{A3189D33-E2ED-7EA9-BF77-110DD4466ED0}"/>
      <ac:txMk cp="352" len="32">
        <ac:context len="400" hash="2030024197"/>
      </ac:txMk>
    </ac:txMkLst>
    <p188:pos x="4371975" y="1028705"/>
    <p188:replyLst>
      <p188:reply id="{F910411B-498A-4B16-9D16-26BA8E5F5C33}" authorId="{57F6EEA8-49B1-6138-131B-E9BCD1C6E68B}" created="2026-04-23T18:35:47.211">
        <p188:txBody>
          <a:bodyPr/>
          <a:lstStyle/>
          <a:p>
            <a:r>
              <a:rPr lang="en-US"/>
              <a:t>Updated</a:t>
            </a:r>
          </a:p>
        </p188:txBody>
      </p188:reply>
    </p188:replyLst>
    <p188:txBody>
      <a:bodyPr/>
      <a:lstStyle/>
      <a:p>
        <a:r>
          <a:rPr lang="en-US"/>
          <a:t>Can we at the highest level allude to what we mean by shifting competitive preferences (e.g., towards IL-23s?)</a:t>
        </a:r>
      </a:p>
    </p188:txBody>
  </p188:cm>
  <p188:cm id="{4DDC323F-50F0-4C38-B4E6-EE574995F326}" authorId="{9412E417-DA38-947F-5925-83B4B8966298}" status="resolved" created="2026-04-15T14:35:15.240" complete="100000">
    <ac:txMkLst xmlns:ac="http://schemas.microsoft.com/office/drawing/2013/main/command">
      <pc:docMk xmlns:pc="http://schemas.microsoft.com/office/powerpoint/2013/main/command"/>
      <pc:sldMk xmlns:pc="http://schemas.microsoft.com/office/powerpoint/2013/main/command" cId="1088558935" sldId="278"/>
      <ac:spMk id="18" creationId="{A3189D33-E2ED-7EA9-BF77-110DD4466ED0}"/>
      <ac:txMk cp="42">
        <ac:context len="400" hash="2030024197"/>
      </ac:txMk>
    </ac:txMkLst>
    <p188:pos x="3233615" y="322384"/>
    <p188:replyLst>
      <p188:reply id="{16DE9B59-50D3-4055-BA24-1B167067C278}" authorId="{57F6EEA8-49B1-6138-131B-E9BCD1C6E68B}" created="2026-04-23T18:35:59.902">
        <p188:txBody>
          <a:bodyPr/>
          <a:lstStyle/>
          <a:p>
            <a:r>
              <a:rPr lang="en-US"/>
              <a:t>Updated the wording</a:t>
            </a:r>
          </a:p>
        </p188:txBody>
      </p188:reply>
    </p188:replyLst>
    <p188:txBody>
      <a:bodyPr/>
      <a:lstStyle/>
      <a:p>
        <a:r>
          <a:rPr lang="en-US"/>
          <a:t>I'm not sure I'd call 35% "dominant", esp. with bio-naive erosion</a:t>
        </a:r>
      </a:p>
    </p188:txBody>
  </p188:cm>
  <p188:cm id="{82E0425F-5CFF-437F-91F6-1AD34FA32BEA}" authorId="{57F6EEA8-49B1-6138-131B-E9BCD1C6E68B}" created="2026-04-23T18:36:50.729">
    <ac:txMkLst xmlns:ac="http://schemas.microsoft.com/office/drawing/2013/main/command">
      <pc:docMk xmlns:pc="http://schemas.microsoft.com/office/powerpoint/2013/main/command"/>
      <pc:sldMk xmlns:pc="http://schemas.microsoft.com/office/powerpoint/2013/main/command" cId="1088558935" sldId="278"/>
      <ac:spMk id="21" creationId="{74E88012-D153-91BF-9F9B-8C79FDD82E7E}"/>
      <ac:txMk cp="0" len="124">
        <ac:context len="393" hash="2228819821"/>
      </ac:txMk>
    </ac:txMkLst>
    <p188:txBody>
      <a:bodyPr/>
      <a:lstStyle/>
      <a:p>
        <a:r>
          <a:rPr lang="en-US"/>
          <a:t>Takeda Team - please share the latest segment names if you have these available and we can update accordingly</a:t>
        </a:r>
      </a:p>
    </p188:txBody>
  </p188:cm>
  <p188:cm id="{3BF2D675-6DE7-4037-91E2-B0BDF1FD7B02}" authorId="{F2D662C1-2F25-1876-C70E-EE0D8CF5BCE2}" created="2026-05-11T20:02:03.334">
    <ac:txMkLst xmlns:ac="http://schemas.microsoft.com/office/drawing/2013/main/command">
      <pc:docMk xmlns:pc="http://schemas.microsoft.com/office/powerpoint/2013/main/command"/>
      <pc:sldMk xmlns:pc="http://schemas.microsoft.com/office/powerpoint/2013/main/command" cId="1088558935" sldId="278"/>
      <ac:spMk id="18" creationId="{A3189D33-E2ED-7EA9-BF77-110DD4466ED0}"/>
      <ac:txMk cp="8">
        <ac:context len="400" hash="2030024197"/>
      </ac:txMk>
    </ac:txMkLst>
    <p188:pos x="897122" y="423314"/>
    <p188:replyLst>
      <p188:reply id="{7A74D0E4-018F-40B2-9194-4FBCB9ED7E58}" authorId="{57F6EEA8-49B1-6138-131B-E9BCD1C6E68B}" created="2026-05-20T13:31:46.206">
        <p188:txBody>
          <a:bodyPr/>
          <a:lstStyle/>
          <a:p>
            <a:r>
              <a:rPr lang="en-US"/>
              <a:t>Updated</a:t>
            </a:r>
          </a:p>
        </p188:txBody>
      </p188:reply>
    </p188:replyLst>
    <p188:txBody>
      <a:bodyPr/>
      <a:lstStyle/>
      <a:p>
        <a:r>
          <a:rPr lang="en-US"/>
          <a:t>Small typo </a:t>
        </a:r>
      </a:p>
    </p188:txBody>
  </p188:cm>
  <p188:cm id="{468E40D2-3484-4DD9-A4D9-EDC36EEF034C}" authorId="{3E595246-6514-BA21-4232-77C379CF2649}" created="2026-06-09T16:11:03.339">
    <pc:sldMkLst xmlns:pc="http://schemas.microsoft.com/office/powerpoint/2013/main/command">
      <pc:docMk/>
      <pc:sldMk cId="1088558935" sldId="278"/>
    </pc:sldMkLst>
    <p188:txBody>
      <a:bodyPr/>
      <a:lstStyle/>
      <a:p>
        <a:r>
          <a:rPr lang="en-US"/>
          <a:t>Exec summary was off base. We should add a point pen adoption, overall revenue, and marketing performance (e.g. comScore and PMM results) </a:t>
        </a:r>
      </a:p>
    </p188:txBody>
  </p188:cm>
</p188:cmLst>
</file>

<file path=ppt/comments/modernComment_117_DF8495C9.xml><?xml version="1.0" encoding="utf-8"?>
<p188:cmLst xmlns:a="http://schemas.openxmlformats.org/drawingml/2006/main" xmlns:r="http://schemas.openxmlformats.org/officeDocument/2006/relationships" xmlns:p188="http://schemas.microsoft.com/office/powerpoint/2018/8/main">
  <p188:cm id="{36EE368D-7014-4CAF-8D1B-1160C9E68E3F}" authorId="{9412E417-DA38-947F-5925-83B4B8966298}" status="resolved" created="2026-04-07T18:14:03.476" complete="100000">
    <pc:sldMkLst xmlns:pc="http://schemas.microsoft.com/office/powerpoint/2013/main/command">
      <pc:docMk/>
      <pc:sldMk cId="3750008265" sldId="279"/>
    </pc:sldMkLst>
    <p188:replyLst>
      <p188:reply id="{A9E7D627-D908-4626-80C0-55DA6546670A}" authorId="{57F6EEA8-49B1-6138-131B-E9BCD1C6E68B}" created="2026-04-23T14:09:51.086">
        <p188:txBody>
          <a:bodyPr/>
          <a:lstStyle/>
          <a:p>
            <a:r>
              <a:rPr lang="en-US"/>
              <a:t>Updated</a:t>
            </a:r>
          </a:p>
        </p188:txBody>
      </p188:reply>
    </p188:replyLst>
    <p188:txBody>
      <a:bodyPr/>
      <a:lstStyle/>
      <a:p>
        <a:r>
          <a:rPr lang="en-US"/>
          <a:t>Flag as major risk to Entyvio is MFP selection will drive ASP down significantly starting in 2028</a:t>
        </a:r>
      </a:p>
    </p188:txBody>
  </p188:cm>
  <p188:cm id="{6408D259-1BF1-46DE-9468-ACF0F20E6377}" authorId="{9412E417-DA38-947F-5925-83B4B8966298}" status="resolved" created="2026-04-07T18:14:23.961" complete="100000">
    <ac:deMkLst xmlns:ac="http://schemas.microsoft.com/office/drawing/2013/main/command">
      <pc:docMk xmlns:pc="http://schemas.microsoft.com/office/powerpoint/2013/main/command"/>
      <pc:sldMk xmlns:pc="http://schemas.microsoft.com/office/powerpoint/2013/main/command" cId="3750008265" sldId="279"/>
      <ac:graphicFrameMk id="5" creationId="{B9E895BC-27F0-3C08-2DBC-EC56EA179733}"/>
    </ac:deMkLst>
    <p188:replyLst>
      <p188:reply id="{49D1CD83-7C36-4AD6-9611-27413CE9689B}" authorId="{57F6EEA8-49B1-6138-131B-E9BCD1C6E68B}" created="2026-04-23T14:10:37.235">
        <p188:txBody>
          <a:bodyPr/>
          <a:lstStyle/>
          <a:p>
            <a:r>
              <a:rPr lang="en-US"/>
              <a:t>We do not have this, so we added a data gap flag</a:t>
            </a:r>
          </a:p>
        </p188:txBody>
      </p188:reply>
    </p188:replyLst>
    <p188:txBody>
      <a:bodyPr/>
      <a:lstStyle/>
      <a:p>
        <a:r>
          <a:rPr lang="en-US"/>
          <a:t>what is Entyvio SC ASP?</a:t>
        </a:r>
      </a:p>
    </p188:txBody>
  </p188:cm>
  <p188:cm id="{7EBD94CC-4693-426E-956E-99B4E1C30718}" authorId="{9412E417-DA38-947F-5925-83B4B8966298}" status="resolved" created="2026-04-07T18:16:28.477" complete="100000">
    <ac:txMkLst xmlns:ac="http://schemas.microsoft.com/office/drawing/2013/main/command">
      <pc:docMk xmlns:pc="http://schemas.microsoft.com/office/powerpoint/2013/main/command"/>
      <pc:sldMk xmlns:pc="http://schemas.microsoft.com/office/powerpoint/2013/main/command" cId="3750008265" sldId="279"/>
      <ac:spMk id="12" creationId="{DCDBEC65-6F8A-A752-A7BF-96E34D4B9B0C}"/>
      <ac:txMk cp="432" len="138">
        <ac:context len="571" hash="414772103"/>
      </ac:txMk>
    </ac:txMkLst>
    <p188:pos x="2319617" y="4168588"/>
    <p188:replyLst>
      <p188:reply id="{2DB759BD-EC0F-4884-BB61-3B07B46EB2F2}" authorId="{78EE5D5C-8BE8-50F0-8C85-6A6975DE6798}" created="2026-04-08T15:24:45.101">
        <p188:txBody>
          <a:bodyPr/>
          <a:lstStyle/>
          <a:p>
            <a:r>
              <a:rPr lang="en-US"/>
              <a:t>[Discuss with the team] / any sources ZS can review on this topic?</a:t>
            </a:r>
          </a:p>
        </p188:txBody>
      </p188:reply>
    </p188:replyLst>
    <p188:txBody>
      <a:bodyPr/>
      <a:lstStyle/>
      <a:p>
        <a:r>
          <a:rPr lang="en-US"/>
          <a:t>So I'm not an expert in this space but I've heard from HCPs that they can make thousands on IV induction for Tremfya because they can super rebate it without affecting the price of the SubQ. Does this line up with that?</a:t>
        </a:r>
      </a:p>
    </p188:txBody>
  </p188:cm>
  <p188:cm id="{0F485F62-0734-4AF8-8C41-C5ED33EBA2A1}" authorId="{9412E417-DA38-947F-5925-83B4B8966298}" status="resolved" created="2026-04-07T18:16:54.477">
    <ac:txMkLst xmlns:ac="http://schemas.microsoft.com/office/drawing/2013/main/command">
      <pc:docMk xmlns:pc="http://schemas.microsoft.com/office/powerpoint/2013/main/command"/>
      <pc:sldMk xmlns:pc="http://schemas.microsoft.com/office/powerpoint/2013/main/command" cId="3750008265" sldId="279"/>
      <ac:spMk id="12" creationId="{DCDBEC65-6F8A-A752-A7BF-96E34D4B9B0C}"/>
      <ac:txMk cp="391" len="40">
        <ac:context len="571" hash="414772103"/>
      </ac:txMk>
    </ac:txMkLst>
    <p188:pos x="1064558" y="3014382"/>
    <p188:replyLst>
      <p188:reply id="{9DD6E88C-FC07-4559-8651-05A80F3077C1}" authorId="{78EE5D5C-8BE8-50F0-8C85-6A6975DE6798}" created="2026-04-08T15:24:49.206">
        <p188:txBody>
          <a:bodyPr/>
          <a:lstStyle/>
          <a:p>
            <a:r>
              <a:rPr lang="en-US"/>
              <a:t>[Discuss with the team] / any sources ZS can review on this topic?</a:t>
            </a:r>
          </a:p>
        </p188:txBody>
      </p188:reply>
    </p188:replyLst>
    <p188:txBody>
      <a:bodyPr/>
      <a:lstStyle/>
      <a:p>
        <a:r>
          <a:rPr lang="en-US"/>
          <a:t>Is this a risk to Entyvio that we aren't able to keep up?</a:t>
        </a:r>
      </a:p>
    </p188:txBody>
  </p188:cm>
  <p188:cm id="{F9008B3B-59AD-492B-A36F-004922366250}" authorId="{EB41C16C-0BA5-76FC-2135-5123BE2188EA}" status="resolved" created="2026-04-07T19:52:32.935" complete="100000">
    <pc:sldMkLst xmlns:pc="http://schemas.microsoft.com/office/powerpoint/2013/main/command">
      <pc:docMk/>
      <pc:sldMk cId="3750008265" sldId="279"/>
    </pc:sldMkLst>
    <p188:replyLst>
      <p188:reply id="{6878823C-F076-4F30-BD92-5B2FBCE392F4}" authorId="{57F6EEA8-49B1-6138-131B-E9BCD1C6E68B}" created="2026-04-08T06:47:06.448">
        <p188:txBody>
          <a:bodyPr/>
          <a:lstStyle/>
          <a:p>
            <a:r>
              <a:rPr lang="en-US"/>
              <a:t>Updated</a:t>
            </a:r>
          </a:p>
        </p188:txBody>
      </p188:reply>
    </p188:replyLst>
    <p188:txBody>
      <a:bodyPr/>
      <a:lstStyle/>
      <a:p>
        <a:r>
          <a:rPr lang="en-US"/>
          <a:t>just to clarify can we call the second entyvio under IV induction 'Entyvio pen'</a:t>
        </a:r>
      </a:p>
    </p188:txBody>
  </p188:cm>
  <p188:cm id="{31EB312F-34DE-4656-A3E3-53E834340C58}" authorId="{EB41C16C-0BA5-76FC-2135-5123BE2188EA}" status="resolved" created="2026-04-07T19:53:18.342" complete="100000">
    <pc:sldMkLst xmlns:pc="http://schemas.microsoft.com/office/powerpoint/2013/main/command">
      <pc:docMk/>
      <pc:sldMk cId="3750008265" sldId="279"/>
    </pc:sldMkLst>
    <p188:replyLst>
      <p188:reply id="{319852DF-574E-4128-B486-F9DBA0653874}" authorId="{57F6EEA8-49B1-6138-131B-E9BCD1C6E68B}" created="2026-04-23T18:29:28.462">
        <p188:txBody>
          <a:bodyPr/>
          <a:lstStyle/>
          <a:p>
            <a:r>
              <a:rPr lang="en-US"/>
              <a:t>Updated</a:t>
            </a:r>
          </a:p>
        </p188:txBody>
      </p188:reply>
    </p188:replyLst>
    <p188:txBody>
      <a:bodyPr/>
      <a:lstStyle/>
      <a:p>
        <a:r>
          <a:rPr lang="en-US"/>
          <a:t>for added clarity can we add definitions for WAC and ASP</a:t>
        </a:r>
      </a:p>
    </p188:txBody>
  </p188:cm>
</p188:cmLst>
</file>

<file path=ppt/comments/modernComment_119_88620E59.xml><?xml version="1.0" encoding="utf-8"?>
<p188:cmLst xmlns:a="http://schemas.openxmlformats.org/drawingml/2006/main" xmlns:r="http://schemas.openxmlformats.org/officeDocument/2006/relationships" xmlns:p188="http://schemas.microsoft.com/office/powerpoint/2018/8/main">
  <p188:cm id="{91D07102-3309-4D3E-A09D-F0BCF2C3E8F0}" authorId="{78EE5D5C-8BE8-50F0-8C85-6A6975DE6798}" status="resolved" created="2026-04-13T17:06:11.066" complete="100000">
    <pc:sldMkLst xmlns:pc="http://schemas.microsoft.com/office/powerpoint/2013/main/command">
      <pc:docMk/>
      <pc:sldMk cId="2288127577" sldId="257"/>
    </pc:sldMkLst>
    <p188:replyLst>
      <p188:reply id="{85E3EBFC-6321-45EF-B5CD-7816AD21259E}" authorId="{9412E417-DA38-947F-5925-83B4B8966298}" created="2026-04-15T14:47:13.846">
        <p188:txBody>
          <a:bodyPr/>
          <a:lstStyle/>
          <a:p>
            <a:r>
              <a:rPr lang="en-US"/>
              <a:t>It's a mistake. It's not real TRx because several of the therapies have IV induction so that that messes with things and some business rules smooth that out, so it's not true TRx</a:t>
            </a:r>
          </a:p>
        </p188:txBody>
      </p188:reply>
      <p188:reply id="{E84A7185-DA9A-49CB-B1C5-C31A66339DD1}" authorId="{57F6EEA8-49B1-6138-131B-E9BCD1C6E68B}" created="2026-04-23T14:36:16.197">
        <p188:txBody>
          <a:bodyPr/>
          <a:lstStyle/>
          <a:p>
            <a:r>
              <a:rPr lang="en-US"/>
              <a:t>Updated to state Patient Share</a:t>
            </a:r>
          </a:p>
        </p188:txBody>
      </p188:reply>
    </p188:replyLst>
    <p188:txBody>
      <a:bodyPr/>
      <a:lstStyle/>
      <a:p>
        <a:r>
          <a:rPr lang="en-US"/>
          <a:t>Takeda Team - For the Y-axis, we have titled it as TRx or NBRx across the demand share graphs, considering the IQVIA source is based on claims data, but please let us know if we are mistaken and that IQVIA source actually refers to %patients (it does not clearly state)</a:t>
        </a:r>
      </a:p>
    </p188:txBody>
  </p188:cm>
  <p188:cm id="{34F371A9-CA11-45A0-8EE7-C452C513C368}" authorId="{F2D662C1-2F25-1876-C70E-EE0D8CF5BCE2}" status="resolved" created="2026-04-13T18:39:13.909" complete="100000">
    <pc:sldMkLst xmlns:pc="http://schemas.microsoft.com/office/powerpoint/2013/main/command">
      <pc:docMk/>
      <pc:sldMk cId="2288127577" sldId="281"/>
    </pc:sldMkLst>
    <p188:replyLst>
      <p188:reply id="{C675CC83-8FBE-4586-A7E5-D4B479B821D5}" authorId="{57F6EEA8-49B1-6138-131B-E9BCD1C6E68B}" created="2026-04-23T18:37:27.929">
        <p188:txBody>
          <a:bodyPr/>
          <a:lstStyle/>
          <a:p>
            <a:r>
              <a:rPr lang="en-US"/>
              <a:t>Updated</a:t>
            </a:r>
          </a:p>
        </p188:txBody>
      </p188:reply>
    </p188:replyLst>
    <p188:txBody>
      <a:bodyPr/>
      <a:lstStyle/>
      <a:p>
        <a:r>
          <a:rPr lang="en-US"/>
          <a:t>Let’s add tremfya to the headline too as a product gaining traction - its overall share is smaller right now but its quicky gaining share</a:t>
        </a:r>
      </a:p>
    </p188:txBody>
  </p188:cm>
</p188:cmLst>
</file>

<file path=ppt/comments/modernComment_124_A8D3E4EB.xml><?xml version="1.0" encoding="utf-8"?>
<p188:cmLst xmlns:a="http://schemas.openxmlformats.org/drawingml/2006/main" xmlns:r="http://schemas.openxmlformats.org/officeDocument/2006/relationships" xmlns:p188="http://schemas.microsoft.com/office/powerpoint/2018/8/main">
  <p188:cm id="{D82B2B07-E393-41D9-9BF5-D8A73B3B2568}" authorId="{F2D662C1-2F25-1876-C70E-EE0D8CF5BCE2}" created="2026-05-12T19:29:00.768">
    <pc:sldMkLst xmlns:pc="http://schemas.microsoft.com/office/powerpoint/2013/main/command">
      <pc:docMk/>
      <pc:sldMk cId="2832458987" sldId="292"/>
    </pc:sldMkLst>
    <p188:replyLst>
      <p188:reply id="{EABDCE86-EE14-4E1D-AC64-3C039FD3A2EB}" authorId="{57F6EEA8-49B1-6138-131B-E9BCD1C6E68B}" created="2026-05-20T14:51:17.143">
        <p188:txBody>
          <a:bodyPr/>
          <a:lstStyle/>
          <a:p>
            <a:r>
              <a:rPr lang="en-US"/>
              <a:t>Placement of the slide updated</a:t>
            </a:r>
          </a:p>
        </p188:txBody>
      </p188:reply>
    </p188:replyLst>
    <p188:txBody>
      <a:bodyPr/>
      <a:lstStyle/>
      <a:p>
        <a:r>
          <a:rPr lang="en-US"/>
          <a:t>Could see moving this slide up to be after slide 52 </a:t>
        </a:r>
      </a:p>
    </p188:txBody>
  </p188:cm>
  <p188:cm id="{15778A5A-29B5-4DB1-A974-99EB72D32365}" authorId="{F2D662C1-2F25-1876-C70E-EE0D8CF5BCE2}" created="2026-05-12T19:31:45.945">
    <pc:sldMkLst xmlns:pc="http://schemas.microsoft.com/office/powerpoint/2013/main/command">
      <pc:docMk/>
      <pc:sldMk cId="2832458987" sldId="292"/>
    </pc:sldMkLst>
    <p188:replyLst>
      <p188:reply id="{2AA6B0AE-A503-41C2-A0E7-117CF906D828}" authorId="{57F6EEA8-49B1-6138-131B-E9BCD1C6E68B}" created="2026-05-20T14:51:28.952">
        <p188:txBody>
          <a:bodyPr/>
          <a:lstStyle/>
          <a:p>
            <a:r>
              <a:rPr lang="en-US"/>
              <a:t>Reworded and updated on slide 52</a:t>
            </a:r>
          </a:p>
        </p188:txBody>
      </p188:reply>
    </p188:replyLst>
    <p188:txBody>
      <a:bodyPr/>
      <a:lstStyle/>
      <a:p>
        <a:r>
          <a:rPr lang="en-US"/>
          <a:t>We have some conflicting information where on slide 52 we say, Entyvio’s Fast onset is highly valued by HCPs, especially in severe cases.’ but this slide says slow onset is a reason to NOT prescribe. I’m thinking we remove fast action from 52 since Skyrizi and Tremfya are thought of as working faster - heard from HCPs in research entyvio can take time to act</a:t>
        </a:r>
      </a:p>
    </p188:txBody>
  </p188:cm>
</p188:cmLst>
</file>

<file path=ppt/comments/modernComment_126_956CBA44.xml><?xml version="1.0" encoding="utf-8"?>
<p188:cmLst xmlns:a="http://schemas.openxmlformats.org/drawingml/2006/main" xmlns:r="http://schemas.openxmlformats.org/officeDocument/2006/relationships" xmlns:p188="http://schemas.microsoft.com/office/powerpoint/2018/8/main">
  <p188:cm id="{62D17882-FF47-4E01-83FE-4F239F25DC72}" authorId="{F2D662C1-2F25-1876-C70E-EE0D8CF5BCE2}" status="resolved" created="2026-04-13T18:34:00.725" complete="100000">
    <ac:txMkLst xmlns:ac="http://schemas.microsoft.com/office/drawing/2013/main/command">
      <pc:docMk xmlns:pc="http://schemas.microsoft.com/office/powerpoint/2013/main/command"/>
      <pc:sldMk xmlns:pc="http://schemas.microsoft.com/office/powerpoint/2013/main/command" cId="2506930756" sldId="294"/>
      <ac:spMk id="2" creationId="{B56C4019-A7F7-6B0B-1336-E2C51951A19C}"/>
      <ac:txMk cp="92">
        <ac:context len="468" hash="3883864747"/>
      </ac:txMk>
    </ac:txMkLst>
    <p188:replyLst>
      <p188:reply id="{C928AE13-EB37-4DE0-972E-7B27C1F2F90F}" authorId="{57F6EEA8-49B1-6138-131B-E9BCD1C6E68B}" created="2026-04-23T14:35:30.174">
        <p188:txBody>
          <a:bodyPr/>
          <a:lstStyle/>
          <a:p>
            <a:r>
              <a:rPr lang="en-US"/>
              <a:t>Updated</a:t>
            </a:r>
          </a:p>
        </p188:txBody>
      </p188:reply>
    </p188:replyLst>
    <p188:txBody>
      <a:bodyPr/>
      <a:lstStyle/>
      <a:p>
        <a:r>
          <a:rPr lang="en-US"/>
          <a:t>Minor global note can we capitalize Pen throughout for consistency</a:t>
        </a:r>
      </a:p>
    </p188:txBody>
  </p188:cm>
  <p188:cm id="{DFBE35F5-4CA0-4E91-ACCB-B4DEB927D664}" authorId="{9412E417-DA38-947F-5925-83B4B8966298}" status="resolved" created="2026-04-15T14:44:53.577" complete="100000">
    <ac:txMkLst xmlns:ac="http://schemas.microsoft.com/office/drawing/2013/main/command">
      <pc:docMk xmlns:pc="http://schemas.microsoft.com/office/powerpoint/2013/main/command"/>
      <pc:sldMk xmlns:pc="http://schemas.microsoft.com/office/powerpoint/2013/main/command" cId="2506930756" sldId="294"/>
      <ac:spMk id="2" creationId="{B56C4019-A7F7-6B0B-1336-E2C51951A19C}"/>
      <ac:txMk cp="278">
        <ac:context len="468" hash="3883864747"/>
      </ac:txMk>
    </ac:txMkLst>
    <p188:replyLst>
      <p188:reply id="{981041C8-9AAB-4BEF-9DF9-B92BEFCF81D0}" authorId="{57F6EEA8-49B1-6138-131B-E9BCD1C6E68B}" created="2026-04-23T18:36:06.242">
        <p188:txBody>
          <a:bodyPr/>
          <a:lstStyle/>
          <a:p>
            <a:r>
              <a:rPr lang="en-US"/>
              <a:t>Updated the wording</a:t>
            </a:r>
          </a:p>
        </p188:txBody>
      </p188:reply>
    </p188:replyLst>
    <p188:txBody>
      <a:bodyPr/>
      <a:lstStyle/>
      <a:p>
        <a:r>
          <a:rPr lang="en-US"/>
          <a:t>We aren't the HCP. Treat to target is in the guidelines for HCPs, and we are working to align to that guidance.</a:t>
        </a:r>
      </a:p>
    </p188:txBody>
  </p188:cm>
</p188:cmLst>
</file>

<file path=ppt/comments/modernComment_129_6A5749A3.xml><?xml version="1.0" encoding="utf-8"?>
<p188:cmLst xmlns:a="http://schemas.openxmlformats.org/drawingml/2006/main" xmlns:r="http://schemas.openxmlformats.org/officeDocument/2006/relationships" xmlns:p188="http://schemas.microsoft.com/office/powerpoint/2018/8/main">
  <p188:cm id="{A3EA353E-7F63-4B7F-9E6A-A652A5C5A7FA}" authorId="{57F6EEA8-49B1-6138-131B-E9BCD1C6E68B}" status="resolved" created="2026-05-05T12:47:25.813" complete="100000">
    <ac:deMkLst xmlns:ac="http://schemas.microsoft.com/office/drawing/2013/main/command">
      <pc:docMk xmlns:pc="http://schemas.microsoft.com/office/powerpoint/2013/main/command"/>
      <pc:sldMk xmlns:pc="http://schemas.microsoft.com/office/powerpoint/2013/main/command" cId="1784105379" sldId="297"/>
      <ac:spMk id="9" creationId="{D240E61B-5666-C750-0EDB-77CFF3D38D68}"/>
    </ac:deMkLst>
    <p188:txBody>
      <a:bodyPr/>
      <a:lstStyle/>
      <a:p>
        <a:r>
          <a:rPr lang="en-US"/>
          <a:t>Takeda Team, we’ve updated the header based on our conversation last week </a:t>
        </a:r>
      </a:p>
    </p188:txBody>
  </p188:cm>
</p188:cmLst>
</file>

<file path=ppt/comments/modernComment_130_A855A407.xml><?xml version="1.0" encoding="utf-8"?>
<p188:cmLst xmlns:a="http://schemas.openxmlformats.org/drawingml/2006/main" xmlns:r="http://schemas.openxmlformats.org/officeDocument/2006/relationships" xmlns:p188="http://schemas.microsoft.com/office/powerpoint/2018/8/main">
  <p188:cm id="{B59E5CFD-5769-475C-9946-A5D1738C3581}" authorId="{F2D662C1-2F25-1876-C70E-EE0D8CF5BCE2}" status="resolved" created="2026-04-13T19:41:50.752" complete="100000">
    <ac:txMkLst xmlns:ac="http://schemas.microsoft.com/office/drawing/2013/main/command">
      <pc:docMk xmlns:pc="http://schemas.microsoft.com/office/powerpoint/2013/main/command"/>
      <pc:sldMk xmlns:pc="http://schemas.microsoft.com/office/powerpoint/2013/main/command" cId="2824184839" sldId="304"/>
      <ac:graphicFrameMk id="34" creationId="{F20DCC49-7B0E-C934-B466-DCE95F195096}"/>
      <ac:tblMk/>
      <ac:tcMk rowId="2705790494" colId="944675500"/>
      <ac:txMk cp="0" len="3">
        <ac:context len="4" hash="1858639"/>
      </ac:txMk>
    </ac:txMkLst>
    <p188:pos x="3779253" y="341755"/>
    <p188:replyLst>
      <p188:reply id="{F3295AB9-6EB3-4419-8BD3-DA09BC9817EA}" authorId="{57F6EEA8-49B1-6138-131B-E9BCD1C6E68B}" created="2026-04-23T18:44:59.848">
        <p188:txBody>
          <a:bodyPr/>
          <a:lstStyle/>
          <a:p>
            <a:r>
              <a:rPr lang="en-US"/>
              <a:t>Yes we have added it to the footnote  (Jul ‘24-Jun ‘25, IQVIA)</a:t>
            </a:r>
          </a:p>
        </p188:txBody>
      </p188:reply>
    </p188:replyLst>
    <p188:txBody>
      <a:bodyPr/>
      <a:lstStyle/>
      <a:p>
        <a:r>
          <a:rPr lang="en-US"/>
          <a:t>Do we know what the time frame is for these numbers? </a:t>
        </a:r>
      </a:p>
    </p188:txBody>
  </p188:cm>
</p188:cmLst>
</file>

<file path=ppt/comments/modernComment_131_8941B230.xml><?xml version="1.0" encoding="utf-8"?>
<p188:cmLst xmlns:a="http://schemas.openxmlformats.org/drawingml/2006/main" xmlns:r="http://schemas.openxmlformats.org/officeDocument/2006/relationships" xmlns:p188="http://schemas.microsoft.com/office/powerpoint/2018/8/main">
  <p188:cm id="{AEE436DA-09F4-419A-A062-BBD22E0D352B}" authorId="{3E595246-6514-BA21-4232-77C379CF2649}" created="2026-06-09T14:55:20.553">
    <ac:deMkLst xmlns:ac="http://schemas.microsoft.com/office/drawing/2013/main/command">
      <pc:docMk xmlns:pc="http://schemas.microsoft.com/office/powerpoint/2013/main/command"/>
      <pc:sldMk xmlns:pc="http://schemas.microsoft.com/office/powerpoint/2013/main/command" cId="2302784048" sldId="305"/>
      <ac:grpSpMk id="97" creationId="{4FA11AFC-660C-3CDE-5200-E7FE49A5D5DC}"/>
    </ac:deMkLst>
    <p188:txBody>
      <a:bodyPr/>
      <a:lstStyle/>
      <a:p>
        <a:r>
          <a:rPr lang="en-US"/>
          <a:t>These icons are incorrect. Some of these are orals!! Please double check all</a:t>
        </a:r>
      </a:p>
    </p188:txBody>
  </p188:cm>
</p188:cmLst>
</file>

<file path=ppt/comments/modernComment_132_8CDEC786.xml><?xml version="1.0" encoding="utf-8"?>
<p188:cmLst xmlns:a="http://schemas.openxmlformats.org/drawingml/2006/main" xmlns:r="http://schemas.openxmlformats.org/officeDocument/2006/relationships" xmlns:p188="http://schemas.microsoft.com/office/powerpoint/2018/8/main">
  <p188:cm id="{DCB7B335-784B-4850-B970-72E8FBA273E5}" authorId="{3E595246-6514-BA21-4232-77C379CF2649}" created="2026-06-09T14:58:15.495">
    <ac:deMkLst xmlns:ac="http://schemas.microsoft.com/office/drawing/2013/main/command">
      <pc:docMk xmlns:pc="http://schemas.microsoft.com/office/powerpoint/2013/main/command"/>
      <pc:sldMk xmlns:pc="http://schemas.microsoft.com/office/powerpoint/2013/main/command" cId="2363410310" sldId="306"/>
      <ac:grpSpMk id="106" creationId="{1589FF39-EA01-A4A1-C875-FBDFD6EB78CE}"/>
    </ac:deMkLst>
    <p188:txBody>
      <a:bodyPr/>
      <a:lstStyle/>
      <a:p>
        <a:r>
          <a:rPr lang="en-US"/>
          <a:t>Every single icon here is an infusion. That doesn’t seem right. </a:t>
        </a:r>
      </a:p>
    </p188:txBody>
  </p188:cm>
</p188:cmLst>
</file>

<file path=ppt/comments/modernComment_133_F51580D6.xml><?xml version="1.0" encoding="utf-8"?>
<p188:cmLst xmlns:a="http://schemas.openxmlformats.org/drawingml/2006/main" xmlns:r="http://schemas.openxmlformats.org/officeDocument/2006/relationships" xmlns:p188="http://schemas.microsoft.com/office/powerpoint/2018/8/main">
  <p188:cm id="{B7944A71-7159-4987-A9C1-D9BECE75ADC7}" authorId="{F2D662C1-2F25-1876-C70E-EE0D8CF5BCE2}" created="2026-05-12T20:12:02.014">
    <pc:sldMkLst xmlns:pc="http://schemas.microsoft.com/office/powerpoint/2013/main/command">
      <pc:docMk/>
      <pc:sldMk cId="4111827158" sldId="307"/>
    </pc:sldMkLst>
    <p188:pos x="11868150" y="288925"/>
    <p188:replyLst>
      <p188:reply id="{0E70C98B-C0F9-49CE-AE1B-855C5C4E63A6}" authorId="{F2D662C1-2F25-1876-C70E-EE0D8CF5BCE2}" created="2026-05-12T20:12:29.418">
        <p188:txBody>
          <a:bodyPr/>
          <a:lstStyle/>
          <a:p>
            <a:r>
              <a:rPr lang="en-US"/>
              <a:t>Same for CD slide</a:t>
            </a:r>
          </a:p>
        </p188:txBody>
      </p188:reply>
      <p188:reply id="{286EB7DB-2C8E-4950-943F-A5FAD59A23B1}" authorId="{57F6EEA8-49B1-6138-131B-E9BCD1C6E68B}" created="2026-05-20T15:27:13.395">
        <p188:txBody>
          <a:bodyPr/>
          <a:lstStyle/>
          <a:p>
            <a:r>
              <a:rPr lang="en-US"/>
              <a:t>While the information across these slides may appear overlapping, they reflect different perspectives, slide 52 focuses on HCP perceptions, whereas this slide highlights more patient-driven perceptions, placed before HCP segment and patient segment slides resp.</a:t>
            </a:r>
          </a:p>
        </p188:txBody>
      </p188:reply>
    </p188:replyLst>
    <p188:txBody>
      <a:bodyPr/>
      <a:lstStyle/>
      <a:p>
        <a:r>
          <a:rPr lang="en-US"/>
          <a:t>Seems like a lot of overlap between this slide and slide 52 - can they be combined?</a:t>
        </a:r>
      </a:p>
    </p188:txBody>
  </p188:cm>
</p188:cmLst>
</file>

<file path=ppt/comments/modernComment_134_DB217387.xml><?xml version="1.0" encoding="utf-8"?>
<p188:cmLst xmlns:a="http://schemas.openxmlformats.org/drawingml/2006/main" xmlns:r="http://schemas.openxmlformats.org/officeDocument/2006/relationships" xmlns:p188="http://schemas.microsoft.com/office/powerpoint/2018/8/main">
  <p188:cm id="{DD03135A-5023-494E-B023-34D7CE1FEBBC}" authorId="{57F6EEA8-49B1-6138-131B-E9BCD1C6E68B}" created="2026-04-23T18:45:35.073">
    <ac:deMkLst xmlns:ac="http://schemas.microsoft.com/office/drawing/2013/main/command">
      <pc:docMk xmlns:pc="http://schemas.microsoft.com/office/powerpoint/2013/main/command"/>
      <pc:sldMk xmlns:pc="http://schemas.microsoft.com/office/powerpoint/2013/main/command" cId="3676402567" sldId="308"/>
      <ac:spMk id="4" creationId="{7C81F976-0BFB-789A-74CA-87E333A14923}"/>
    </ac:deMkLst>
    <p188:replyLst>
      <p188:reply id="{B7FEC062-82C8-4C89-9414-C9134C5A21A2}" authorId="{F2D662C1-2F25-1876-C70E-EE0D8CF5BCE2}" created="2026-06-09T15:26:19.287">
        <p188:txBody>
          <a:bodyPr/>
          <a:lstStyle/>
          <a:p>
            <a:r>
              <a:rPr lang="en-US"/>
              <a:t>Brand team doesn’t really use segment names</a:t>
            </a:r>
          </a:p>
        </p188:txBody>
      </p188:reply>
    </p188:replyLst>
    <p188:txBody>
      <a:bodyPr/>
      <a:lstStyle/>
      <a:p>
        <a:r>
          <a:rPr lang="en-US"/>
          <a:t>Takeda Team- please let us know if there are updated Patient Segment names we should be using</a:t>
        </a:r>
      </a:p>
    </p188:txBody>
  </p188:cm>
</p188:cmLst>
</file>

<file path=ppt/comments/modernComment_135_3C01C8E1.xml><?xml version="1.0" encoding="utf-8"?>
<p188:cmLst xmlns:a="http://schemas.openxmlformats.org/drawingml/2006/main" xmlns:r="http://schemas.openxmlformats.org/officeDocument/2006/relationships" xmlns:p188="http://schemas.microsoft.com/office/powerpoint/2018/8/main">
  <p188:cm id="{F2D4F723-5F7F-4962-BFDF-A16A8B3E60CF}" authorId="{57F6EEA8-49B1-6138-131B-E9BCD1C6E68B}" status="resolved" created="2026-05-05T12:45:53.882" complete="100000">
    <ac:deMkLst xmlns:ac="http://schemas.microsoft.com/office/drawing/2013/main/command">
      <pc:docMk xmlns:pc="http://schemas.microsoft.com/office/powerpoint/2013/main/command"/>
      <pc:sldMk xmlns:pc="http://schemas.microsoft.com/office/powerpoint/2013/main/command" cId="1006749921" sldId="309"/>
      <ac:spMk id="21" creationId="{5759BD27-14CA-BBF2-944D-F7B37D302C80}"/>
    </ac:deMkLst>
    <p188:txBody>
      <a:bodyPr/>
      <a:lstStyle/>
      <a:p>
        <a:r>
          <a:rPr lang="en-US"/>
          <a:t>Takeda Team- We’ve added HCP Perceptions of Pen and IV access from the ATU as requested</a:t>
        </a:r>
      </a:p>
    </p188:txBody>
  </p188:cm>
  <p188:cm id="{85115F0B-67BD-4ED2-A8F6-EA49A4FF14C0}" authorId="{F2D662C1-2F25-1876-C70E-EE0D8CF5BCE2}" created="2026-05-12T20:27:52.557">
    <ac:deMkLst xmlns:ac="http://schemas.microsoft.com/office/drawing/2013/main/command">
      <pc:docMk xmlns:pc="http://schemas.microsoft.com/office/powerpoint/2013/main/command"/>
      <pc:sldMk xmlns:pc="http://schemas.microsoft.com/office/powerpoint/2013/main/command" cId="1006749921" sldId="309"/>
      <ac:graphicFrameMk id="62" creationId="{67DD6FE2-0FC7-F7A1-D2BF-43A0BFCA9294}"/>
    </ac:deMkLst>
    <p188:replyLst>
      <p188:reply id="{A24B88AE-A8B8-4650-B821-A0C1D5DDA699}" authorId="{57F6EEA8-49B1-6138-131B-E9BCD1C6E68B}" created="2026-05-13T15:16:14.853">
        <p188:txBody>
          <a:bodyPr/>
          <a:lstStyle/>
          <a:p>
            <a:r>
              <a:rPr lang="en-US"/>
              <a:t>Last 30 days refer to  - Of the patients new to Entyvio each quarter and started on Entyvio maintenance in the past 30 days, what percent started on Pen/IV</a:t>
            </a:r>
          </a:p>
        </p188:txBody>
      </p188:reply>
    </p188:replyLst>
    <p188:txBody>
      <a:bodyPr/>
      <a:lstStyle/>
      <a:p>
        <a:r>
          <a:rPr lang="en-US"/>
          <a:t>Does last 30 days make sense here if the last period of time was from Q4 2025</a:t>
        </a:r>
      </a:p>
    </p188:txBody>
  </p188:cm>
  <p188:cm id="{65B81478-F460-45D3-AB7B-F26B3B169295}" authorId="{F2D662C1-2F25-1876-C70E-EE0D8CF5BCE2}" created="2026-05-12T20:35:03.645">
    <ac:txMkLst xmlns:ac="http://schemas.microsoft.com/office/drawing/2013/main/command">
      <pc:docMk xmlns:pc="http://schemas.microsoft.com/office/powerpoint/2013/main/command"/>
      <pc:sldMk xmlns:pc="http://schemas.microsoft.com/office/powerpoint/2013/main/command" cId="1006749921" sldId="309"/>
      <ac:spMk id="21" creationId="{5759BD27-14CA-BBF2-944D-F7B37D302C80}"/>
      <ac:txMk cp="128" len="19">
        <ac:context len="249" hash="4099775911"/>
      </ac:txMk>
    </ac:txMkLst>
    <p188:pos x="2186731" y="536908"/>
    <p188:replyLst>
      <p188:reply id="{6FECA4B2-4A9F-4C02-99E8-06CA241672BB}" authorId="{57F6EEA8-49B1-6138-131B-E9BCD1C6E68B}" created="2026-05-13T15:16:28.131">
        <p188:txBody>
          <a:bodyPr/>
          <a:lstStyle/>
          <a:p>
            <a:r>
              <a:rPr lang="en-US"/>
              <a:t>The future expectation data is taken directly from a survey question that asks doctors what percent of their next 10 Entyvio patients they expect to start on Pen. Since it's asking about "next 10 patients" rather than a specific time period, it captures doctor intent at the time of the survey rather than a projection tied to any particular quarter</a:t>
            </a:r>
          </a:p>
        </p188:txBody>
      </p188:reply>
    </p188:replyLst>
    <p188:txBody>
      <a:bodyPr/>
      <a:lstStyle/>
      <a:p>
        <a:r>
          <a:rPr lang="en-US"/>
          <a:t>I know slides will quickly become outdated but this data doesn’t seem like its anticipating future usage of its for Q4 2025 and the research was for december 2025 - do we need to clarify - does the question prompt HCPs to consider future usage in next X amount of time?</a:t>
        </a:r>
      </a:p>
    </p188:txBody>
  </p188:cm>
</p188:cmLst>
</file>

<file path=ppt/comments/modernComment_136_E2375870.xml><?xml version="1.0" encoding="utf-8"?>
<p188:cmLst xmlns:a="http://schemas.openxmlformats.org/drawingml/2006/main" xmlns:r="http://schemas.openxmlformats.org/officeDocument/2006/relationships" xmlns:p188="http://schemas.microsoft.com/office/powerpoint/2018/8/main">
  <p188:cm id="{B1C5B304-868D-4477-9BA4-2B8A90601830}" authorId="{3E595246-6514-BA21-4232-77C379CF2649}" created="2026-06-09T12:29:28.922">
    <ac:deMkLst xmlns:ac="http://schemas.microsoft.com/office/drawing/2013/main/command">
      <pc:docMk xmlns:pc="http://schemas.microsoft.com/office/powerpoint/2013/main/command"/>
      <pc:sldMk xmlns:pc="http://schemas.microsoft.com/office/powerpoint/2013/main/command" cId="3795277936" sldId="310"/>
      <ac:spMk id="2" creationId="{45D72997-42B0-4FC4-7C40-258094B61122}"/>
    </ac:deMkLst>
    <p188:txBody>
      <a:bodyPr/>
      <a:lstStyle/>
      <a:p>
        <a:r>
          <a:rPr lang="en-US"/>
          <a:t>Please create a slide that summarizes our PSP, source information from product website. </a:t>
        </a:r>
      </a:p>
    </p188:txBody>
  </p188:cm>
</p188:cmLst>
</file>

<file path=ppt/comments/modernComment_137_9C4EA572.xml><?xml version="1.0" encoding="utf-8"?>
<p188:cmLst xmlns:a="http://schemas.openxmlformats.org/drawingml/2006/main" xmlns:r="http://schemas.openxmlformats.org/officeDocument/2006/relationships" xmlns:p188="http://schemas.microsoft.com/office/powerpoint/2018/8/main">
  <p188:cm id="{508D4BC8-391B-4D34-8AB7-3AEC572FE2CB}" authorId="{F2D662C1-2F25-1876-C70E-EE0D8CF5BCE2}" status="resolved" created="2026-04-13T19:58:44.501" complete="100000">
    <ac:txMkLst xmlns:ac="http://schemas.microsoft.com/office/drawing/2013/main/command">
      <pc:docMk xmlns:pc="http://schemas.microsoft.com/office/powerpoint/2013/main/command"/>
      <pc:sldMk xmlns:pc="http://schemas.microsoft.com/office/powerpoint/2013/main/command" cId="2622399858" sldId="311"/>
      <ac:spMk id="15" creationId="{7647BC96-9288-7D91-0668-174695415704}"/>
      <ac:txMk cp="0" len="40">
        <ac:context len="151" hash="918051204"/>
      </ac:txMk>
    </ac:txMkLst>
    <p188:pos x="7728297" y="209870"/>
    <p188:replyLst>
      <p188:reply id="{9CF2A5B5-87F2-4AD1-AA6D-EAFF723CD720}" authorId="{57F6EEA8-49B1-6138-131B-E9BCD1C6E68B}" created="2026-04-23T18:47:58.514">
        <p188:txBody>
          <a:bodyPr/>
          <a:lstStyle/>
          <a:p>
            <a:r>
              <a:rPr lang="en-US"/>
              <a:t>Updated</a:t>
            </a:r>
          </a:p>
        </p188:txBody>
      </p188:reply>
    </p188:replyLst>
    <p188:txBody>
      <a:bodyPr/>
      <a:lstStyle/>
      <a:p>
        <a:r>
          <a:rPr lang="en-US"/>
          <a:t>Entyvio only has IV for treatment induction so favoring IV induction isnt the right phrasing - can we tweak the headline </a:t>
        </a:r>
      </a:p>
    </p188:txBody>
  </p188:cm>
  <p188:cm id="{030DE171-CC49-4265-A40D-A975CA2FD8FE}" authorId="{F2D662C1-2F25-1876-C70E-EE0D8CF5BCE2}" status="resolved" created="2026-04-14T20:32:37.040" complete="100000">
    <ac:txMkLst xmlns:ac="http://schemas.microsoft.com/office/drawing/2013/main/command">
      <pc:docMk xmlns:pc="http://schemas.microsoft.com/office/powerpoint/2013/main/command"/>
      <pc:sldMk xmlns:pc="http://schemas.microsoft.com/office/powerpoint/2013/main/command" cId="2622399858" sldId="311"/>
      <ac:spMk id="122" creationId="{E0BC6625-4D65-0D73-BEDD-E2D2FEF822AA}"/>
      <ac:txMk cp="122" len="1">
        <ac:context len="126" hash="1116824037"/>
      </ac:txMk>
    </ac:txMkLst>
    <p188:pos x="3327651" y="594335"/>
    <p188:replyLst>
      <p188:reply id="{DEA1FB14-9349-412E-8C1B-698DE3E297F1}" authorId="{57F6EEA8-49B1-6138-131B-E9BCD1C6E68B}" created="2026-04-23T14:38:44.364">
        <p188:txBody>
          <a:bodyPr/>
          <a:lstStyle/>
          <a:p>
            <a:r>
              <a:rPr lang="en-US"/>
              <a:t>Updated across</a:t>
            </a:r>
          </a:p>
        </p188:txBody>
      </p188:reply>
    </p188:replyLst>
    <p188:txBody>
      <a:bodyPr/>
      <a:lstStyle/>
      <a:p>
        <a:r>
          <a:rPr lang="en-US"/>
          <a:t>Minor can we capitalize pen throughout for consistency</a:t>
        </a:r>
      </a:p>
    </p188:txBody>
  </p188:cm>
</p188:cmLst>
</file>

<file path=ppt/comments/modernComment_139_8533BB90.xml><?xml version="1.0" encoding="utf-8"?>
<p188:cmLst xmlns:a="http://schemas.openxmlformats.org/drawingml/2006/main" xmlns:r="http://schemas.openxmlformats.org/officeDocument/2006/relationships" xmlns:p188="http://schemas.microsoft.com/office/powerpoint/2018/8/main">
  <p188:cm id="{951FB935-E6A9-412C-B695-445607058D93}" authorId="{9412E417-DA38-947F-5925-83B4B8966298}" status="resolved" created="2026-04-15T15:13:40.291" complete="100000">
    <ac:txMkLst xmlns:ac="http://schemas.microsoft.com/office/drawing/2013/main/command">
      <pc:docMk xmlns:pc="http://schemas.microsoft.com/office/powerpoint/2013/main/command"/>
      <pc:sldMk xmlns:pc="http://schemas.microsoft.com/office/powerpoint/2013/main/command" cId="2234760080" sldId="313"/>
      <ac:spMk id="34" creationId="{73284799-8FFB-F566-ACD9-DF4A8066A111}"/>
      <ac:txMk cp="16" len="35">
        <ac:context len="146" hash="1904075099"/>
      </ac:txMk>
    </ac:txMkLst>
    <p188:pos x="4882815" y="190500"/>
    <p188:replyLst>
      <p188:reply id="{21DE055B-BE21-4989-97B2-83B780AE0FE1}" authorId="{57F6EEA8-49B1-6138-131B-E9BCD1C6E68B}" created="2026-04-23T18:48:16.748">
        <p188:txBody>
          <a:bodyPr/>
          <a:lstStyle/>
          <a:p>
            <a:r>
              <a:rPr lang="en-US"/>
              <a:t>Updated</a:t>
            </a:r>
          </a:p>
        </p188:txBody>
      </p188:reply>
    </p188:replyLst>
    <p188:txBody>
      <a:bodyPr/>
      <a:lstStyle/>
      <a:p>
        <a:r>
          <a:rPr lang="en-US"/>
          <a:t>Once approved. The company ped approval is for IV only (both induction and maintenance)</a:t>
        </a:r>
      </a:p>
    </p188:txBody>
  </p188:cm>
  <p188:cm id="{19FDF3ED-59A5-4760-8517-D04DB782E2AA}" authorId="{F2D662C1-2F25-1876-C70E-EE0D8CF5BCE2}" created="2026-05-12T20:23:10.628">
    <pc:sldMkLst xmlns:pc="http://schemas.microsoft.com/office/powerpoint/2013/main/command">
      <pc:docMk/>
      <pc:sldMk cId="2234760080" sldId="313"/>
    </pc:sldMkLst>
    <p188:replyLst>
      <p188:reply id="{92D19107-AAE2-4EBB-8C88-673AA5F5474F}" authorId="{57F6EEA8-49B1-6138-131B-E9BCD1C6E68B}" created="2026-05-20T15:43:09.144">
        <p188:txBody>
          <a:bodyPr/>
          <a:lstStyle/>
          <a:p>
            <a:r>
              <a:rPr lang="en-US"/>
              <a:t>Moving the slide in appendix for future reference</a:t>
            </a:r>
          </a:p>
        </p188:txBody>
      </p188:reply>
    </p188:replyLst>
    <p188:txBody>
      <a:bodyPr/>
      <a:lstStyle/>
      <a:p>
        <a:r>
          <a:rPr lang="en-US"/>
          <a:t>Do we need this slide?</a:t>
        </a:r>
      </a:p>
    </p188:txBody>
  </p188:cm>
</p188:cmLst>
</file>

<file path=ppt/comments/modernComment_141_B4CD95EF.xml><?xml version="1.0" encoding="utf-8"?>
<p188:cmLst xmlns:a="http://schemas.openxmlformats.org/drawingml/2006/main" xmlns:r="http://schemas.openxmlformats.org/officeDocument/2006/relationships" xmlns:p188="http://schemas.microsoft.com/office/powerpoint/2018/8/main">
  <p188:cm id="{9B278B4A-C3DE-491D-B880-323C4E5437E3}" authorId="{F2D662C1-2F25-1876-C70E-EE0D8CF5BCE2}" status="resolved" created="2026-04-27T19:16:20.849" complete="100000">
    <pc:sldMkLst xmlns:pc="http://schemas.microsoft.com/office/powerpoint/2013/main/command">
      <pc:docMk/>
      <pc:sldMk cId="3033372143" sldId="321"/>
    </pc:sldMkLst>
    <p188:replyLst>
      <p188:reply id="{7EB0E0E5-1EA6-4703-8D50-0D2C3BA68CE4}" authorId="{57F6EEA8-49B1-6138-131B-E9BCD1C6E68B}" created="2026-04-28T14:45:13.634">
        <p188:txBody>
          <a:bodyPr/>
          <a:lstStyle/>
          <a:p>
            <a:r>
              <a:rPr lang="en-US"/>
              <a:t>No we do not have this information for Tremfya. We can add this as a data gap.</a:t>
            </a:r>
          </a:p>
        </p188:txBody>
      </p188:reply>
    </p188:replyLst>
    <p188:txBody>
      <a:bodyPr/>
      <a:lstStyle/>
      <a:p>
        <a:r>
          <a:rPr lang="en-US"/>
          <a:t>We don’t have this info for tremfya?</a:t>
        </a:r>
      </a:p>
    </p188:txBody>
    <p188:extLst>
      <p:ext xmlns:p="http://schemas.openxmlformats.org/presentationml/2006/main" uri="{57CB4572-C831-44C2-8A1C-0ADB6CCDFE69}">
        <p223:reactions xmlns:p223="http://schemas.microsoft.com/office/powerpoint/2022/03/main">
          <p223:rxn type="👍">
            <p223:instance time="2026-04-27T20:02:06.640" authorId="{9412E417-DA38-947F-5925-83B4B8966298}"/>
          </p223:rxn>
        </p223:reactions>
      </p:ext>
    </p188:extLst>
  </p188:cm>
  <p188:cm id="{7FCC78C8-3958-4338-AEA2-139ABDB773C0}" authorId="{9412E417-DA38-947F-5925-83B4B8966298}" status="resolved" created="2026-04-27T20:00:57.952" complete="100000">
    <ac:txMkLst xmlns:ac="http://schemas.microsoft.com/office/drawing/2013/main/command">
      <pc:docMk xmlns:pc="http://schemas.microsoft.com/office/powerpoint/2013/main/command"/>
      <pc:sldMk xmlns:pc="http://schemas.microsoft.com/office/powerpoint/2013/main/command" cId="3033372143" sldId="321"/>
      <ac:spMk id="1028" creationId="{83E3E6AC-02AD-601D-45CF-35B13878F3A6}"/>
      <ac:txMk cp="0">
        <ac:context len="80" hash="3784811612"/>
      </ac:txMk>
    </ac:txMkLst>
    <p188:pos x="4474307" y="410307"/>
    <p188:replyLst>
      <p188:reply id="{96C8EA9B-F583-430F-A001-6CFE39A9BC62}" authorId="{9412E417-DA38-947F-5925-83B4B8966298}" created="2026-04-27T20:04:08.063">
        <p188:txBody>
          <a:bodyPr/>
          <a:lstStyle/>
          <a:p>
            <a:r>
              <a:rPr lang="en-US"/>
              <a:t>I'm wondering if "share of approved claims" is even meaningful as a metric... it's too tied to share of the drug as a script and which benefit it goes under, which we cover in other sections </a:t>
            </a:r>
          </a:p>
        </p188:txBody>
      </p188:reply>
      <p188:reply id="{40862FCC-2482-403B-B9C0-670DE582E8F2}" authorId="{57F6EEA8-49B1-6138-131B-E9BCD1C6E68B}" created="2026-05-05T12:54:00.872">
        <p188:txBody>
          <a:bodyPr/>
          <a:lstStyle/>
          <a:p>
            <a:r>
              <a:rPr lang="en-US"/>
              <a:t>Removed the insights on the share of approved claims, as discussed </a:t>
            </a:r>
          </a:p>
        </p188:txBody>
      </p188:reply>
    </p188:replyLst>
    <p188:txBody>
      <a:bodyPr/>
      <a:lstStyle/>
      <a:p>
        <a:r>
          <a:rPr lang="en-US"/>
          <a:t>Unduly optimistic: 1) infliximab as a molecule overall is doing better than Entyvio 2) it's not really a fair fight, Skyrizi et al. all have to switch to SC after a few weeks of loading doses, there is not IV maintenance option</a:t>
        </a:r>
      </a:p>
    </p188:txBody>
  </p188:cm>
  <p188:cm id="{A3E230F6-1693-4882-80A5-D93EB75A0970}" authorId="{9412E417-DA38-947F-5925-83B4B8966298}" status="resolved" created="2026-04-27T20:02:03.687" complete="100000">
    <ac:deMkLst xmlns:ac="http://schemas.microsoft.com/office/drawing/2013/main/command">
      <pc:docMk xmlns:pc="http://schemas.microsoft.com/office/powerpoint/2013/main/command"/>
      <pc:sldMk xmlns:pc="http://schemas.microsoft.com/office/powerpoint/2013/main/command" cId="3033372143" sldId="321"/>
      <ac:spMk id="1031" creationId="{EDA67368-07D4-42FF-7C2A-26B439B8A9C6}"/>
    </ac:deMkLst>
    <p188:replyLst>
      <p188:reply id="{9D51E4B7-476B-4E50-9C7E-8DDD7FCFD30A}" authorId="{57F6EEA8-49B1-6138-131B-E9BCD1C6E68B}" created="2026-04-28T14:39:00.246">
        <p188:txBody>
          <a:bodyPr/>
          <a:lstStyle/>
          <a:p>
            <a:r>
              <a:rPr lang="en-US"/>
              <a:t>Updated</a:t>
            </a:r>
          </a:p>
        </p188:txBody>
      </p188:reply>
    </p188:replyLst>
    <p188:txBody>
      <a:bodyPr/>
      <a:lstStyle/>
      <a:p>
        <a:r>
          <a:rPr lang="en-US"/>
          <a:t>Colors inconsistent</a:t>
        </a:r>
      </a:p>
    </p188:txBody>
  </p188:cm>
</p188:cmLst>
</file>

<file path=ppt/comments/modernComment_142_4CBDCADE.xml><?xml version="1.0" encoding="utf-8"?>
<p188:cmLst xmlns:a="http://schemas.openxmlformats.org/drawingml/2006/main" xmlns:r="http://schemas.openxmlformats.org/officeDocument/2006/relationships" xmlns:p188="http://schemas.microsoft.com/office/powerpoint/2018/8/main">
  <p188:cm id="{48687E9B-C50C-4376-BD50-AFA2386DC0CE}" authorId="{3E595246-6514-BA21-4232-77C379CF2649}" created="2026-06-09T14:50:44.017">
    <ac:deMkLst xmlns:ac="http://schemas.microsoft.com/office/drawing/2013/main/command">
      <pc:docMk xmlns:pc="http://schemas.microsoft.com/office/powerpoint/2013/main/command"/>
      <pc:sldMk xmlns:pc="http://schemas.microsoft.com/office/powerpoint/2013/main/command" cId="1287506654" sldId="322"/>
      <ac:spMk id="2" creationId="{3C296261-B85A-C2C2-2161-CB83207FB90A}"/>
    </ac:deMkLst>
    <p188:txBody>
      <a:bodyPr/>
      <a:lstStyle/>
      <a:p>
        <a:r>
          <a:rPr lang="en-US"/>
          <a:t>We are missing a slide on development biosimilars of Vedo and their timelines. Ive asked our CI agency to create. Stay tuned</a:t>
        </a:r>
      </a:p>
    </p188:txBody>
  </p188:cm>
</p188:cmLst>
</file>

<file path=ppt/comments/modernComment_143_82684E46.xml><?xml version="1.0" encoding="utf-8"?>
<p188:cmLst xmlns:a="http://schemas.openxmlformats.org/drawingml/2006/main" xmlns:r="http://schemas.openxmlformats.org/officeDocument/2006/relationships" xmlns:p188="http://schemas.microsoft.com/office/powerpoint/2018/8/main">
  <p188:cm id="{FB3893F3-2265-4723-9D10-F423BE05A443}" authorId="{F2D662C1-2F25-1876-C70E-EE0D8CF5BCE2}" status="resolved" created="2026-04-27T19:23:55.429" complete="100000">
    <ac:txMkLst xmlns:ac="http://schemas.microsoft.com/office/drawing/2013/main/command">
      <pc:docMk xmlns:pc="http://schemas.microsoft.com/office/powerpoint/2013/main/command"/>
      <pc:sldMk xmlns:pc="http://schemas.microsoft.com/office/powerpoint/2013/main/command" cId="2187873862" sldId="323"/>
      <ac:spMk id="30" creationId="{CAD91AB8-DAA9-6975-413C-56313DD97525}"/>
      <ac:txMk cp="115" len="1">
        <ac:context len="160" hash="3744040583"/>
      </ac:txMk>
    </ac:txMkLst>
    <p188:pos x="1918334" y="578210"/>
    <p188:replyLst>
      <p188:reply id="{4AC4DD83-166D-4916-AC04-49BDC1460F1A}" authorId="{57F6EEA8-49B1-6138-131B-E9BCD1C6E68B}" created="2026-04-28T17:54:53.411">
        <p188:txBody>
          <a:bodyPr/>
          <a:lstStyle/>
          <a:p>
            <a:r>
              <a:rPr lang="en-US"/>
              <a:t>Updated</a:t>
            </a:r>
          </a:p>
        </p188:txBody>
      </p188:reply>
    </p188:replyLst>
    <p188:txBody>
      <a:bodyPr/>
      <a:lstStyle/>
      <a:p>
        <a:r>
          <a:rPr lang="en-US"/>
          <a:t>Minor but let’s say ‘growing’ competition from skyrizi and tremfya since skyrizi competition isn't really new any more</a:t>
        </a:r>
      </a:p>
    </p188:txBody>
  </p188:cm>
  <p188:cm id="{F77F6032-570A-4B2F-96E7-3D048EFAEE3D}" authorId="{F2D662C1-2F25-1876-C70E-EE0D8CF5BCE2}" status="resolved" created="2026-04-27T19:24:47.901" complete="100000">
    <ac:deMkLst xmlns:ac="http://schemas.microsoft.com/office/drawing/2013/main/command">
      <pc:docMk xmlns:pc="http://schemas.microsoft.com/office/powerpoint/2013/main/command"/>
      <pc:sldMk xmlns:pc="http://schemas.microsoft.com/office/powerpoint/2013/main/command" cId="2187873862" sldId="323"/>
      <ac:graphicFrameMk id="28" creationId="{63C700D9-1AC9-3DF9-1E00-C9AC88A765BB}"/>
    </ac:deMkLst>
    <p188:replyLst>
      <p188:reply id="{D52C6583-839F-44D2-A0D4-89F145997F27}" authorId="{57F6EEA8-49B1-6138-131B-E9BCD1C6E68B}" created="2026-04-29T06:53:39.377">
        <p188:txBody>
          <a:bodyPr/>
          <a:lstStyle/>
          <a:p>
            <a:r>
              <a:rPr lang="en-US"/>
              <a:t>Belonged to the combination of Humira and Stelara, but has been removed to avoid confusion </a:t>
            </a:r>
          </a:p>
        </p188:txBody>
      </p188:reply>
    </p188:replyLst>
    <p188:txBody>
      <a:bodyPr/>
      <a:lstStyle/>
      <a:p>
        <a:r>
          <a:rPr lang="en-US"/>
          <a:t>Where does the -12 since FY24 call out belong? Hard to read and hidden under chart dates</a:t>
        </a:r>
      </a:p>
    </p188:txBody>
  </p188:cm>
  <p188:cm id="{2DC55D12-C888-44C9-B4F2-B063B09314EF}" authorId="{F2D662C1-2F25-1876-C70E-EE0D8CF5BCE2}" status="resolved" created="2026-04-27T19:25:41.527" complete="100000">
    <ac:deMkLst xmlns:ac="http://schemas.microsoft.com/office/drawing/2013/main/command">
      <pc:docMk xmlns:pc="http://schemas.microsoft.com/office/powerpoint/2013/main/command"/>
      <pc:sldMk xmlns:pc="http://schemas.microsoft.com/office/powerpoint/2013/main/command" cId="2187873862" sldId="323"/>
      <ac:graphicFrameMk id="27" creationId="{B53F4FB7-06B2-55EB-701E-4C63165BC296}"/>
    </ac:deMkLst>
    <p188:replyLst>
      <p188:reply id="{FF2E0ED3-A542-418B-A90A-2E7997481D5D}" authorId="{57F6EEA8-49B1-6138-131B-E9BCD1C6E68B}" created="2026-04-29T06:53:45.546">
        <p188:txBody>
          <a:bodyPr/>
          <a:lstStyle/>
          <a:p>
            <a:r>
              <a:rPr lang="en-US"/>
              <a:t>Updated</a:t>
            </a:r>
          </a:p>
        </p188:txBody>
      </p188:reply>
    </p188:replyLst>
    <p188:txBody>
      <a:bodyPr/>
      <a:lstStyle/>
      <a:p>
        <a:r>
          <a:rPr lang="en-US"/>
          <a:t>Can we round the percentages up</a:t>
        </a:r>
      </a:p>
    </p188:txBody>
  </p188:cm>
  <p188:cm id="{89D283E8-0146-498D-971E-3602FCBEF1E9}" authorId="{9412E417-DA38-947F-5925-83B4B8966298}" status="resolved" created="2026-04-27T20:26:00.770" complete="100000">
    <ac:txMkLst xmlns:ac="http://schemas.microsoft.com/office/drawing/2013/main/command">
      <pc:docMk xmlns:pc="http://schemas.microsoft.com/office/powerpoint/2013/main/command"/>
      <pc:sldMk xmlns:pc="http://schemas.microsoft.com/office/powerpoint/2013/main/command" cId="2187873862" sldId="323"/>
      <ac:spMk id="30" creationId="{CAD91AB8-DAA9-6975-413C-56313DD97525}"/>
      <ac:txMk cp="91">
        <ac:context len="160" hash="3744040583"/>
      </ac:txMk>
    </ac:txMkLst>
    <p188:pos x="8705850" y="266700"/>
    <p188:replyLst>
      <p188:reply id="{063871C9-8B3C-4A8F-BFFD-5CFC24AC0E25}" authorId="{57F6EEA8-49B1-6138-131B-E9BCD1C6E68B}" created="2026-04-29T06:54:06.348">
        <p188:txBody>
          <a:bodyPr/>
          <a:lstStyle/>
          <a:p>
            <a:r>
              <a:rPr lang="en-US"/>
              <a:t>Updated this statement</a:t>
            </a:r>
          </a:p>
        </p188:txBody>
      </p188:reply>
    </p188:replyLst>
    <p188:txBody>
      <a:bodyPr/>
      <a:lstStyle/>
      <a:p>
        <a:r>
          <a:rPr lang="en-US"/>
          <a:t>Eh, false comparison, they have biosimilars, Entyvio does not</a:t>
        </a:r>
      </a:p>
    </p188:txBody>
  </p188:cm>
  <p188:cm id="{3665C7F2-6600-4588-A013-81D9AF0AFCF8}" authorId="{57F6EEA8-49B1-6138-131B-E9BCD1C6E68B}" status="resolved" created="2026-05-05T12:56:54.378" complete="100000">
    <ac:deMkLst xmlns:ac="http://schemas.microsoft.com/office/drawing/2013/main/command">
      <pc:docMk xmlns:pc="http://schemas.microsoft.com/office/powerpoint/2013/main/command"/>
      <pc:sldMk xmlns:pc="http://schemas.microsoft.com/office/powerpoint/2013/main/command" cId="2187873862" sldId="323"/>
      <ac:spMk id="4" creationId="{523B745C-B945-727C-0C3B-6C06A5D8D5E6}"/>
    </ac:deMkLst>
    <p188:replyLst>
      <p188:reply id="{84758E5D-9797-485B-9D28-25663A10CB13}" authorId="{57F6EEA8-49B1-6138-131B-E9BCD1C6E68B}" created="2026-05-05T12:57:20.974">
        <p188:txBody>
          <a:bodyPr/>
          <a:lstStyle/>
          <a:p>
            <a:r>
              <a:rPr lang="en-US"/>
              <a:t>Have updated this slide (Option 1) and also broken it out on the next 2 slides (Option 2), please let us know which you prefer</a:t>
            </a:r>
          </a:p>
        </p188:txBody>
      </p188:reply>
    </p188:replyLst>
    <p188:txBody>
      <a:bodyPr/>
      <a:lstStyle/>
      <a:p>
        <a:r>
          <a:rPr lang="en-US"/>
          <a:t>Takeda Team- We have created 2 options for this slide given the feedback last week from Amy that we were trying to make too many points in one place. First point being that we’re holding consistent share, second being how budget and PI has increased since last year (then one can tie together that they are correlated).</a:t>
        </a:r>
      </a:p>
    </p188:txBody>
  </p188:cm>
</p188:cmLst>
</file>

<file path=ppt/comments/modernComment_144_127ACC87.xml><?xml version="1.0" encoding="utf-8"?>
<p188:cmLst xmlns:a="http://schemas.openxmlformats.org/drawingml/2006/main" xmlns:r="http://schemas.openxmlformats.org/officeDocument/2006/relationships" xmlns:p188="http://schemas.microsoft.com/office/powerpoint/2018/8/main">
  <p188:cm id="{D9075565-D610-442E-8982-73DF9812035B}" authorId="{3E595246-6514-BA21-4232-77C379CF2649}" created="2026-06-09T15:09:56.895">
    <pc:sldMkLst xmlns:pc="http://schemas.microsoft.com/office/powerpoint/2013/main/command">
      <pc:docMk/>
      <pc:sldMk cId="310037639" sldId="324"/>
    </pc:sldMkLst>
    <p188:txBody>
      <a:bodyPr/>
      <a:lstStyle/>
      <a:p>
        <a:r>
          <a:rPr lang="en-US"/>
          <a:t>ZS team, can you format this nicely?</a:t>
        </a:r>
      </a:p>
    </p188:txBody>
  </p188:cm>
</p188:cmLst>
</file>

<file path=ppt/comments/modernComment_145_705C1D1C.xml><?xml version="1.0" encoding="utf-8"?>
<p188:cmLst xmlns:a="http://schemas.openxmlformats.org/drawingml/2006/main" xmlns:r="http://schemas.openxmlformats.org/officeDocument/2006/relationships" xmlns:p188="http://schemas.microsoft.com/office/powerpoint/2018/8/main">
  <p188:cm id="{3A3C9991-5595-45A3-9DC6-2D33653AB6C1}" authorId="{F2D662C1-2F25-1876-C70E-EE0D8CF5BCE2}" status="resolved" created="2026-04-27T17:05:29.306" complete="100000">
    <ac:deMkLst xmlns:ac="http://schemas.microsoft.com/office/drawing/2013/main/command">
      <pc:docMk xmlns:pc="http://schemas.microsoft.com/office/powerpoint/2013/main/command"/>
      <pc:sldMk xmlns:pc="http://schemas.microsoft.com/office/powerpoint/2013/main/command" cId="1885084956" sldId="325"/>
      <ac:graphicFrameMk id="14" creationId="{EDCDA807-D25E-8AEF-1048-395E9FD42A0A}"/>
    </ac:deMkLst>
    <p188:replyLst>
      <p188:reply id="{1E23B525-735C-4BBA-975A-40EB36E57E82}" authorId="{9412E417-DA38-947F-5925-83B4B8966298}" created="2026-04-27T19:53:37.591">
        <p188:txBody>
          <a:bodyPr/>
          <a:lstStyle/>
          <a:p>
            <a:r>
              <a:rPr lang="en-US"/>
              <a:t>Ditto "Skyrizi SQ" and "Omvoh pen" There isn't a maintenance IV option for Omvoh, it has to be pen.</a:t>
            </a:r>
          </a:p>
        </p188:txBody>
      </p188:reply>
      <p188:reply id="{41E0C83F-B626-4007-866F-C5A4A4A5F4B4}" authorId="{57F6EEA8-49B1-6138-131B-E9BCD1C6E68B}" created="2026-04-29T12:14:51.709">
        <p188:txBody>
          <a:bodyPr/>
          <a:lstStyle/>
          <a:p>
            <a:r>
              <a:rPr lang="en-US"/>
              <a:t>Added info for asterisk for Rinvoq ER. Have updated for Skyrizi and Omvoh as well </a:t>
            </a:r>
          </a:p>
        </p188:txBody>
      </p188:reply>
    </p188:replyLst>
    <p188:txBody>
      <a:bodyPr/>
      <a:lstStyle/>
      <a:p>
        <a:r>
          <a:rPr lang="en-US"/>
          <a:t>Where does the asterisk lead to next to Rinvoq ER - and can we just say Rinvoq (extended release doesn’t feel needed) </a:t>
        </a:r>
      </a:p>
    </p188:txBody>
  </p188:cm>
  <p188:cm id="{74295CFE-1217-4F5D-95BF-CA271BCCC584}" authorId="{F2D662C1-2F25-1876-C70E-EE0D8CF5BCE2}" status="resolved" created="2026-04-27T18:49:46.305" complete="100000">
    <pc:sldMkLst xmlns:pc="http://schemas.microsoft.com/office/powerpoint/2013/main/command">
      <pc:docMk/>
      <pc:sldMk cId="1885084956" sldId="325"/>
    </pc:sldMkLst>
    <p188:replyLst>
      <p188:reply id="{62BDA977-580A-4DED-BC0F-3BBBEFD6CB10}" authorId="{57F6EEA8-49B1-6138-131B-E9BCD1C6E68B}" created="2026-04-29T11:37:01.508">
        <p188:txBody>
          <a:bodyPr/>
          <a:lstStyle/>
          <a:p>
            <a:r>
              <a:rPr lang="en-US"/>
              <a:t>Sure, updated</a:t>
            </a:r>
          </a:p>
        </p188:txBody>
      </p188:reply>
    </p188:replyLst>
    <p188:txBody>
      <a:bodyPr/>
      <a:lstStyle/>
      <a:p>
        <a:r>
          <a:rPr lang="en-US"/>
          <a:t>Can we adjust chart titles a little because the entyvio pen data is only a small piece of the data shown here - more helpful to lead with commercial coverage, medicare, etc.</a:t>
        </a:r>
      </a:p>
    </p188:txBody>
  </p188:cm>
  <p188:cm id="{06EF1844-2365-404D-8025-3EEECB43C1B0}" authorId="{F2D662C1-2F25-1876-C70E-EE0D8CF5BCE2}" status="resolved" created="2026-04-27T18:57:53" complete="100000">
    <ac:deMkLst xmlns:ac="http://schemas.microsoft.com/office/drawing/2013/main/command">
      <pc:docMk xmlns:pc="http://schemas.microsoft.com/office/powerpoint/2013/main/command"/>
      <pc:sldMk xmlns:pc="http://schemas.microsoft.com/office/powerpoint/2013/main/command" cId="1885084956" sldId="325"/>
      <ac:cxnSpMk id="64" creationId="{8C5CEAB7-E0CD-0275-F6E5-F33C87170DF4}"/>
    </ac:deMkLst>
    <p188:replyLst>
      <p188:reply id="{BFDC7CA3-3A24-4018-B411-D0350CD48C90}" authorId="{57F6EEA8-49B1-6138-131B-E9BCD1C6E68B}" created="2026-04-29T11:36:39.054">
        <p188:txBody>
          <a:bodyPr/>
          <a:lstStyle/>
          <a:p>
            <a:r>
              <a:rPr lang="en-US"/>
              <a:t>Sure. We will remove them.</a:t>
            </a:r>
          </a:p>
        </p188:txBody>
      </p188:reply>
    </p188:replyLst>
    <p188:txBody>
      <a:bodyPr/>
      <a:lstStyle/>
      <a:p>
        <a:r>
          <a:rPr lang="en-US"/>
          <a:t>Lastly since there is so much info here perhaps we remove simponi, xeljanz, velsipity, zoposia, and cimzia</a:t>
        </a:r>
      </a:p>
    </p188:txBody>
    <p188:extLst>
      <p:ext xmlns:p="http://schemas.openxmlformats.org/presentationml/2006/main" uri="{57CB4572-C831-44C2-8A1C-0ADB6CCDFE69}">
        <p223:reactions xmlns:p223="http://schemas.microsoft.com/office/powerpoint/2022/03/main">
          <p223:rxn type="👍">
            <p223:instance time="2026-04-27T19:52:30.341" authorId="{9412E417-DA38-947F-5925-83B4B8966298}"/>
          </p223:rxn>
        </p223:reactions>
      </p:ext>
    </p188:extLst>
  </p188:cm>
  <p188:cm id="{C2C10A8D-65BD-456C-8B0A-32026FE5C44D}" authorId="{F2D662C1-2F25-1876-C70E-EE0D8CF5BCE2}" status="resolved" created="2026-04-27T19:02:15.154" complete="100000">
    <ac:deMkLst xmlns:ac="http://schemas.microsoft.com/office/drawing/2013/main/command">
      <pc:docMk xmlns:pc="http://schemas.microsoft.com/office/powerpoint/2013/main/command"/>
      <pc:sldMk xmlns:pc="http://schemas.microsoft.com/office/powerpoint/2013/main/command" cId="1885084956" sldId="325"/>
      <ac:graphicFrameMk id="14" creationId="{EDCDA807-D25E-8AEF-1048-395E9FD42A0A}"/>
    </ac:deMkLst>
    <p188:replyLst>
      <p188:reply id="{874C2F53-0D88-40D0-BDDF-7238C5CEC662}" authorId="{57F6EEA8-49B1-6138-131B-E9BCD1C6E68B}" created="2026-04-29T12:18:15.601">
        <p188:txBody>
          <a:bodyPr/>
          <a:lstStyle/>
          <a:p>
            <a:r>
              <a:rPr lang="en-US"/>
              <a:t>Have updated the colors</a:t>
            </a:r>
          </a:p>
        </p188:txBody>
      </p188:reply>
    </p188:replyLst>
    <p188:txBody>
      <a:bodyPr/>
      <a:lstStyle/>
      <a:p>
        <a:r>
          <a:rPr lang="en-US"/>
          <a:t>Some of the color coding is throwing me off - played with an example in the first column. Some bars are green in the medicare chart re they supposed to be purple or is there a different meaning for the color?</a:t>
        </a:r>
      </a:p>
    </p188:txBody>
  </p188:cm>
  <p188:cm id="{96E7CB94-8BE9-4612-B9F2-3342B84D3031}" authorId="{F2D662C1-2F25-1876-C70E-EE0D8CF5BCE2}" status="resolved" created="2026-04-27T19:04:48.989" complete="100000">
    <pc:sldMkLst xmlns:pc="http://schemas.microsoft.com/office/powerpoint/2013/main/command">
      <pc:docMk/>
      <pc:sldMk cId="1885084956" sldId="325"/>
    </pc:sldMkLst>
    <p188:replyLst>
      <p188:reply id="{B5BDCDFB-2C1F-4F4F-8EF7-B315F36855E4}" authorId="{57F6EEA8-49B1-6138-131B-E9BCD1C6E68B}" created="2026-04-29T12:12:48.398">
        <p188:txBody>
          <a:bodyPr/>
          <a:lstStyle/>
          <a:p>
            <a:r>
              <a:rPr lang="en-US"/>
              <a:t>Added a key insights section</a:t>
            </a:r>
          </a:p>
        </p188:txBody>
      </p188:reply>
    </p188:replyLst>
    <p188:txBody>
      <a:bodyPr/>
      <a:lstStyle/>
      <a:p>
        <a:r>
          <a:rPr lang="en-US"/>
          <a:t>Worth noting key competitors - skryrizi and tremfya have higher unrestricted commercial access compared to entyvio pen</a:t>
        </a:r>
      </a:p>
    </p188:txBody>
  </p188:cm>
  <p188:cm id="{7EC098D0-8230-4064-B98E-F8563419D182}" authorId="{9412E417-DA38-947F-5925-83B4B8966298}" status="resolved" created="2026-04-27T19:55:36.607" complete="100000">
    <ac:txMkLst xmlns:ac="http://schemas.microsoft.com/office/drawing/2013/main/command">
      <pc:docMk xmlns:pc="http://schemas.microsoft.com/office/powerpoint/2013/main/command"/>
      <pc:sldMk xmlns:pc="http://schemas.microsoft.com/office/powerpoint/2013/main/command" cId="1885084956" sldId="325"/>
      <ac:spMk id="2" creationId="{6DBDD097-8F03-C34F-921E-B9ADB8131821}"/>
      <ac:txMk cp="73" len="39">
        <ac:context len="113" hash="288511442"/>
      </ac:txMk>
    </ac:txMkLst>
    <p188:pos x="4874846" y="537307"/>
    <p188:replyLst>
      <p188:reply id="{1B7DB77E-C7BC-4B57-85E2-2085CA7DE66E}" authorId="{57F6EEA8-49B1-6138-131B-E9BCD1C6E68B}" created="2026-04-29T12:13:02.313">
        <p188:txBody>
          <a:bodyPr/>
          <a:lstStyle/>
          <a:p>
            <a:r>
              <a:rPr lang="en-US"/>
              <a:t>Included in Key Insights section</a:t>
            </a:r>
          </a:p>
        </p188:txBody>
      </p188:reply>
    </p188:replyLst>
    <p188:txBody>
      <a:bodyPr/>
      <a:lstStyle/>
      <a:p>
        <a:r>
          <a:rPr lang="en-US"/>
          <a:t>Could highlight low pen penetration in Medicare could be big risk for MFP effectuation</a:t>
        </a:r>
      </a:p>
    </p188:txBody>
  </p188:cm>
  <p188:cm id="{5BDA2B4F-CBF8-45FC-8ABE-BCF8E34CF84D}" authorId="{F2D662C1-2F25-1876-C70E-EE0D8CF5BCE2}" status="resolved" created="2026-05-12T20:25:58.266" complete="100000">
    <pc:sldMkLst xmlns:pc="http://schemas.microsoft.com/office/powerpoint/2013/main/command">
      <pc:docMk/>
      <pc:sldMk cId="1885084956" sldId="325"/>
    </pc:sldMkLst>
    <p188:replyLst>
      <p188:reply id="{EB33C091-30D7-468F-B0DE-FF45293C1B7E}" authorId="{57F6EEA8-49B1-6138-131B-E9BCD1C6E68B}" created="2026-05-13T09:07:02.001">
        <p188:txBody>
          <a:bodyPr/>
          <a:lstStyle/>
          <a:p>
            <a:r>
              <a:rPr lang="en-US"/>
              <a:t>Updated</a:t>
            </a:r>
          </a:p>
        </p188:txBody>
      </p188:reply>
    </p188:replyLst>
    <p188:txBody>
      <a:bodyPr/>
      <a:lstStyle/>
      <a:p>
        <a:r>
          <a:rPr lang="en-US"/>
          <a:t>Just call it stelara vs stelara SQ </a:t>
        </a:r>
      </a:p>
    </p188:txBody>
  </p188:cm>
</p188:cmLst>
</file>

<file path=ppt/comments/modernComment_147_F68D5354.xml><?xml version="1.0" encoding="utf-8"?>
<p188:cmLst xmlns:a="http://schemas.openxmlformats.org/drawingml/2006/main" xmlns:r="http://schemas.openxmlformats.org/officeDocument/2006/relationships" xmlns:p188="http://schemas.microsoft.com/office/powerpoint/2018/8/main">
  <p188:cm id="{CE01B518-51C3-4294-9C33-EABAD9F69159}" authorId="{3E595246-6514-BA21-4232-77C379CF2649}" created="2026-06-09T16:08:35.961">
    <pc:sldMkLst xmlns:pc="http://schemas.microsoft.com/office/powerpoint/2013/main/command">
      <pc:docMk/>
      <pc:sldMk cId="4136457044" sldId="327"/>
    </pc:sldMkLst>
    <p188:txBody>
      <a:bodyPr/>
      <a:lstStyle/>
      <a:p>
        <a:r>
          <a:rPr lang="en-US"/>
          <a:t>We are missing a slide on pen performance vs IV. E.g 90% of our biz is IV right now</a:t>
        </a:r>
      </a:p>
    </p188:txBody>
  </p188:cm>
</p188:cmLst>
</file>

<file path=ppt/comments/modernComment_148_153DEC2E.xml><?xml version="1.0" encoding="utf-8"?>
<p188:cmLst xmlns:a="http://schemas.openxmlformats.org/drawingml/2006/main" xmlns:r="http://schemas.openxmlformats.org/officeDocument/2006/relationships" xmlns:p188="http://schemas.microsoft.com/office/powerpoint/2018/8/main">
  <p188:cm id="{A9C402BD-E8D4-44C1-93FE-75EFB438BD9D}" authorId="{3E595246-6514-BA21-4232-77C379CF2649}" created="2026-06-09T16:25:23.522">
    <ac:deMkLst xmlns:ac="http://schemas.microsoft.com/office/drawing/2013/main/command">
      <pc:docMk xmlns:pc="http://schemas.microsoft.com/office/powerpoint/2013/main/command"/>
      <pc:sldMk xmlns:pc="http://schemas.microsoft.com/office/powerpoint/2013/main/command" cId="356379694" sldId="328"/>
      <ac:spMk id="4" creationId="{6117C165-7C61-14FD-85F0-95A0D26B4E1E}"/>
    </ac:deMkLst>
    <p188:txBody>
      <a:bodyPr/>
      <a:lstStyle/>
      <a:p>
        <a:r>
          <a:rPr lang="en-US"/>
          <a:t>We are missing a dashboard of awareness and actions taken. Let’s borrow the one used in the LT performance meetings. </a:t>
        </a:r>
      </a:p>
    </p188:txBody>
  </p188:cm>
</p188:cmLst>
</file>

<file path=ppt/comments/modernComment_150_5B937872.xml><?xml version="1.0" encoding="utf-8"?>
<p188:cmLst xmlns:a="http://schemas.openxmlformats.org/drawingml/2006/main" xmlns:r="http://schemas.openxmlformats.org/officeDocument/2006/relationships" xmlns:p188="http://schemas.microsoft.com/office/powerpoint/2018/8/main">
  <p188:cm id="{1F7C0662-8ABC-4702-8127-62B40DC25867}" authorId="{F2D662C1-2F25-1876-C70E-EE0D8CF5BCE2}" status="resolved" created="2026-04-27T20:03:58.192" complete="100000">
    <pc:sldMkLst xmlns:pc="http://schemas.microsoft.com/office/powerpoint/2013/main/command">
      <pc:docMk/>
      <pc:sldMk cId="1536391282" sldId="336"/>
    </pc:sldMkLst>
    <p188:replyLst>
      <p188:reply id="{BD2A840C-F494-4EEA-9CDD-6092CBB99154}" authorId="{57F6EEA8-49B1-6138-131B-E9BCD1C6E68B}" created="2026-04-29T06:57:58.224">
        <p188:txBody>
          <a:bodyPr/>
          <a:lstStyle/>
          <a:p>
            <a:r>
              <a:rPr lang="en-US"/>
              <a:t>Updated</a:t>
            </a:r>
          </a:p>
        </p188:txBody>
      </p188:reply>
    </p188:replyLst>
    <p188:txBody>
      <a:bodyPr/>
      <a:lstStyle/>
      <a:p>
        <a:r>
          <a:rPr lang="en-US"/>
          <a:t>We can remove definition at bottom for unaided ad awareness since metric not included on slide</a:t>
        </a:r>
      </a:p>
    </p188:txBody>
  </p188:cm>
  <p188:cm id="{458E81B5-EF29-49E6-8F9B-AAEA1AB70467}" authorId="{F2D662C1-2F25-1876-C70E-EE0D8CF5BCE2}" status="resolved" created="2026-04-27T20:04:54.038" complete="100000">
    <pc:sldMkLst xmlns:pc="http://schemas.microsoft.com/office/powerpoint/2013/main/command">
      <pc:docMk/>
      <pc:sldMk cId="1536391282" sldId="336"/>
    </pc:sldMkLst>
    <p188:replyLst>
      <p188:reply id="{E1FEFC10-B52A-4D9F-8042-3506E368DA54}" authorId="{57F6EEA8-49B1-6138-131B-E9BCD1C6E68B}" created="2026-04-29T06:58:02.327">
        <p188:txBody>
          <a:bodyPr/>
          <a:lstStyle/>
          <a:p>
            <a:r>
              <a:rPr lang="en-US"/>
              <a:t>Updated</a:t>
            </a:r>
          </a:p>
        </p188:txBody>
      </p188:reply>
    </p188:replyLst>
    <p188:txBody>
      <a:bodyPr/>
      <a:lstStyle/>
      <a:p>
        <a:r>
          <a:rPr lang="en-US"/>
          <a:t>Can we move aided ad awareness to be the first metric listed (so it doesn’t look like it ladders up to overall campaign recognition like the other channels do)</a:t>
        </a:r>
      </a:p>
    </p188:txBody>
  </p188:cm>
  <p188:cm id="{2BF4E884-6701-41B7-9EA8-590C1EE83082}" authorId="{57F6EEA8-49B1-6138-131B-E9BCD1C6E68B}" status="resolved" created="2026-05-05T13:01:27.967" complete="100000">
    <ac:deMkLst xmlns:ac="http://schemas.microsoft.com/office/drawing/2013/main/command">
      <pc:docMk xmlns:pc="http://schemas.microsoft.com/office/powerpoint/2013/main/command"/>
      <pc:sldMk xmlns:pc="http://schemas.microsoft.com/office/powerpoint/2013/main/command" cId="1536391282" sldId="336"/>
      <ac:graphicFrameMk id="32" creationId="{31916B5A-B4C6-72AA-6E12-C44392FC5A44}"/>
    </ac:deMkLst>
    <p188:replyLst>
      <p188:reply id="{61AFC870-929B-4EE8-BCD0-C792CA61F468}" authorId="{57F6EEA8-49B1-6138-131B-E9BCD1C6E68B}" created="2026-05-05T13:01:42.593">
        <p188:txBody>
          <a:bodyPr/>
          <a:lstStyle/>
          <a:p>
            <a:r>
              <a:rPr lang="en-US"/>
              <a:t>We also removed the Comscore Pharma Norms data as suggested</a:t>
            </a:r>
          </a:p>
        </p188:txBody>
        <p188:extLst>
          <p:ext xmlns:p="http://schemas.openxmlformats.org/presentationml/2006/main" uri="{57CB4572-C831-44C2-8A1C-0ADB6CCDFE69}">
            <p223:reactions xmlns:p223="http://schemas.microsoft.com/office/powerpoint/2022/03/main">
              <p223:rxn type="👍">
                <p223:instance time="2026-05-12T20:52:33.876" authorId="{F2D662C1-2F25-1876-C70E-EE0D8CF5BCE2}"/>
              </p223:rxn>
            </p223:reactions>
          </p:ext>
        </p188:extLst>
      </p188:reply>
    </p188:replyLst>
    <p188:txBody>
      <a:bodyPr/>
      <a:lstStyle/>
      <a:p>
        <a:r>
          <a:rPr lang="en-US"/>
          <a:t>Sammy - Can you please share an updated version of this data? You mentioned you had something more recent.</a:t>
        </a:r>
      </a:p>
    </p188:txBody>
  </p188:cm>
</p188:cmLst>
</file>

<file path=ppt/drawings/drawing1.xml><?xml version="1.0" encoding="utf-8"?>
<c:userShapes xmlns:c="http://schemas.openxmlformats.org/drawingml/2006/chart">
  <cdr:relSizeAnchor xmlns:cdr="http://schemas.openxmlformats.org/drawingml/2006/chartDrawing">
    <cdr:from>
      <cdr:x>0.17783</cdr:x>
      <cdr:y>0.46274</cdr:y>
    </cdr:from>
    <cdr:to>
      <cdr:x>0.2655</cdr:x>
      <cdr:y>0.6339</cdr:y>
    </cdr:to>
    <cdr:sp macro="" textlink="">
      <cdr:nvSpPr>
        <cdr:cNvPr id="2" name="Rectangle: Rounded Corners 1">
          <a:extLst xmlns:a="http://schemas.openxmlformats.org/drawingml/2006/main">
            <a:ext uri="{FF2B5EF4-FFF2-40B4-BE49-F238E27FC236}">
              <a16:creationId xmlns:a16="http://schemas.microsoft.com/office/drawing/2014/main" id="{B3CD3983-2EAD-06CB-AA95-5F3830662825}"/>
            </a:ext>
          </a:extLst>
        </cdr:cNvPr>
        <cdr:cNvSpPr/>
      </cdr:nvSpPr>
      <cdr:spPr>
        <a:xfrm xmlns:a="http://schemas.openxmlformats.org/drawingml/2006/main">
          <a:off x="1335329" y="1828254"/>
          <a:ext cx="658281" cy="676275"/>
        </a:xfrm>
        <a:prstGeom xmlns:a="http://schemas.openxmlformats.org/drawingml/2006/main" prst="roundRect">
          <a:avLst/>
        </a:prstGeom>
        <a:noFill xmlns:a="http://schemas.openxmlformats.org/drawingml/2006/main"/>
        <a:ln xmlns:a="http://schemas.openxmlformats.org/drawingml/2006/main" w="12700">
          <a:solidFill>
            <a:srgbClr val="9F1897"/>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vertOverflow="clip" wrap="none" rtlCol="0" anchor="ctr"/>
        <a:lstStyle xmlns:a="http://schemas.openxmlformats.org/drawingml/2006/main"/>
        <a:p xmlns:a="http://schemas.openxmlformats.org/drawingml/2006/main">
          <a:endParaRPr lang="en-US" kern="1200"/>
        </a:p>
      </cdr:txBody>
    </cdr:sp>
  </cdr:relSizeAnchor>
  <cdr:relSizeAnchor xmlns:cdr="http://schemas.openxmlformats.org/drawingml/2006/chartDrawing">
    <cdr:from>
      <cdr:x>0.2452</cdr:x>
      <cdr:y>0.6339</cdr:y>
    </cdr:from>
    <cdr:to>
      <cdr:x>0.3309</cdr:x>
      <cdr:y>0.77534</cdr:y>
    </cdr:to>
    <cdr:sp macro="" textlink="">
      <cdr:nvSpPr>
        <cdr:cNvPr id="3" name="Rectangle: Rounded Corners 2">
          <a:extLst xmlns:a="http://schemas.openxmlformats.org/drawingml/2006/main">
            <a:ext uri="{FF2B5EF4-FFF2-40B4-BE49-F238E27FC236}">
              <a16:creationId xmlns:a16="http://schemas.microsoft.com/office/drawing/2014/main" id="{F2235AD4-209D-2499-7D07-B0F83EF3D52C}"/>
            </a:ext>
          </a:extLst>
        </cdr:cNvPr>
        <cdr:cNvSpPr/>
      </cdr:nvSpPr>
      <cdr:spPr>
        <a:xfrm xmlns:a="http://schemas.openxmlformats.org/drawingml/2006/main">
          <a:off x="1841213" y="2504529"/>
          <a:ext cx="643468" cy="558800"/>
        </a:xfrm>
        <a:prstGeom xmlns:a="http://schemas.openxmlformats.org/drawingml/2006/main" prst="roundRect">
          <a:avLst/>
        </a:prstGeom>
        <a:noFill xmlns:a="http://schemas.openxmlformats.org/drawingml/2006/main"/>
        <a:ln xmlns:a="http://schemas.openxmlformats.org/drawingml/2006/main" w="12700">
          <a:solidFill>
            <a:srgbClr val="9F1897"/>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vertOverflow="clip" wrap="none" rtlCol="0" anchor="ctr"/>
        <a:lstStyle xmlns:a="http://schemas.openxmlformats.org/drawingml/2006/main"/>
        <a:p xmlns:a="http://schemas.openxmlformats.org/drawingml/2006/main">
          <a:endParaRPr lang="en-US" kern="1200"/>
        </a:p>
      </cdr:txBody>
    </cdr:sp>
  </cdr:relSizeAnchor>
  <cdr:relSizeAnchor xmlns:cdr="http://schemas.openxmlformats.org/drawingml/2006/chartDrawing">
    <cdr:from>
      <cdr:x>0.61044</cdr:x>
      <cdr:y>0.44211</cdr:y>
    </cdr:from>
    <cdr:to>
      <cdr:x>0.69811</cdr:x>
      <cdr:y>0.52086</cdr:y>
    </cdr:to>
    <cdr:sp macro="" textlink="">
      <cdr:nvSpPr>
        <cdr:cNvPr id="4" name="Rectangle: Rounded Corners 3">
          <a:extLst xmlns:a="http://schemas.openxmlformats.org/drawingml/2006/main">
            <a:ext uri="{FF2B5EF4-FFF2-40B4-BE49-F238E27FC236}">
              <a16:creationId xmlns:a16="http://schemas.microsoft.com/office/drawing/2014/main" id="{EB004367-9108-1CFB-1408-BEF14A4730F8}"/>
            </a:ext>
          </a:extLst>
        </cdr:cNvPr>
        <cdr:cNvSpPr/>
      </cdr:nvSpPr>
      <cdr:spPr>
        <a:xfrm xmlns:a="http://schemas.openxmlformats.org/drawingml/2006/main">
          <a:off x="4583796" y="1746764"/>
          <a:ext cx="658281" cy="311150"/>
        </a:xfrm>
        <a:prstGeom xmlns:a="http://schemas.openxmlformats.org/drawingml/2006/main" prst="roundRect">
          <a:avLst/>
        </a:prstGeom>
        <a:noFill xmlns:a="http://schemas.openxmlformats.org/drawingml/2006/main"/>
        <a:ln xmlns:a="http://schemas.openxmlformats.org/drawingml/2006/main" w="12700">
          <a:solidFill>
            <a:srgbClr val="9F1897"/>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vertOverflow="clip" wrap="none" rtlCol="0" anchor="ctr"/>
        <a:lstStyle xmlns:a="http://schemas.openxmlformats.org/drawingml/2006/main"/>
        <a:p xmlns:a="http://schemas.openxmlformats.org/drawingml/2006/main">
          <a:endParaRPr lang="en-US" kern="1200"/>
        </a:p>
      </cdr:txBody>
    </cdr:sp>
  </cdr:relSizeAnchor>
</c:userShapes>
</file>

<file path=ppt/drawings/drawing2.xml><?xml version="1.0" encoding="utf-8"?>
<c:userShapes xmlns:c="http://schemas.openxmlformats.org/drawingml/2006/chart">
  <cdr:relSizeAnchor xmlns:cdr="http://schemas.openxmlformats.org/drawingml/2006/chartDrawing">
    <cdr:from>
      <cdr:x>0.14067</cdr:x>
      <cdr:y>0.29591</cdr:y>
    </cdr:from>
    <cdr:to>
      <cdr:x>0.29397</cdr:x>
      <cdr:y>0.45758</cdr:y>
    </cdr:to>
    <cdr:sp macro="" textlink="">
      <cdr:nvSpPr>
        <cdr:cNvPr id="3" name="Rectangle: Rounded Corners 2">
          <a:extLst xmlns:a="http://schemas.openxmlformats.org/drawingml/2006/main">
            <a:ext uri="{FF2B5EF4-FFF2-40B4-BE49-F238E27FC236}">
              <a16:creationId xmlns:a16="http://schemas.microsoft.com/office/drawing/2014/main" id="{47CDF984-27DD-8D9B-C83E-4B66C72B43BD}"/>
            </a:ext>
          </a:extLst>
        </cdr:cNvPr>
        <cdr:cNvSpPr/>
      </cdr:nvSpPr>
      <cdr:spPr>
        <a:xfrm xmlns:a="http://schemas.openxmlformats.org/drawingml/2006/main">
          <a:off x="1606549" y="863757"/>
          <a:ext cx="1750830" cy="471905"/>
        </a:xfrm>
        <a:prstGeom xmlns:a="http://schemas.openxmlformats.org/drawingml/2006/main" prst="roundRect">
          <a:avLst/>
        </a:prstGeom>
        <a:solidFill xmlns:a="http://schemas.openxmlformats.org/drawingml/2006/main">
          <a:schemeClr val="bg1"/>
        </a:solidFill>
        <a:ln xmlns:a="http://schemas.openxmlformats.org/drawingml/2006/main" w="9525">
          <a:solidFill>
            <a:srgbClr val="9C268F"/>
          </a:solidFill>
          <a:prstDash val="solid"/>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wrap="square" lIns="72000" tIns="36000" rIns="72000" bIns="36000"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lvl="0" algn="ctr" fontAlgn="base">
            <a:lnSpc>
              <a:spcPct val="90000"/>
            </a:lnSpc>
            <a:defRPr/>
          </a:pPr>
          <a:r>
            <a:rPr lang="en-US" sz="1000" i="1" dirty="0">
              <a:solidFill>
                <a:prstClr val="black"/>
              </a:solidFill>
              <a:cs typeface="Arial" panose="020B0604020202020204" pitchFamily="34" charset="0"/>
            </a:rPr>
            <a:t>Q1’23: First Humira biosim. (Amjevita) approval</a:t>
          </a:r>
        </a:p>
      </cdr:txBody>
    </cdr:sp>
  </cdr:relSizeAnchor>
  <cdr:relSizeAnchor xmlns:cdr="http://schemas.openxmlformats.org/drawingml/2006/chartDrawing">
    <cdr:from>
      <cdr:x>0.41727</cdr:x>
      <cdr:y>0.2955</cdr:y>
    </cdr:from>
    <cdr:to>
      <cdr:x>0.55873</cdr:x>
      <cdr:y>0.45758</cdr:y>
    </cdr:to>
    <cdr:sp macro="" textlink="">
      <cdr:nvSpPr>
        <cdr:cNvPr id="4" name="Rectangle: Rounded Corners 3">
          <a:extLst xmlns:a="http://schemas.openxmlformats.org/drawingml/2006/main">
            <a:ext uri="{FF2B5EF4-FFF2-40B4-BE49-F238E27FC236}">
              <a16:creationId xmlns:a16="http://schemas.microsoft.com/office/drawing/2014/main" id="{0F55BA64-319A-8DCE-ED22-768BBE398034}"/>
            </a:ext>
          </a:extLst>
        </cdr:cNvPr>
        <cdr:cNvSpPr/>
      </cdr:nvSpPr>
      <cdr:spPr>
        <a:xfrm xmlns:a="http://schemas.openxmlformats.org/drawingml/2006/main">
          <a:off x="4765619" y="862552"/>
          <a:ext cx="1615528" cy="473110"/>
        </a:xfrm>
        <a:prstGeom xmlns:a="http://schemas.openxmlformats.org/drawingml/2006/main" prst="roundRect">
          <a:avLst/>
        </a:prstGeom>
        <a:solidFill xmlns:a="http://schemas.openxmlformats.org/drawingml/2006/main">
          <a:schemeClr val="bg1"/>
        </a:solidFill>
        <a:ln xmlns:a="http://schemas.openxmlformats.org/drawingml/2006/main" w="9525">
          <a:solidFill>
            <a:srgbClr val="9C278F"/>
          </a:solidFill>
          <a:prstDash val="solid"/>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wrap="square" lIns="72000" tIns="36000" rIns="72000" bIns="36000" rtlCol="0"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lvl="0" algn="ctr" fontAlgn="base">
            <a:lnSpc>
              <a:spcPct val="90000"/>
            </a:lnSpc>
            <a:defRPr/>
          </a:pPr>
          <a:r>
            <a:rPr lang="en-US" sz="1000" i="1" dirty="0">
              <a:solidFill>
                <a:prstClr val="black"/>
              </a:solidFill>
              <a:cs typeface="Arial" panose="020B0604020202020204" pitchFamily="34" charset="0"/>
            </a:rPr>
            <a:t>Q1’25: First Stelara biosim. (Welzana) approval</a:t>
          </a:r>
        </a:p>
      </cdr:txBody>
    </cdr:sp>
  </cdr:relSizeAnchor>
  <cdr:relSizeAnchor xmlns:cdr="http://schemas.openxmlformats.org/drawingml/2006/chartDrawing">
    <cdr:from>
      <cdr:x>0.20748</cdr:x>
      <cdr:y>0.60246</cdr:y>
    </cdr:from>
    <cdr:to>
      <cdr:x>0.21548</cdr:x>
      <cdr:y>0.63379</cdr:y>
    </cdr:to>
    <cdr:sp macro="" textlink="">
      <cdr:nvSpPr>
        <cdr:cNvPr id="5" name="Flowchart: Connector 4">
          <a:extLst xmlns:a="http://schemas.openxmlformats.org/drawingml/2006/main">
            <a:ext uri="{FF2B5EF4-FFF2-40B4-BE49-F238E27FC236}">
              <a16:creationId xmlns:a16="http://schemas.microsoft.com/office/drawing/2014/main" id="{C0A43C91-B4B0-FCA5-EAA5-3ECF89B7A6E8}"/>
            </a:ext>
          </a:extLst>
        </cdr:cNvPr>
        <cdr:cNvSpPr/>
      </cdr:nvSpPr>
      <cdr:spPr>
        <a:xfrm xmlns:a="http://schemas.openxmlformats.org/drawingml/2006/main">
          <a:off x="2369569" y="1758572"/>
          <a:ext cx="91440" cy="91440"/>
        </a:xfrm>
        <a:prstGeom xmlns:a="http://schemas.openxmlformats.org/drawingml/2006/main" prst="flowChartConnector">
          <a:avLst/>
        </a:prstGeom>
        <a:solidFill xmlns:a="http://schemas.openxmlformats.org/drawingml/2006/main">
          <a:schemeClr val="accent5">
            <a:lumMod val="90000"/>
          </a:schemeClr>
        </a:solidFill>
        <a:ln xmlns:a="http://schemas.openxmlformats.org/drawingml/2006/main" w="28575">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wrap="none" rtlCol="0" anchor="ct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endParaRPr kumimoji="1" lang="en-US" dirty="0"/>
        </a:p>
      </cdr:txBody>
    </cdr:sp>
  </cdr:relSizeAnchor>
  <cdr:relSizeAnchor xmlns:cdr="http://schemas.openxmlformats.org/drawingml/2006/chartDrawing">
    <cdr:from>
      <cdr:x>0.62867</cdr:x>
      <cdr:y>0.5693</cdr:y>
    </cdr:from>
    <cdr:to>
      <cdr:x>0.63668</cdr:x>
      <cdr:y>0.60063</cdr:y>
    </cdr:to>
    <cdr:sp macro="" textlink="">
      <cdr:nvSpPr>
        <cdr:cNvPr id="6" name="Flowchart: Connector 5">
          <a:extLst xmlns:a="http://schemas.openxmlformats.org/drawingml/2006/main">
            <a:ext uri="{FF2B5EF4-FFF2-40B4-BE49-F238E27FC236}">
              <a16:creationId xmlns:a16="http://schemas.microsoft.com/office/drawing/2014/main" id="{2402E681-4AB2-FF41-4727-F07141189232}"/>
            </a:ext>
          </a:extLst>
        </cdr:cNvPr>
        <cdr:cNvSpPr/>
      </cdr:nvSpPr>
      <cdr:spPr>
        <a:xfrm xmlns:a="http://schemas.openxmlformats.org/drawingml/2006/main">
          <a:off x="7179928" y="1783740"/>
          <a:ext cx="91481" cy="98164"/>
        </a:xfrm>
        <a:prstGeom xmlns:a="http://schemas.openxmlformats.org/drawingml/2006/main" prst="flowChartConnector">
          <a:avLst/>
        </a:prstGeom>
        <a:solidFill xmlns:a="http://schemas.openxmlformats.org/drawingml/2006/main">
          <a:schemeClr val="accent5">
            <a:lumMod val="90000"/>
          </a:schemeClr>
        </a:solidFill>
        <a:ln xmlns:a="http://schemas.openxmlformats.org/drawingml/2006/main" w="28575">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wrap="none" rtlCol="0" anchor="ct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endParaRPr kumimoji="1" lang="en-US" dirty="0"/>
        </a:p>
      </cdr:txBody>
    </cdr:sp>
  </cdr:relSizeAnchor>
  <cdr:relSizeAnchor xmlns:cdr="http://schemas.openxmlformats.org/drawingml/2006/chartDrawing">
    <cdr:from>
      <cdr:x>0.62962</cdr:x>
      <cdr:y>0.21462</cdr:y>
    </cdr:from>
    <cdr:to>
      <cdr:x>0.80853</cdr:x>
      <cdr:y>0.47768</cdr:y>
    </cdr:to>
    <cdr:sp macro="" textlink="">
      <cdr:nvSpPr>
        <cdr:cNvPr id="8" name="Speech Bubble: Rectangle with Corners Rounded 7">
          <a:extLst xmlns:a="http://schemas.openxmlformats.org/drawingml/2006/main">
            <a:ext uri="{FF2B5EF4-FFF2-40B4-BE49-F238E27FC236}">
              <a16:creationId xmlns:a16="http://schemas.microsoft.com/office/drawing/2014/main" id="{EDFEBEE6-75D1-2489-5CAF-256EF05418BE}"/>
            </a:ext>
          </a:extLst>
        </cdr:cNvPr>
        <cdr:cNvSpPr/>
      </cdr:nvSpPr>
      <cdr:spPr>
        <a:xfrm xmlns:a="http://schemas.openxmlformats.org/drawingml/2006/main">
          <a:off x="7190772" y="672449"/>
          <a:ext cx="2043350" cy="824223"/>
        </a:xfrm>
        <a:prstGeom xmlns:a="http://schemas.openxmlformats.org/drawingml/2006/main" prst="wedgeRoundRectCallout">
          <a:avLst>
            <a:gd name="adj1" fmla="val 43935"/>
            <a:gd name="adj2" fmla="val -71301"/>
            <a:gd name="adj3" fmla="val 16667"/>
          </a:avLst>
        </a:prstGeom>
        <a:solidFill xmlns:a="http://schemas.openxmlformats.org/drawingml/2006/main">
          <a:schemeClr val="bg1"/>
        </a:solidFill>
        <a:ln xmlns:a="http://schemas.openxmlformats.org/drawingml/2006/main" w="9525">
          <a:solidFill>
            <a:srgbClr val="9C278F"/>
          </a:solidFill>
          <a:prstDash val="solid"/>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wrap="square" lIns="72000" tIns="36000" rIns="72000" bIns="36000" rtlCol="0" anchor="ctr"/>
        <a:lstStyle xmlns:a="http://schemas.openxmlformats.org/drawingml/2006/main">
          <a:defPPr>
            <a:defRPr lang="en-US"/>
          </a:defPPr>
          <a:lvl1pPr marL="0" indent="0" algn="l" defTabSz="914400" rtl="0" eaLnBrk="1" latinLnBrk="0" hangingPunct="1">
            <a:defRPr sz="1800" kern="1200">
              <a:solidFill>
                <a:schemeClr val="lt1"/>
              </a:solidFill>
              <a:latin typeface="+mn-lt"/>
              <a:ea typeface="+mn-ea"/>
              <a:cs typeface="+mn-cs"/>
            </a:defRPr>
          </a:lvl1pPr>
          <a:lvl2pPr marL="457200" indent="0" algn="l" defTabSz="914400" rtl="0" eaLnBrk="1" latinLnBrk="0" hangingPunct="1">
            <a:defRPr sz="1800" kern="1200">
              <a:solidFill>
                <a:schemeClr val="lt1"/>
              </a:solidFill>
              <a:latin typeface="+mn-lt"/>
              <a:ea typeface="+mn-ea"/>
              <a:cs typeface="+mn-cs"/>
            </a:defRPr>
          </a:lvl2pPr>
          <a:lvl3pPr marL="914400" indent="0" algn="l" defTabSz="914400" rtl="0" eaLnBrk="1" latinLnBrk="0" hangingPunct="1">
            <a:defRPr sz="1800" kern="1200">
              <a:solidFill>
                <a:schemeClr val="lt1"/>
              </a:solidFill>
              <a:latin typeface="+mn-lt"/>
              <a:ea typeface="+mn-ea"/>
              <a:cs typeface="+mn-cs"/>
            </a:defRPr>
          </a:lvl3pPr>
          <a:lvl4pPr marL="1371600" indent="0" algn="l" defTabSz="914400" rtl="0" eaLnBrk="1" latinLnBrk="0" hangingPunct="1">
            <a:defRPr sz="1800" kern="1200">
              <a:solidFill>
                <a:schemeClr val="lt1"/>
              </a:solidFill>
              <a:latin typeface="+mn-lt"/>
              <a:ea typeface="+mn-ea"/>
              <a:cs typeface="+mn-cs"/>
            </a:defRPr>
          </a:lvl4pPr>
          <a:lvl5pPr marL="1828800" indent="0" algn="l" defTabSz="914400" rtl="0" eaLnBrk="1" latinLnBrk="0" hangingPunct="1">
            <a:defRPr sz="1800" kern="1200">
              <a:solidFill>
                <a:schemeClr val="lt1"/>
              </a:solidFill>
              <a:latin typeface="+mn-lt"/>
              <a:ea typeface="+mn-ea"/>
              <a:cs typeface="+mn-cs"/>
            </a:defRPr>
          </a:lvl5pPr>
          <a:lvl6pPr marL="2286000" indent="0" algn="l" defTabSz="914400" rtl="0" eaLnBrk="1" latinLnBrk="0" hangingPunct="1">
            <a:defRPr sz="1800" kern="1200">
              <a:solidFill>
                <a:schemeClr val="lt1"/>
              </a:solidFill>
              <a:latin typeface="+mn-lt"/>
              <a:ea typeface="+mn-ea"/>
              <a:cs typeface="+mn-cs"/>
            </a:defRPr>
          </a:lvl6pPr>
          <a:lvl7pPr marL="2743200" indent="0" algn="l" defTabSz="914400" rtl="0" eaLnBrk="1" latinLnBrk="0" hangingPunct="1">
            <a:defRPr sz="1800" kern="1200">
              <a:solidFill>
                <a:schemeClr val="lt1"/>
              </a:solidFill>
              <a:latin typeface="+mn-lt"/>
              <a:ea typeface="+mn-ea"/>
              <a:cs typeface="+mn-cs"/>
            </a:defRPr>
          </a:lvl7pPr>
          <a:lvl8pPr marL="3200400" indent="0" algn="l" defTabSz="914400" rtl="0" eaLnBrk="1" latinLnBrk="0" hangingPunct="1">
            <a:defRPr sz="1800" kern="1200">
              <a:solidFill>
                <a:schemeClr val="lt1"/>
              </a:solidFill>
              <a:latin typeface="+mn-lt"/>
              <a:ea typeface="+mn-ea"/>
              <a:cs typeface="+mn-cs"/>
            </a:defRPr>
          </a:lvl8pPr>
          <a:lvl9pPr marL="3657600" indent="0" algn="l" defTabSz="914400" rtl="0" eaLnBrk="1" latinLnBrk="0" hangingPunct="1">
            <a:defRPr sz="1800" kern="1200">
              <a:solidFill>
                <a:schemeClr val="lt1"/>
              </a:solidFill>
              <a:latin typeface="+mn-lt"/>
              <a:ea typeface="+mn-ea"/>
              <a:cs typeface="+mn-cs"/>
            </a:defRPr>
          </a:lvl9pPr>
        </a:lstStyle>
        <a:p xmlns:a="http://schemas.openxmlformats.org/drawingml/2006/main">
          <a:pPr lvl="0" algn="ctr" fontAlgn="base">
            <a:lnSpc>
              <a:spcPct val="90000"/>
            </a:lnSpc>
            <a:defRPr/>
          </a:pPr>
          <a:r>
            <a:rPr lang="en-US" sz="1000" i="1" dirty="0">
              <a:solidFill>
                <a:prstClr val="black"/>
              </a:solidFill>
              <a:cs typeface="Arial" panose="020B0604020202020204" pitchFamily="34" charset="0"/>
            </a:rPr>
            <a:t>Entyvio remains the #1 prescribed biologic across UC, and UC bio-naïve patients, driven by H2H trial, strong long-term safety, gut selectivity, and a favorable benefit–risk profile</a:t>
          </a:r>
        </a:p>
      </cdr:txBody>
    </cdr:sp>
  </cdr:relSizeAnchor>
</c:userShapes>
</file>

<file path=ppt/drawings/drawing3.xml><?xml version="1.0" encoding="utf-8"?>
<c:userShapes xmlns:c="http://schemas.openxmlformats.org/drawingml/2006/chart">
  <cdr:relSizeAnchor xmlns:cdr="http://schemas.openxmlformats.org/drawingml/2006/chartDrawing">
    <cdr:from>
      <cdr:x>0.18801</cdr:x>
      <cdr:y>0.16832</cdr:y>
    </cdr:from>
    <cdr:to>
      <cdr:x>0.19601</cdr:x>
      <cdr:y>0.1975</cdr:y>
    </cdr:to>
    <cdr:sp macro="" textlink="">
      <cdr:nvSpPr>
        <cdr:cNvPr id="5" name="Flowchart: Connector 4">
          <a:extLst xmlns:a="http://schemas.openxmlformats.org/drawingml/2006/main">
            <a:ext uri="{FF2B5EF4-FFF2-40B4-BE49-F238E27FC236}">
              <a16:creationId xmlns:a16="http://schemas.microsoft.com/office/drawing/2014/main" id="{C0A43C91-B4B0-FCA5-EAA5-3ECF89B7A6E8}"/>
            </a:ext>
          </a:extLst>
        </cdr:cNvPr>
        <cdr:cNvSpPr/>
      </cdr:nvSpPr>
      <cdr:spPr>
        <a:xfrm xmlns:a="http://schemas.openxmlformats.org/drawingml/2006/main">
          <a:off x="2147265" y="527396"/>
          <a:ext cx="91367" cy="91427"/>
        </a:xfrm>
        <a:prstGeom xmlns:a="http://schemas.openxmlformats.org/drawingml/2006/main" prst="flowChartConnector">
          <a:avLst/>
        </a:prstGeom>
        <a:solidFill xmlns:a="http://schemas.openxmlformats.org/drawingml/2006/main">
          <a:schemeClr val="accent5">
            <a:lumMod val="90000"/>
          </a:schemeClr>
        </a:solidFill>
        <a:ln xmlns:a="http://schemas.openxmlformats.org/drawingml/2006/main" w="28575">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wrap="none" rtlCol="0" anchor="ct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endParaRPr kumimoji="1" lang="en-US" dirty="0"/>
        </a:p>
      </cdr:txBody>
    </cdr:sp>
  </cdr:relSizeAnchor>
  <cdr:relSizeAnchor xmlns:cdr="http://schemas.openxmlformats.org/drawingml/2006/chartDrawing">
    <cdr:from>
      <cdr:x>0.65124</cdr:x>
      <cdr:y>0.26092</cdr:y>
    </cdr:from>
    <cdr:to>
      <cdr:x>0.65925</cdr:x>
      <cdr:y>0.29011</cdr:y>
    </cdr:to>
    <cdr:sp macro="" textlink="">
      <cdr:nvSpPr>
        <cdr:cNvPr id="7" name="Flowchart: Connector 6">
          <a:extLst xmlns:a="http://schemas.openxmlformats.org/drawingml/2006/main">
            <a:ext uri="{FF2B5EF4-FFF2-40B4-BE49-F238E27FC236}">
              <a16:creationId xmlns:a16="http://schemas.microsoft.com/office/drawing/2014/main" id="{487514FB-15C4-E3E9-173F-20BB1AB288DC}"/>
            </a:ext>
          </a:extLst>
        </cdr:cNvPr>
        <cdr:cNvSpPr/>
      </cdr:nvSpPr>
      <cdr:spPr>
        <a:xfrm xmlns:a="http://schemas.openxmlformats.org/drawingml/2006/main">
          <a:off x="7437672" y="817526"/>
          <a:ext cx="91481" cy="91440"/>
        </a:xfrm>
        <a:prstGeom xmlns:a="http://schemas.openxmlformats.org/drawingml/2006/main" prst="flowChartConnector">
          <a:avLst/>
        </a:prstGeom>
        <a:solidFill xmlns:a="http://schemas.openxmlformats.org/drawingml/2006/main">
          <a:schemeClr val="accent5">
            <a:lumMod val="90000"/>
          </a:schemeClr>
        </a:solidFill>
        <a:ln xmlns:a="http://schemas.openxmlformats.org/drawingml/2006/main" w="28575">
          <a:solidFill>
            <a:schemeClr val="tx1"/>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txBody>
        <a:bodyPr xmlns:a="http://schemas.openxmlformats.org/drawingml/2006/main" wrap="none" rtlCol="0" anchor="ct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ctr"/>
          <a:endParaRPr kumimoji="1" lang="en-US" dirty="0"/>
        </a:p>
      </cdr:txBody>
    </cdr:sp>
  </cdr:relSizeAnchor>
  <cdr:relSizeAnchor xmlns:cdr="http://schemas.openxmlformats.org/drawingml/2006/chartDrawing">
    <cdr:from>
      <cdr:x>0.19483</cdr:x>
      <cdr:y>0.07924</cdr:y>
    </cdr:from>
    <cdr:to>
      <cdr:x>0.22062</cdr:x>
      <cdr:y>0.17259</cdr:y>
    </cdr:to>
    <cdr:cxnSp macro="">
      <cdr:nvCxnSpPr>
        <cdr:cNvPr id="9" name="Straight Connector 8">
          <a:extLst xmlns:a="http://schemas.openxmlformats.org/drawingml/2006/main">
            <a:ext uri="{FF2B5EF4-FFF2-40B4-BE49-F238E27FC236}">
              <a16:creationId xmlns:a16="http://schemas.microsoft.com/office/drawing/2014/main" id="{95CAC220-FEE5-6F53-5EC4-D73C73F1B27C}"/>
            </a:ext>
          </a:extLst>
        </cdr:cNvPr>
        <cdr:cNvCxnSpPr>
          <a:stCxn xmlns:a="http://schemas.openxmlformats.org/drawingml/2006/main" id="5" idx="7"/>
        </cdr:cNvCxnSpPr>
      </cdr:nvCxnSpPr>
      <cdr:spPr>
        <a:xfrm xmlns:a="http://schemas.openxmlformats.org/drawingml/2006/main" rot="5400000" flipH="1" flipV="1">
          <a:off x="2226185" y="247260"/>
          <a:ext cx="292486" cy="294544"/>
        </a:xfrm>
        <a:prstGeom xmlns:a="http://schemas.openxmlformats.org/drawingml/2006/main" prst="bentConnector2">
          <a:avLst/>
        </a:prstGeom>
        <a:ln xmlns:a="http://schemas.openxmlformats.org/drawingml/2006/main">
          <a:solidFill>
            <a:schemeClr val="bg1">
              <a:lumMod val="50000"/>
            </a:schemeClr>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0.65474</cdr:x>
      <cdr:y>0.16832</cdr:y>
    </cdr:from>
    <cdr:to>
      <cdr:x>0.65474</cdr:x>
      <cdr:y>0.26551</cdr:y>
    </cdr:to>
    <cdr:cxnSp macro="">
      <cdr:nvCxnSpPr>
        <cdr:cNvPr id="15" name="Straight Connector 8">
          <a:extLst xmlns:a="http://schemas.openxmlformats.org/drawingml/2006/main">
            <a:ext uri="{FF2B5EF4-FFF2-40B4-BE49-F238E27FC236}">
              <a16:creationId xmlns:a16="http://schemas.microsoft.com/office/drawing/2014/main" id="{B49C39A7-FBFB-F9EF-75A3-2D1771A9DE4F}"/>
            </a:ext>
          </a:extLst>
        </cdr:cNvPr>
        <cdr:cNvCxnSpPr/>
      </cdr:nvCxnSpPr>
      <cdr:spPr>
        <a:xfrm xmlns:a="http://schemas.openxmlformats.org/drawingml/2006/main">
          <a:off x="7477656" y="527396"/>
          <a:ext cx="0" cy="304506"/>
        </a:xfrm>
        <a:prstGeom xmlns:a="http://schemas.openxmlformats.org/drawingml/2006/main" prst="straightConnector1">
          <a:avLst/>
        </a:prstGeom>
        <a:ln xmlns:a="http://schemas.openxmlformats.org/drawingml/2006/main">
          <a:solidFill>
            <a:schemeClr val="bg1">
              <a:lumMod val="50000"/>
            </a:schemeClr>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drawings/drawing4.xml><?xml version="1.0" encoding="utf-8"?>
<c:userShapes xmlns:c="http://schemas.openxmlformats.org/drawingml/2006/chart">
  <cdr:relSizeAnchor xmlns:cdr="http://schemas.openxmlformats.org/drawingml/2006/chartDrawing">
    <cdr:from>
      <cdr:x>0.70078</cdr:x>
      <cdr:y>0.6103</cdr:y>
    </cdr:from>
    <cdr:to>
      <cdr:x>0.8224</cdr:x>
      <cdr:y>0.68789</cdr:y>
    </cdr:to>
    <cdr:sp macro="" textlink="">
      <cdr:nvSpPr>
        <cdr:cNvPr id="2" name="TextBox 9">
          <a:extLst xmlns:a="http://schemas.openxmlformats.org/drawingml/2006/main">
            <a:ext uri="{FF2B5EF4-FFF2-40B4-BE49-F238E27FC236}">
              <a16:creationId xmlns:a16="http://schemas.microsoft.com/office/drawing/2014/main" id="{42E7DF32-8365-D0D2-77B1-45031ABFB7C2}"/>
            </a:ext>
          </a:extLst>
        </cdr:cNvPr>
        <cdr:cNvSpPr txBox="1"/>
      </cdr:nvSpPr>
      <cdr:spPr>
        <a:xfrm xmlns:a="http://schemas.openxmlformats.org/drawingml/2006/main">
          <a:off x="2634326" y="2157233"/>
          <a:ext cx="457189" cy="274259"/>
        </a:xfrm>
        <a:prstGeom xmlns:a="http://schemas.openxmlformats.org/drawingml/2006/main" prst="rect">
          <a:avLst/>
        </a:prstGeom>
      </cdr:spPr>
      <cdr:txBody>
        <a:bodyPr xmlns:a="http://schemas.openxmlformats.org/drawingml/2006/main" vert="horz" wrap="none" lIns="91440" tIns="45720" rIns="91440" bIns="45720" rtlCol="0" anchor="ctr">
          <a:no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l"/>
          <a:r>
            <a:rPr lang="en-US" sz="1000" b="1" i="1" dirty="0">
              <a:solidFill>
                <a:srgbClr val="8A1317"/>
              </a:solidFill>
            </a:rPr>
            <a:t>(-12% vs FY24) </a:t>
          </a:r>
        </a:p>
      </cdr:txBody>
    </cdr:sp>
  </cdr:relSizeAnchor>
</c:userShapes>
</file>

<file path=ppt/drawings/drawing5.xml><?xml version="1.0" encoding="utf-8"?>
<c:userShapes xmlns:c="http://schemas.openxmlformats.org/drawingml/2006/chart">
  <cdr:relSizeAnchor xmlns:cdr="http://schemas.openxmlformats.org/drawingml/2006/chartDrawing">
    <cdr:from>
      <cdr:x>0.05425</cdr:x>
      <cdr:y>0.07984</cdr:y>
    </cdr:from>
    <cdr:to>
      <cdr:x>0.19238</cdr:x>
      <cdr:y>0.15323</cdr:y>
    </cdr:to>
    <cdr:sp macro="" textlink="">
      <cdr:nvSpPr>
        <cdr:cNvPr id="2" name="TextBox 1">
          <a:extLst xmlns:a="http://schemas.openxmlformats.org/drawingml/2006/main">
            <a:ext uri="{FF2B5EF4-FFF2-40B4-BE49-F238E27FC236}">
              <a16:creationId xmlns:a16="http://schemas.microsoft.com/office/drawing/2014/main" id="{3089D7D4-DBF3-F46C-617E-0C9FF7636473}"/>
            </a:ext>
          </a:extLst>
        </cdr:cNvPr>
        <cdr:cNvSpPr txBox="1"/>
      </cdr:nvSpPr>
      <cdr:spPr>
        <a:xfrm xmlns:a="http://schemas.openxmlformats.org/drawingml/2006/main">
          <a:off x="616653" y="202924"/>
          <a:ext cx="1570038" cy="186531"/>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r>
            <a:rPr lang="en-US" sz="1400" b="1" kern="1200" dirty="0"/>
            <a:t>$3.9 B</a:t>
          </a:r>
        </a:p>
      </cdr:txBody>
    </cdr:sp>
  </cdr:relSizeAnchor>
  <cdr:relSizeAnchor xmlns:cdr="http://schemas.openxmlformats.org/drawingml/2006/chartDrawing">
    <cdr:from>
      <cdr:x>0.29252</cdr:x>
      <cdr:y>0.39237</cdr:y>
    </cdr:from>
    <cdr:to>
      <cdr:x>0.42996</cdr:x>
      <cdr:y>0.5</cdr:y>
    </cdr:to>
    <cdr:sp macro="" textlink="">
      <cdr:nvSpPr>
        <cdr:cNvPr id="3" name="TextBox 2">
          <a:extLst xmlns:a="http://schemas.openxmlformats.org/drawingml/2006/main">
            <a:ext uri="{FF2B5EF4-FFF2-40B4-BE49-F238E27FC236}">
              <a16:creationId xmlns:a16="http://schemas.microsoft.com/office/drawing/2014/main" id="{1BF9DC3A-D067-2C77-4149-659B144C67EF}"/>
            </a:ext>
          </a:extLst>
        </cdr:cNvPr>
        <cdr:cNvSpPr txBox="1"/>
      </cdr:nvSpPr>
      <cdr:spPr>
        <a:xfrm xmlns:a="http://schemas.openxmlformats.org/drawingml/2006/main">
          <a:off x="3324927" y="997261"/>
          <a:ext cx="1562101" cy="273556"/>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r>
            <a:rPr lang="en-US" sz="1400" b="1" kern="1200" dirty="0"/>
            <a:t>$1.9 B</a:t>
          </a:r>
          <a:endParaRPr lang="en-US" sz="1400" b="1" kern="1200" dirty="0">
            <a:solidFill>
              <a:schemeClr val="accent2"/>
            </a:solidFill>
          </a:endParaRPr>
        </a:p>
      </cdr:txBody>
    </cdr:sp>
  </cdr:relSizeAnchor>
  <cdr:relSizeAnchor xmlns:cdr="http://schemas.openxmlformats.org/drawingml/2006/chartDrawing">
    <cdr:from>
      <cdr:x>0.57381</cdr:x>
      <cdr:y>0.19898</cdr:y>
    </cdr:from>
    <cdr:to>
      <cdr:x>0.62577</cdr:x>
      <cdr:y>0.27237</cdr:y>
    </cdr:to>
    <cdr:sp macro="" textlink="">
      <cdr:nvSpPr>
        <cdr:cNvPr id="4" name="TextBox 3">
          <a:extLst xmlns:a="http://schemas.openxmlformats.org/drawingml/2006/main">
            <a:ext uri="{FF2B5EF4-FFF2-40B4-BE49-F238E27FC236}">
              <a16:creationId xmlns:a16="http://schemas.microsoft.com/office/drawing/2014/main" id="{33A2BFBC-5D1D-27A5-C1EE-0CBFB35CC3EF}"/>
            </a:ext>
          </a:extLst>
        </cdr:cNvPr>
        <cdr:cNvSpPr txBox="1"/>
      </cdr:nvSpPr>
      <cdr:spPr>
        <a:xfrm xmlns:a="http://schemas.openxmlformats.org/drawingml/2006/main">
          <a:off x="6522153" y="505735"/>
          <a:ext cx="590550" cy="186530"/>
        </a:xfrm>
        <a:prstGeom xmlns:a="http://schemas.openxmlformats.org/drawingml/2006/main" prst="rect">
          <a:avLst/>
        </a:prstGeom>
      </cdr:spPr>
      <cdr:txBody>
        <a:bodyPr xmlns:a="http://schemas.openxmlformats.org/drawingml/2006/main" vertOverflow="clip" wrap="square" lIns="0" tIns="0" rIns="0" bIns="0" rtlCol="0" anchor="ctr"/>
        <a:lstStyle xmlns:a="http://schemas.openxmlformats.org/drawingml/2006/main"/>
        <a:p xmlns:a="http://schemas.openxmlformats.org/drawingml/2006/main">
          <a:pPr algn="ctr"/>
          <a:r>
            <a:rPr lang="en-US" sz="1200" b="1" kern="1200" dirty="0">
              <a:solidFill>
                <a:schemeClr val="accent2"/>
              </a:solidFill>
            </a:rPr>
            <a:t>$2.0 B</a:t>
          </a:r>
        </a:p>
      </cdr:txBody>
    </cdr:sp>
  </cdr:relSizeAnchor>
  <cdr:relSizeAnchor xmlns:cdr="http://schemas.openxmlformats.org/drawingml/2006/chartDrawing">
    <cdr:from>
      <cdr:x>0.91621</cdr:x>
      <cdr:y>0.15037</cdr:y>
    </cdr:from>
    <cdr:to>
      <cdr:x>0.99962</cdr:x>
      <cdr:y>0.20769</cdr:y>
    </cdr:to>
    <cdr:sp macro="" textlink="">
      <cdr:nvSpPr>
        <cdr:cNvPr id="5" name="TextBox 1">
          <a:extLst xmlns:a="http://schemas.openxmlformats.org/drawingml/2006/main">
            <a:ext uri="{FF2B5EF4-FFF2-40B4-BE49-F238E27FC236}">
              <a16:creationId xmlns:a16="http://schemas.microsoft.com/office/drawing/2014/main" id="{81878076-EC46-14DC-FAE6-075541ED0848}"/>
            </a:ext>
          </a:extLst>
        </cdr:cNvPr>
        <cdr:cNvSpPr txBox="1"/>
      </cdr:nvSpPr>
      <cdr:spPr>
        <a:xfrm xmlns:a="http://schemas.openxmlformats.org/drawingml/2006/main">
          <a:off x="10413909" y="382198"/>
          <a:ext cx="948095" cy="145670"/>
        </a:xfrm>
        <a:prstGeom xmlns:a="http://schemas.openxmlformats.org/drawingml/2006/main" prst="rect">
          <a:avLst/>
        </a:prstGeom>
      </cdr:spPr>
      <cdr:txBody>
        <a:bodyPr xmlns:a="http://schemas.openxmlformats.org/drawingml/2006/main" wrap="square" lIns="0" tIns="0" rIns="0" bIns="0" rtlCol="0" anchor="ct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1100" b="1" kern="1200" dirty="0">
              <a:solidFill>
                <a:srgbClr val="B381D9"/>
              </a:solidFill>
            </a:rPr>
            <a:t>$618.9 M</a:t>
          </a:r>
        </a:p>
      </cdr:txBody>
    </cdr:sp>
  </cdr:relSizeAnchor>
  <cdr:relSizeAnchor xmlns:cdr="http://schemas.openxmlformats.org/drawingml/2006/chartDrawing">
    <cdr:from>
      <cdr:x>0.62186</cdr:x>
      <cdr:y>0.20969</cdr:y>
    </cdr:from>
    <cdr:to>
      <cdr:x>0.65284</cdr:x>
      <cdr:y>0.26742</cdr:y>
    </cdr:to>
    <cdr:sp macro="" textlink="">
      <cdr:nvSpPr>
        <cdr:cNvPr id="14" name="TextBox 2">
          <a:extLst xmlns:a="http://schemas.openxmlformats.org/drawingml/2006/main">
            <a:ext uri="{FF2B5EF4-FFF2-40B4-BE49-F238E27FC236}">
              <a16:creationId xmlns:a16="http://schemas.microsoft.com/office/drawing/2014/main" id="{57BCA82A-0738-1295-FC1D-DA3C2F9F0075}"/>
            </a:ext>
          </a:extLst>
        </cdr:cNvPr>
        <cdr:cNvSpPr txBox="1"/>
      </cdr:nvSpPr>
      <cdr:spPr>
        <a:xfrm xmlns:a="http://schemas.openxmlformats.org/drawingml/2006/main">
          <a:off x="7068253" y="532947"/>
          <a:ext cx="352140" cy="146728"/>
        </a:xfrm>
        <a:prstGeom xmlns:a="http://schemas.openxmlformats.org/drawingml/2006/main" prst="rect">
          <a:avLst/>
        </a:prstGeom>
      </cdr:spPr>
      <cdr:txBody>
        <a:bodyPr xmlns:a="http://schemas.openxmlformats.org/drawingml/2006/main" wrap="square" lIns="0" tIns="0" rIns="0" bIns="0" rtlCol="0" anchor="ctr" anchorCtr="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sz="900" b="1" kern="1200" dirty="0">
              <a:solidFill>
                <a:srgbClr val="537F23"/>
              </a:solidFill>
            </a:rPr>
            <a:t>(+0.3B)</a:t>
          </a:r>
        </a:p>
      </cdr:txBody>
    </cdr:sp>
  </cdr:relSizeAnchor>
  <cdr:relSizeAnchor xmlns:cdr="http://schemas.openxmlformats.org/drawingml/2006/chartDrawing">
    <cdr:from>
      <cdr:x>0.84792</cdr:x>
      <cdr:y>0.19431</cdr:y>
    </cdr:from>
    <cdr:to>
      <cdr:x>0.87941</cdr:x>
      <cdr:y>0.23855</cdr:y>
    </cdr:to>
    <cdr:sp macro="" textlink="">
      <cdr:nvSpPr>
        <cdr:cNvPr id="15" name="TextBox 1">
          <a:extLst xmlns:a="http://schemas.openxmlformats.org/drawingml/2006/main">
            <a:ext uri="{FF2B5EF4-FFF2-40B4-BE49-F238E27FC236}">
              <a16:creationId xmlns:a16="http://schemas.microsoft.com/office/drawing/2014/main" id="{DCABFA55-64E9-7C0F-1D0A-DF22EF69C427}"/>
            </a:ext>
          </a:extLst>
        </cdr:cNvPr>
        <cdr:cNvSpPr txBox="1"/>
      </cdr:nvSpPr>
      <cdr:spPr>
        <a:xfrm xmlns:a="http://schemas.openxmlformats.org/drawingml/2006/main">
          <a:off x="9637787" y="493869"/>
          <a:ext cx="357816" cy="112442"/>
        </a:xfrm>
        <a:prstGeom xmlns:a="http://schemas.openxmlformats.org/drawingml/2006/main" prst="rect">
          <a:avLst/>
        </a:prstGeom>
        <a:noFill xmlns:a="http://schemas.openxmlformats.org/drawingml/2006/main"/>
      </cdr:spPr>
      <cdr:txBody>
        <a:bodyPr xmlns:a="http://schemas.openxmlformats.org/drawingml/2006/main" wrap="square" lIns="0" tIns="0" rIns="0" bIns="0" rtlCol="0" anchor="ctr" anchorCtr="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sz="700" b="1" kern="1200" dirty="0">
              <a:solidFill>
                <a:schemeClr val="bg1"/>
              </a:solidFill>
            </a:rPr>
            <a:t>(+3.5%)</a:t>
          </a:r>
        </a:p>
      </cdr:txBody>
    </cdr:sp>
  </cdr:relSizeAnchor>
  <cdr:relSizeAnchor xmlns:cdr="http://schemas.openxmlformats.org/drawingml/2006/chartDrawing">
    <cdr:from>
      <cdr:x>0.91663</cdr:x>
      <cdr:y>0.2087</cdr:y>
    </cdr:from>
    <cdr:to>
      <cdr:x>0.97969</cdr:x>
      <cdr:y>0.25341</cdr:y>
    </cdr:to>
    <cdr:sp macro="" textlink="">
      <cdr:nvSpPr>
        <cdr:cNvPr id="18" name="TextBox 1">
          <a:extLst xmlns:a="http://schemas.openxmlformats.org/drawingml/2006/main">
            <a:ext uri="{FF2B5EF4-FFF2-40B4-BE49-F238E27FC236}">
              <a16:creationId xmlns:a16="http://schemas.microsoft.com/office/drawing/2014/main" id="{978096D8-83B3-4E6E-1214-43A2DF4A2CE2}"/>
            </a:ext>
          </a:extLst>
        </cdr:cNvPr>
        <cdr:cNvSpPr txBox="1"/>
      </cdr:nvSpPr>
      <cdr:spPr>
        <a:xfrm xmlns:a="http://schemas.openxmlformats.org/drawingml/2006/main">
          <a:off x="10418671" y="530443"/>
          <a:ext cx="716757" cy="113636"/>
        </a:xfrm>
        <a:prstGeom xmlns:a="http://schemas.openxmlformats.org/drawingml/2006/main" prst="rect">
          <a:avLst/>
        </a:prstGeom>
        <a:noFill xmlns:a="http://schemas.openxmlformats.org/drawingml/2006/main"/>
      </cdr:spPr>
      <cdr:txBody>
        <a:bodyPr xmlns:a="http://schemas.openxmlformats.org/drawingml/2006/main" wrap="square" lIns="0" tIns="0" rIns="0" bIns="0" rtlCol="0" anchor="ctr" anchorCtr="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700" b="1" kern="1200" dirty="0">
              <a:solidFill>
                <a:srgbClr val="0E6C29"/>
              </a:solidFill>
            </a:rPr>
            <a:t>(+$139.4 M)</a:t>
          </a:r>
        </a:p>
      </cdr:txBody>
    </cdr:sp>
  </cdr:relSizeAnchor>
  <cdr:relSizeAnchor xmlns:cdr="http://schemas.openxmlformats.org/drawingml/2006/chartDrawing">
    <cdr:from>
      <cdr:x>0.58096</cdr:x>
      <cdr:y>0.41452</cdr:y>
    </cdr:from>
    <cdr:to>
      <cdr:x>0.61784</cdr:x>
      <cdr:y>0.47225</cdr:y>
    </cdr:to>
    <cdr:sp macro="" textlink="">
      <cdr:nvSpPr>
        <cdr:cNvPr id="9" name="TextBox 2">
          <a:extLst xmlns:a="http://schemas.openxmlformats.org/drawingml/2006/main">
            <a:ext uri="{FF2B5EF4-FFF2-40B4-BE49-F238E27FC236}">
              <a16:creationId xmlns:a16="http://schemas.microsoft.com/office/drawing/2014/main" id="{DCF2B9E5-10E0-9823-0C31-674331D71F0F}"/>
            </a:ext>
          </a:extLst>
        </cdr:cNvPr>
        <cdr:cNvSpPr txBox="1"/>
      </cdr:nvSpPr>
      <cdr:spPr>
        <a:xfrm xmlns:a="http://schemas.openxmlformats.org/drawingml/2006/main">
          <a:off x="6603433" y="1053556"/>
          <a:ext cx="419100" cy="146728"/>
        </a:xfrm>
        <a:prstGeom xmlns:a="http://schemas.openxmlformats.org/drawingml/2006/main" prst="rect">
          <a:avLst/>
        </a:prstGeom>
      </cdr:spPr>
      <cdr:txBody>
        <a:bodyPr xmlns:a="http://schemas.openxmlformats.org/drawingml/2006/main" wrap="square" lIns="0" tIns="0" rIns="0" bIns="0" rtlCol="0" anchor="ctr" anchorCtr="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sz="900" b="1" kern="1200" dirty="0">
              <a:solidFill>
                <a:srgbClr val="537F23"/>
              </a:solidFill>
            </a:rPr>
            <a:t>(+8%pt)</a:t>
          </a:r>
        </a:p>
      </cdr:txBody>
    </cdr:sp>
  </cdr:relSizeAnchor>
  <cdr:relSizeAnchor xmlns:cdr="http://schemas.openxmlformats.org/drawingml/2006/chartDrawing">
    <cdr:from>
      <cdr:x>0.84792</cdr:x>
      <cdr:y>0.27675</cdr:y>
    </cdr:from>
    <cdr:to>
      <cdr:x>0.87941</cdr:x>
      <cdr:y>0.32099</cdr:y>
    </cdr:to>
    <cdr:sp macro="" textlink="">
      <cdr:nvSpPr>
        <cdr:cNvPr id="10" name="TextBox 1">
          <a:extLst xmlns:a="http://schemas.openxmlformats.org/drawingml/2006/main">
            <a:ext uri="{FF2B5EF4-FFF2-40B4-BE49-F238E27FC236}">
              <a16:creationId xmlns:a16="http://schemas.microsoft.com/office/drawing/2014/main" id="{49F35D52-9B61-46D6-C5DB-3F2A09A84372}"/>
            </a:ext>
          </a:extLst>
        </cdr:cNvPr>
        <cdr:cNvSpPr txBox="1"/>
      </cdr:nvSpPr>
      <cdr:spPr>
        <a:xfrm xmlns:a="http://schemas.openxmlformats.org/drawingml/2006/main">
          <a:off x="9637787" y="703392"/>
          <a:ext cx="357816" cy="112442"/>
        </a:xfrm>
        <a:prstGeom xmlns:a="http://schemas.openxmlformats.org/drawingml/2006/main" prst="rect">
          <a:avLst/>
        </a:prstGeom>
        <a:noFill xmlns:a="http://schemas.openxmlformats.org/drawingml/2006/main"/>
      </cdr:spPr>
      <cdr:txBody>
        <a:bodyPr xmlns:a="http://schemas.openxmlformats.org/drawingml/2006/main" wrap="square" lIns="0" tIns="0" rIns="0" bIns="0" rtlCol="0" anchor="ctr" anchorCtr="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sz="700" b="1" kern="1200" dirty="0">
              <a:solidFill>
                <a:schemeClr val="bg1"/>
              </a:solidFill>
            </a:rPr>
            <a:t>(+2.5%)</a:t>
          </a:r>
        </a:p>
      </cdr:txBody>
    </cdr:sp>
  </cdr:relSizeAnchor>
  <cdr:relSizeAnchor xmlns:cdr="http://schemas.openxmlformats.org/drawingml/2006/chartDrawing">
    <cdr:from>
      <cdr:x>0.84792</cdr:x>
      <cdr:y>0.39386</cdr:y>
    </cdr:from>
    <cdr:to>
      <cdr:x>0.87941</cdr:x>
      <cdr:y>0.4381</cdr:y>
    </cdr:to>
    <cdr:sp macro="" textlink="">
      <cdr:nvSpPr>
        <cdr:cNvPr id="11" name="TextBox 1">
          <a:extLst xmlns:a="http://schemas.openxmlformats.org/drawingml/2006/main">
            <a:ext uri="{FF2B5EF4-FFF2-40B4-BE49-F238E27FC236}">
              <a16:creationId xmlns:a16="http://schemas.microsoft.com/office/drawing/2014/main" id="{8BB80BCE-818D-43E3-1263-966401436A2A}"/>
            </a:ext>
          </a:extLst>
        </cdr:cNvPr>
        <cdr:cNvSpPr txBox="1"/>
      </cdr:nvSpPr>
      <cdr:spPr>
        <a:xfrm xmlns:a="http://schemas.openxmlformats.org/drawingml/2006/main">
          <a:off x="9637787" y="1001061"/>
          <a:ext cx="357816" cy="112442"/>
        </a:xfrm>
        <a:prstGeom xmlns:a="http://schemas.openxmlformats.org/drawingml/2006/main" prst="rect">
          <a:avLst/>
        </a:prstGeom>
        <a:noFill xmlns:a="http://schemas.openxmlformats.org/drawingml/2006/main"/>
      </cdr:spPr>
      <cdr:txBody>
        <a:bodyPr xmlns:a="http://schemas.openxmlformats.org/drawingml/2006/main" wrap="square" lIns="0" tIns="0" rIns="0" bIns="0" rtlCol="0" anchor="ctr" anchorCtr="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US" sz="700" b="1" kern="1200" dirty="0">
              <a:solidFill>
                <a:schemeClr val="bg1"/>
              </a:solidFill>
            </a:rPr>
            <a:t>(+1.9%)</a:t>
          </a:r>
        </a:p>
      </cdr:txBody>
    </cdr:sp>
  </cdr:relSizeAnchor>
  <cdr:relSizeAnchor xmlns:cdr="http://schemas.openxmlformats.org/drawingml/2006/chartDrawing">
    <cdr:from>
      <cdr:x>0.91621</cdr:x>
      <cdr:y>0.25905</cdr:y>
    </cdr:from>
    <cdr:to>
      <cdr:x>0.99962</cdr:x>
      <cdr:y>0.31637</cdr:y>
    </cdr:to>
    <cdr:sp macro="" textlink="">
      <cdr:nvSpPr>
        <cdr:cNvPr id="12" name="TextBox 1">
          <a:extLst xmlns:a="http://schemas.openxmlformats.org/drawingml/2006/main">
            <a:ext uri="{FF2B5EF4-FFF2-40B4-BE49-F238E27FC236}">
              <a16:creationId xmlns:a16="http://schemas.microsoft.com/office/drawing/2014/main" id="{3A64FA11-313D-C041-A00D-57B7BB1CF391}"/>
            </a:ext>
          </a:extLst>
        </cdr:cNvPr>
        <cdr:cNvSpPr txBox="1"/>
      </cdr:nvSpPr>
      <cdr:spPr>
        <a:xfrm xmlns:a="http://schemas.openxmlformats.org/drawingml/2006/main">
          <a:off x="10413909" y="658423"/>
          <a:ext cx="948095" cy="145670"/>
        </a:xfrm>
        <a:prstGeom xmlns:a="http://schemas.openxmlformats.org/drawingml/2006/main" prst="rect">
          <a:avLst/>
        </a:prstGeom>
      </cdr:spPr>
      <cdr:txBody>
        <a:bodyPr xmlns:a="http://schemas.openxmlformats.org/drawingml/2006/main" wrap="square" lIns="0" tIns="0" rIns="0" bIns="0" rtlCol="0" anchor="ct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b="1" kern="1200" dirty="0">
              <a:solidFill>
                <a:srgbClr val="E34848"/>
              </a:solidFill>
            </a:rPr>
            <a:t>$470.0 M</a:t>
          </a:r>
        </a:p>
      </cdr:txBody>
    </cdr:sp>
  </cdr:relSizeAnchor>
  <cdr:relSizeAnchor xmlns:cdr="http://schemas.openxmlformats.org/drawingml/2006/chartDrawing">
    <cdr:from>
      <cdr:x>0.91663</cdr:x>
      <cdr:y>0.31738</cdr:y>
    </cdr:from>
    <cdr:to>
      <cdr:x>0.97969</cdr:x>
      <cdr:y>0.36209</cdr:y>
    </cdr:to>
    <cdr:sp macro="" textlink="">
      <cdr:nvSpPr>
        <cdr:cNvPr id="21" name="TextBox 1">
          <a:extLst xmlns:a="http://schemas.openxmlformats.org/drawingml/2006/main">
            <a:ext uri="{FF2B5EF4-FFF2-40B4-BE49-F238E27FC236}">
              <a16:creationId xmlns:a16="http://schemas.microsoft.com/office/drawing/2014/main" id="{60C90A71-33EE-9604-B6A7-9FD71B7A398D}"/>
            </a:ext>
          </a:extLst>
        </cdr:cNvPr>
        <cdr:cNvSpPr txBox="1"/>
      </cdr:nvSpPr>
      <cdr:spPr>
        <a:xfrm xmlns:a="http://schemas.openxmlformats.org/drawingml/2006/main">
          <a:off x="10418671" y="806668"/>
          <a:ext cx="716757" cy="113636"/>
        </a:xfrm>
        <a:prstGeom xmlns:a="http://schemas.openxmlformats.org/drawingml/2006/main" prst="rect">
          <a:avLst/>
        </a:prstGeom>
        <a:noFill xmlns:a="http://schemas.openxmlformats.org/drawingml/2006/main"/>
      </cdr:spPr>
      <cdr:txBody>
        <a:bodyPr xmlns:a="http://schemas.openxmlformats.org/drawingml/2006/main" wrap="square" lIns="0" tIns="0" rIns="0" bIns="0" rtlCol="0" anchor="ctr" anchorCtr="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700" b="1" kern="1200" dirty="0">
              <a:solidFill>
                <a:srgbClr val="0E6C29"/>
              </a:solidFill>
            </a:rPr>
            <a:t>($+98.1 M)</a:t>
          </a:r>
        </a:p>
      </cdr:txBody>
    </cdr:sp>
  </cdr:relSizeAnchor>
  <cdr:relSizeAnchor xmlns:cdr="http://schemas.openxmlformats.org/drawingml/2006/chartDrawing">
    <cdr:from>
      <cdr:x>0.91621</cdr:x>
      <cdr:y>0.3714</cdr:y>
    </cdr:from>
    <cdr:to>
      <cdr:x>0.99962</cdr:x>
      <cdr:y>0.42871</cdr:y>
    </cdr:to>
    <cdr:sp macro="" textlink="">
      <cdr:nvSpPr>
        <cdr:cNvPr id="22" name="TextBox 1">
          <a:extLst xmlns:a="http://schemas.openxmlformats.org/drawingml/2006/main">
            <a:ext uri="{FF2B5EF4-FFF2-40B4-BE49-F238E27FC236}">
              <a16:creationId xmlns:a16="http://schemas.microsoft.com/office/drawing/2014/main" id="{8F4FC61A-F221-A757-03C2-4362D4279D4A}"/>
            </a:ext>
          </a:extLst>
        </cdr:cNvPr>
        <cdr:cNvSpPr txBox="1"/>
      </cdr:nvSpPr>
      <cdr:spPr>
        <a:xfrm xmlns:a="http://schemas.openxmlformats.org/drawingml/2006/main">
          <a:off x="10413909" y="943959"/>
          <a:ext cx="948095" cy="145670"/>
        </a:xfrm>
        <a:prstGeom xmlns:a="http://schemas.openxmlformats.org/drawingml/2006/main" prst="rect">
          <a:avLst/>
        </a:prstGeom>
      </cdr:spPr>
      <cdr:txBody>
        <a:bodyPr xmlns:a="http://schemas.openxmlformats.org/drawingml/2006/main" wrap="square" lIns="0" tIns="0" rIns="0" bIns="0" rtlCol="0" anchor="ctr"/>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b="1" kern="1200" dirty="0">
              <a:solidFill>
                <a:srgbClr val="5B8595"/>
              </a:solidFill>
            </a:rPr>
            <a:t>$970.4 M</a:t>
          </a:r>
        </a:p>
      </cdr:txBody>
    </cdr:sp>
  </cdr:relSizeAnchor>
  <cdr:relSizeAnchor xmlns:cdr="http://schemas.openxmlformats.org/drawingml/2006/chartDrawing">
    <cdr:from>
      <cdr:x>0.91663</cdr:x>
      <cdr:y>0.42972</cdr:y>
    </cdr:from>
    <cdr:to>
      <cdr:x>0.97969</cdr:x>
      <cdr:y>0.47443</cdr:y>
    </cdr:to>
    <cdr:sp macro="" textlink="">
      <cdr:nvSpPr>
        <cdr:cNvPr id="23" name="TextBox 1">
          <a:extLst xmlns:a="http://schemas.openxmlformats.org/drawingml/2006/main">
            <a:ext uri="{FF2B5EF4-FFF2-40B4-BE49-F238E27FC236}">
              <a16:creationId xmlns:a16="http://schemas.microsoft.com/office/drawing/2014/main" id="{5B32C736-CBC5-0043-82C2-CF8C79B0197C}"/>
            </a:ext>
          </a:extLst>
        </cdr:cNvPr>
        <cdr:cNvSpPr txBox="1"/>
      </cdr:nvSpPr>
      <cdr:spPr>
        <a:xfrm xmlns:a="http://schemas.openxmlformats.org/drawingml/2006/main">
          <a:off x="10418671" y="1092204"/>
          <a:ext cx="716757" cy="113636"/>
        </a:xfrm>
        <a:prstGeom xmlns:a="http://schemas.openxmlformats.org/drawingml/2006/main" prst="rect">
          <a:avLst/>
        </a:prstGeom>
        <a:noFill xmlns:a="http://schemas.openxmlformats.org/drawingml/2006/main"/>
      </cdr:spPr>
      <cdr:txBody>
        <a:bodyPr xmlns:a="http://schemas.openxmlformats.org/drawingml/2006/main" wrap="square" lIns="0" tIns="0" rIns="0" bIns="0" rtlCol="0" anchor="ctr" anchorCtr="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l"/>
          <a:r>
            <a:rPr lang="en-US" sz="700" b="1" kern="1200">
              <a:solidFill>
                <a:srgbClr val="0E6C29"/>
              </a:solidFill>
            </a:rPr>
            <a:t>(+$</a:t>
          </a:r>
          <a:r>
            <a:rPr lang="en-US" sz="700" b="1" kern="1200" dirty="0">
              <a:solidFill>
                <a:srgbClr val="0E6C29"/>
              </a:solidFill>
            </a:rPr>
            <a:t>76.3 M)</a:t>
          </a:r>
        </a:p>
      </cdr:txBody>
    </cdr:sp>
  </cdr:relSizeAnchor>
</c:userShapes>
</file>

<file path=ppt/drawings/drawing6.xml><?xml version="1.0" encoding="utf-8"?>
<c:userShapes xmlns:c="http://schemas.openxmlformats.org/drawingml/2006/chart">
  <cdr:relSizeAnchor xmlns:cdr="http://schemas.openxmlformats.org/drawingml/2006/chartDrawing">
    <cdr:from>
      <cdr:x>0.40861</cdr:x>
      <cdr:y>0.77282</cdr:y>
    </cdr:from>
    <cdr:to>
      <cdr:x>0.65016</cdr:x>
      <cdr:y>0.85041</cdr:y>
    </cdr:to>
    <cdr:sp macro="" textlink="">
      <cdr:nvSpPr>
        <cdr:cNvPr id="2" name="TextBox 9">
          <a:extLst xmlns:a="http://schemas.openxmlformats.org/drawingml/2006/main">
            <a:ext uri="{FF2B5EF4-FFF2-40B4-BE49-F238E27FC236}">
              <a16:creationId xmlns:a16="http://schemas.microsoft.com/office/drawing/2014/main" id="{42E7DF32-8365-D0D2-77B1-45031ABFB7C2}"/>
            </a:ext>
          </a:extLst>
        </cdr:cNvPr>
        <cdr:cNvSpPr txBox="1"/>
      </cdr:nvSpPr>
      <cdr:spPr>
        <a:xfrm xmlns:a="http://schemas.openxmlformats.org/drawingml/2006/main">
          <a:off x="1868188" y="1575357"/>
          <a:ext cx="1104328" cy="158164"/>
        </a:xfrm>
        <a:prstGeom xmlns:a="http://schemas.openxmlformats.org/drawingml/2006/main" prst="rect">
          <a:avLst/>
        </a:prstGeom>
      </cdr:spPr>
      <cdr:txBody>
        <a:bodyPr xmlns:a="http://schemas.openxmlformats.org/drawingml/2006/main" vert="horz" wrap="none" lIns="91440" tIns="45720" rIns="91440" bIns="45720" rtlCol="0" anchor="ctr">
          <a:no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pPr algn="l"/>
          <a:r>
            <a:rPr lang="en-US" sz="1000" b="1" i="1" dirty="0">
              <a:solidFill>
                <a:srgbClr val="8A1317"/>
              </a:solidFill>
            </a:rPr>
            <a:t>(-12% vs FY24) </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6B849F-FAD7-820B-C672-760E5BC0EA5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4F7D063-D2EC-0390-B524-B70F0A597E4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D64BCF7-5F85-4C45-9353-F22D3F86310E}" type="datetimeFigureOut">
              <a:rPr lang="en-US" smtClean="0"/>
              <a:t>6/10/2026</a:t>
            </a:fld>
            <a:endParaRPr lang="en-US"/>
          </a:p>
        </p:txBody>
      </p:sp>
      <p:sp>
        <p:nvSpPr>
          <p:cNvPr id="4" name="Footer Placeholder 3">
            <a:extLst>
              <a:ext uri="{FF2B5EF4-FFF2-40B4-BE49-F238E27FC236}">
                <a16:creationId xmlns:a16="http://schemas.microsoft.com/office/drawing/2014/main" id="{CAAD5988-0FEA-7AE2-ABA3-563E8F33E92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3AB35C9-25C5-1E06-7E53-D7B4A02B01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3BD73B-74A9-454E-B82B-3B8BEC02049E}" type="slidenum">
              <a:rPr lang="en-US" smtClean="0"/>
              <a:t>‹#›</a:t>
            </a:fld>
            <a:endParaRPr lang="en-US"/>
          </a:p>
        </p:txBody>
      </p:sp>
    </p:spTree>
    <p:extLst>
      <p:ext uri="{BB962C8B-B14F-4D97-AF65-F5344CB8AC3E}">
        <p14:creationId xmlns:p14="http://schemas.microsoft.com/office/powerpoint/2010/main" val="392931029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4.xml"/><Relationship Id="rId4" Type="http://schemas.openxmlformats.org/officeDocument/2006/relationships/image" Target="../media/image17.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slideMaster" Target="../slideMasters/slideMaster7.xml"/><Relationship Id="rId5" Type="http://schemas.openxmlformats.org/officeDocument/2006/relationships/tags" Target="../tags/tag64.xml"/><Relationship Id="rId4" Type="http://schemas.openxmlformats.org/officeDocument/2006/relationships/tags" Target="../tags/tag6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1">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82B9CECE-7D8F-8C4A-AFC6-A963B1F05594}"/>
              </a:ext>
            </a:extLst>
          </p:cNvPr>
          <p:cNvSpPr/>
          <p:nvPr userDrawn="1"/>
        </p:nvSpPr>
        <p:spPr>
          <a:xfrm>
            <a:off x="0" y="61263"/>
            <a:ext cx="255181" cy="849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chemeClr val="accent1"/>
              </a:solidFill>
            </a:endParaRPr>
          </a:p>
        </p:txBody>
      </p:sp>
      <p:sp>
        <p:nvSpPr>
          <p:cNvPr id="10" name="Picture Placeholder 9">
            <a:extLst>
              <a:ext uri="{FF2B5EF4-FFF2-40B4-BE49-F238E27FC236}">
                <a16:creationId xmlns:a16="http://schemas.microsoft.com/office/drawing/2014/main" id="{91E79114-5B74-9547-8292-DAB8965D43FD}"/>
              </a:ext>
            </a:extLst>
          </p:cNvPr>
          <p:cNvSpPr>
            <a:spLocks noGrp="1"/>
          </p:cNvSpPr>
          <p:nvPr>
            <p:ph type="pic" sz="quarter" idx="10"/>
          </p:nvPr>
        </p:nvSpPr>
        <p:spPr>
          <a:xfrm>
            <a:off x="749005" y="506"/>
            <a:ext cx="11459359" cy="3428494"/>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64472"/>
              <a:gd name="connsiteY0" fmla="*/ 0 h 6630428"/>
              <a:gd name="connsiteX1" fmla="*/ 11864472 w 11864472"/>
              <a:gd name="connsiteY1" fmla="*/ 188353 h 6630428"/>
              <a:gd name="connsiteX2" fmla="*/ 11855613 w 11864472"/>
              <a:gd name="connsiteY2" fmla="*/ 6628774 h 6630428"/>
              <a:gd name="connsiteX3" fmla="*/ 579722 w 11864472"/>
              <a:gd name="connsiteY3" fmla="*/ 6630428 h 6630428"/>
              <a:gd name="connsiteX4" fmla="*/ 0 w 11864472"/>
              <a:gd name="connsiteY4" fmla="*/ 6050706 h 6630428"/>
              <a:gd name="connsiteX5" fmla="*/ 0 w 11864472"/>
              <a:gd name="connsiteY5" fmla="*/ 0 h 6630428"/>
              <a:gd name="connsiteX0" fmla="*/ 0 w 11864472"/>
              <a:gd name="connsiteY0" fmla="*/ 13527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527 h 6643955"/>
              <a:gd name="connsiteX0" fmla="*/ 0 w 11864472"/>
              <a:gd name="connsiteY0" fmla="*/ 1319813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19813 h 6643955"/>
              <a:gd name="connsiteX0" fmla="*/ 0 w 11864472"/>
              <a:gd name="connsiteY0" fmla="*/ 135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3527 h 5337669"/>
              <a:gd name="connsiteX0" fmla="*/ 0 w 11864472"/>
              <a:gd name="connsiteY0" fmla="*/ 1652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652 h 5337669"/>
              <a:gd name="connsiteX0" fmla="*/ 0 w 11864472"/>
              <a:gd name="connsiteY0" fmla="*/ 22019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2201927 h 5337669"/>
              <a:gd name="connsiteX0" fmla="*/ 0 w 11864472"/>
              <a:gd name="connsiteY0" fmla="*/ 1652 h 3137394"/>
              <a:gd name="connsiteX1" fmla="*/ 11864472 w 11864472"/>
              <a:gd name="connsiteY1" fmla="*/ 0 h 3137394"/>
              <a:gd name="connsiteX2" fmla="*/ 11855613 w 11864472"/>
              <a:gd name="connsiteY2" fmla="*/ 3135740 h 3137394"/>
              <a:gd name="connsiteX3" fmla="*/ 579722 w 11864472"/>
              <a:gd name="connsiteY3" fmla="*/ 3137394 h 3137394"/>
              <a:gd name="connsiteX4" fmla="*/ 0 w 11864472"/>
              <a:gd name="connsiteY4" fmla="*/ 2557672 h 3137394"/>
              <a:gd name="connsiteX5" fmla="*/ 0 w 11864472"/>
              <a:gd name="connsiteY5" fmla="*/ 1652 h 3137394"/>
              <a:gd name="connsiteX0" fmla="*/ 0 w 11864472"/>
              <a:gd name="connsiteY0" fmla="*/ 0 h 3420555"/>
              <a:gd name="connsiteX1" fmla="*/ 11864472 w 11864472"/>
              <a:gd name="connsiteY1" fmla="*/ 283161 h 3420555"/>
              <a:gd name="connsiteX2" fmla="*/ 11855613 w 11864472"/>
              <a:gd name="connsiteY2" fmla="*/ 3418901 h 3420555"/>
              <a:gd name="connsiteX3" fmla="*/ 579722 w 11864472"/>
              <a:gd name="connsiteY3" fmla="*/ 3420555 h 3420555"/>
              <a:gd name="connsiteX4" fmla="*/ 0 w 11864472"/>
              <a:gd name="connsiteY4" fmla="*/ 2840833 h 3420555"/>
              <a:gd name="connsiteX5" fmla="*/ 0 w 11864472"/>
              <a:gd name="connsiteY5" fmla="*/ 0 h 3420555"/>
              <a:gd name="connsiteX0" fmla="*/ 0 w 11864472"/>
              <a:gd name="connsiteY0" fmla="*/ 1652 h 3422207"/>
              <a:gd name="connsiteX1" fmla="*/ 11864472 w 11864472"/>
              <a:gd name="connsiteY1" fmla="*/ 0 h 3422207"/>
              <a:gd name="connsiteX2" fmla="*/ 11855613 w 11864472"/>
              <a:gd name="connsiteY2" fmla="*/ 3420553 h 3422207"/>
              <a:gd name="connsiteX3" fmla="*/ 579722 w 11864472"/>
              <a:gd name="connsiteY3" fmla="*/ 3422207 h 3422207"/>
              <a:gd name="connsiteX4" fmla="*/ 0 w 11864472"/>
              <a:gd name="connsiteY4" fmla="*/ 2842485 h 3422207"/>
              <a:gd name="connsiteX5" fmla="*/ 0 w 11864472"/>
              <a:gd name="connsiteY5" fmla="*/ 1652 h 3422207"/>
              <a:gd name="connsiteX0" fmla="*/ 0 w 11855613"/>
              <a:gd name="connsiteY0" fmla="*/ 0 h 3420555"/>
              <a:gd name="connsiteX1" fmla="*/ 11834492 w 11855613"/>
              <a:gd name="connsiteY1" fmla="*/ 58309 h 3420555"/>
              <a:gd name="connsiteX2" fmla="*/ 11855613 w 11855613"/>
              <a:gd name="connsiteY2" fmla="*/ 3418901 h 3420555"/>
              <a:gd name="connsiteX3" fmla="*/ 579722 w 11855613"/>
              <a:gd name="connsiteY3" fmla="*/ 3420555 h 3420555"/>
              <a:gd name="connsiteX4" fmla="*/ 0 w 11855613"/>
              <a:gd name="connsiteY4" fmla="*/ 2840833 h 3420555"/>
              <a:gd name="connsiteX5" fmla="*/ 0 w 11855613"/>
              <a:gd name="connsiteY5" fmla="*/ 0 h 3420555"/>
              <a:gd name="connsiteX0" fmla="*/ 0 w 11855613"/>
              <a:gd name="connsiteY0" fmla="*/ 1652 h 3362246"/>
              <a:gd name="connsiteX1" fmla="*/ 11834492 w 11855613"/>
              <a:gd name="connsiteY1" fmla="*/ 0 h 3362246"/>
              <a:gd name="connsiteX2" fmla="*/ 11855613 w 11855613"/>
              <a:gd name="connsiteY2" fmla="*/ 3360592 h 3362246"/>
              <a:gd name="connsiteX3" fmla="*/ 579722 w 11855613"/>
              <a:gd name="connsiteY3" fmla="*/ 3362246 h 3362246"/>
              <a:gd name="connsiteX4" fmla="*/ 0 w 11855613"/>
              <a:gd name="connsiteY4" fmla="*/ 2782524 h 3362246"/>
              <a:gd name="connsiteX5" fmla="*/ 0 w 11855613"/>
              <a:gd name="connsiteY5" fmla="*/ 1652 h 3362246"/>
              <a:gd name="connsiteX0" fmla="*/ 0 w 11864473"/>
              <a:gd name="connsiteY0" fmla="*/ 0 h 3360594"/>
              <a:gd name="connsiteX1" fmla="*/ 11864473 w 11864473"/>
              <a:gd name="connsiteY1" fmla="*/ 13338 h 3360594"/>
              <a:gd name="connsiteX2" fmla="*/ 11855613 w 11864473"/>
              <a:gd name="connsiteY2" fmla="*/ 3358940 h 3360594"/>
              <a:gd name="connsiteX3" fmla="*/ 579722 w 11864473"/>
              <a:gd name="connsiteY3" fmla="*/ 3360594 h 3360594"/>
              <a:gd name="connsiteX4" fmla="*/ 0 w 11864473"/>
              <a:gd name="connsiteY4" fmla="*/ 2780872 h 3360594"/>
              <a:gd name="connsiteX5" fmla="*/ 0 w 11864473"/>
              <a:gd name="connsiteY5" fmla="*/ 0 h 3360594"/>
              <a:gd name="connsiteX0" fmla="*/ 0 w 11864473"/>
              <a:gd name="connsiteY0" fmla="*/ 1652 h 3362246"/>
              <a:gd name="connsiteX1" fmla="*/ 11864473 w 11864473"/>
              <a:gd name="connsiteY1" fmla="*/ 0 h 3362246"/>
              <a:gd name="connsiteX2" fmla="*/ 11855613 w 11864473"/>
              <a:gd name="connsiteY2" fmla="*/ 3360592 h 3362246"/>
              <a:gd name="connsiteX3" fmla="*/ 579722 w 11864473"/>
              <a:gd name="connsiteY3" fmla="*/ 3362246 h 3362246"/>
              <a:gd name="connsiteX4" fmla="*/ 0 w 11864473"/>
              <a:gd name="connsiteY4" fmla="*/ 2782524 h 3362246"/>
              <a:gd name="connsiteX5" fmla="*/ 0 w 11864473"/>
              <a:gd name="connsiteY5" fmla="*/ 1652 h 3362246"/>
              <a:gd name="connsiteX0" fmla="*/ 0 w 11855629"/>
              <a:gd name="connsiteY0" fmla="*/ 1652 h 3362246"/>
              <a:gd name="connsiteX1" fmla="*/ 11459359 w 11855629"/>
              <a:gd name="connsiteY1" fmla="*/ 0 h 3362246"/>
              <a:gd name="connsiteX2" fmla="*/ 11855613 w 11855629"/>
              <a:gd name="connsiteY2" fmla="*/ 3360592 h 3362246"/>
              <a:gd name="connsiteX3" fmla="*/ 579722 w 11855629"/>
              <a:gd name="connsiteY3" fmla="*/ 3362246 h 3362246"/>
              <a:gd name="connsiteX4" fmla="*/ 0 w 11855629"/>
              <a:gd name="connsiteY4" fmla="*/ 2782524 h 3362246"/>
              <a:gd name="connsiteX5" fmla="*/ 0 w 1185562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579722 w 11459359"/>
              <a:gd name="connsiteY3" fmla="*/ 3362246 h 3362246"/>
              <a:gd name="connsiteX4" fmla="*/ 0 w 11459359"/>
              <a:gd name="connsiteY4" fmla="*/ 2782524 h 3362246"/>
              <a:gd name="connsiteX5" fmla="*/ 0 w 11459359"/>
              <a:gd name="connsiteY5" fmla="*/ 1652 h 3362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59359" h="3362246">
                <a:moveTo>
                  <a:pt x="0" y="1652"/>
                </a:moveTo>
                <a:lnTo>
                  <a:pt x="11459359" y="0"/>
                </a:lnTo>
                <a:cubicBezTo>
                  <a:pt x="11456406" y="1115201"/>
                  <a:pt x="11441877" y="2245391"/>
                  <a:pt x="11438924" y="3360592"/>
                </a:cubicBezTo>
                <a:lnTo>
                  <a:pt x="579722" y="3362246"/>
                </a:lnTo>
                <a:cubicBezTo>
                  <a:pt x="259550" y="3362246"/>
                  <a:pt x="0" y="3102696"/>
                  <a:pt x="0" y="2782524"/>
                </a:cubicBezTo>
                <a:lnTo>
                  <a:pt x="0" y="1652"/>
                </a:lnTo>
                <a:close/>
              </a:path>
            </a:pathLst>
          </a:custGeom>
          <a:noFill/>
        </p:spPr>
        <p:txBody>
          <a:bodyPr/>
          <a:lstStyle>
            <a:lvl1pPr marL="0" indent="0">
              <a:buNone/>
              <a:defRPr sz="2400">
                <a:solidFill>
                  <a:schemeClr val="bg1"/>
                </a:solidFill>
              </a:defRPr>
            </a:lvl1pPr>
          </a:lstStyle>
          <a:p>
            <a:r>
              <a:rPr lang="en-US"/>
              <a:t>Click icon to add picture</a:t>
            </a:r>
            <a:endParaRPr lang="en-JP"/>
          </a:p>
        </p:txBody>
      </p:sp>
      <p:pic>
        <p:nvPicPr>
          <p:cNvPr id="18" name="Picture 17" descr="Takeda">
            <a:extLst>
              <a:ext uri="{FF2B5EF4-FFF2-40B4-BE49-F238E27FC236}">
                <a16:creationId xmlns:a16="http://schemas.microsoft.com/office/drawing/2014/main" id="{5F9376FC-2A9F-C644-AD88-C6E1B65B4D9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90516" y="3362752"/>
            <a:ext cx="2251710" cy="1248865"/>
          </a:xfrm>
          <a:prstGeom prst="rect">
            <a:avLst/>
          </a:prstGeom>
        </p:spPr>
      </p:pic>
      <p:sp>
        <p:nvSpPr>
          <p:cNvPr id="15" name="Title 1">
            <a:extLst>
              <a:ext uri="{FF2B5EF4-FFF2-40B4-BE49-F238E27FC236}">
                <a16:creationId xmlns:a16="http://schemas.microsoft.com/office/drawing/2014/main" id="{9F5E8E0A-41D4-8346-9248-0B9AAC71238D}"/>
              </a:ext>
            </a:extLst>
          </p:cNvPr>
          <p:cNvSpPr>
            <a:spLocks noGrp="1"/>
          </p:cNvSpPr>
          <p:nvPr>
            <p:ph type="ctrTitle" hasCustomPrompt="1"/>
          </p:nvPr>
        </p:nvSpPr>
        <p:spPr>
          <a:xfrm>
            <a:off x="1194730" y="3956816"/>
            <a:ext cx="7699670" cy="1015681"/>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a:t>
            </a:r>
            <a:br>
              <a:rPr lang="en-GB"/>
            </a:br>
            <a:r>
              <a:rPr lang="en-GB"/>
              <a:t>Title</a:t>
            </a:r>
          </a:p>
        </p:txBody>
      </p:sp>
      <p:sp>
        <p:nvSpPr>
          <p:cNvPr id="17" name="Rectangle 16">
            <a:extLst>
              <a:ext uri="{FF2B5EF4-FFF2-40B4-BE49-F238E27FC236}">
                <a16:creationId xmlns:a16="http://schemas.microsoft.com/office/drawing/2014/main" id="{F5A63B8E-5554-A04E-B4C5-97ECEE58B6CC}"/>
              </a:ext>
            </a:extLst>
          </p:cNvPr>
          <p:cNvSpPr/>
          <p:nvPr userDrawn="1"/>
        </p:nvSpPr>
        <p:spPr>
          <a:xfrm>
            <a:off x="749005" y="3764031"/>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pic>
        <p:nvPicPr>
          <p:cNvPr id="21" name="Picture 20">
            <a:extLst>
              <a:ext uri="{FF2B5EF4-FFF2-40B4-BE49-F238E27FC236}">
                <a16:creationId xmlns:a16="http://schemas.microsoft.com/office/drawing/2014/main" id="{C2637423-F180-3943-B758-C8CCFA816E0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921" y="6357944"/>
            <a:ext cx="1958578" cy="117462"/>
          </a:xfrm>
          <a:prstGeom prst="rect">
            <a:avLst/>
          </a:prstGeom>
        </p:spPr>
      </p:pic>
      <p:sp>
        <p:nvSpPr>
          <p:cNvPr id="23" name="Text Placeholder 2">
            <a:extLst>
              <a:ext uri="{FF2B5EF4-FFF2-40B4-BE49-F238E27FC236}">
                <a16:creationId xmlns:a16="http://schemas.microsoft.com/office/drawing/2014/main" id="{F7327E43-4F43-914D-BE65-DB0ADB5A5E11}"/>
              </a:ext>
            </a:extLst>
          </p:cNvPr>
          <p:cNvSpPr>
            <a:spLocks noGrp="1"/>
          </p:cNvSpPr>
          <p:nvPr>
            <p:ph type="body" sz="quarter" idx="23" hasCustomPrompt="1"/>
          </p:nvPr>
        </p:nvSpPr>
        <p:spPr>
          <a:xfrm>
            <a:off x="1194728" y="5256031"/>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Title of Position</a:t>
            </a:r>
          </a:p>
        </p:txBody>
      </p:sp>
      <p:sp>
        <p:nvSpPr>
          <p:cNvPr id="24" name="Text Placeholder 2">
            <a:extLst>
              <a:ext uri="{FF2B5EF4-FFF2-40B4-BE49-F238E27FC236}">
                <a16:creationId xmlns:a16="http://schemas.microsoft.com/office/drawing/2014/main" id="{4A23AA60-6137-8841-B2ED-51B2F2E5C1BB}"/>
              </a:ext>
            </a:extLst>
          </p:cNvPr>
          <p:cNvSpPr>
            <a:spLocks noGrp="1"/>
          </p:cNvSpPr>
          <p:nvPr>
            <p:ph type="body" sz="quarter" idx="24" hasCustomPrompt="1"/>
          </p:nvPr>
        </p:nvSpPr>
        <p:spPr>
          <a:xfrm>
            <a:off x="1194728" y="5515045"/>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Department</a:t>
            </a:r>
          </a:p>
        </p:txBody>
      </p:sp>
      <p:sp>
        <p:nvSpPr>
          <p:cNvPr id="25" name="Text Placeholder 2">
            <a:extLst>
              <a:ext uri="{FF2B5EF4-FFF2-40B4-BE49-F238E27FC236}">
                <a16:creationId xmlns:a16="http://schemas.microsoft.com/office/drawing/2014/main" id="{BB4FEAB2-22C6-3446-B4D2-5B610A729BCC}"/>
              </a:ext>
            </a:extLst>
          </p:cNvPr>
          <p:cNvSpPr>
            <a:spLocks noGrp="1"/>
          </p:cNvSpPr>
          <p:nvPr>
            <p:ph type="body" sz="quarter" idx="25" hasCustomPrompt="1"/>
          </p:nvPr>
        </p:nvSpPr>
        <p:spPr>
          <a:xfrm>
            <a:off x="1194728" y="5769532"/>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Date</a:t>
            </a:r>
          </a:p>
        </p:txBody>
      </p:sp>
      <p:sp>
        <p:nvSpPr>
          <p:cNvPr id="28" name="Text Placeholder 2">
            <a:extLst>
              <a:ext uri="{FF2B5EF4-FFF2-40B4-BE49-F238E27FC236}">
                <a16:creationId xmlns:a16="http://schemas.microsoft.com/office/drawing/2014/main" id="{4085F378-E668-A648-B7B1-8C76C309ED6D}"/>
              </a:ext>
            </a:extLst>
          </p:cNvPr>
          <p:cNvSpPr>
            <a:spLocks noGrp="1"/>
          </p:cNvSpPr>
          <p:nvPr>
            <p:ph type="body" sz="quarter" idx="26" hasCustomPrompt="1"/>
          </p:nvPr>
        </p:nvSpPr>
        <p:spPr>
          <a:xfrm>
            <a:off x="1194728" y="4997510"/>
            <a:ext cx="7699670" cy="234001"/>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Presenter Name</a:t>
            </a:r>
          </a:p>
        </p:txBody>
      </p:sp>
      <p:sp>
        <p:nvSpPr>
          <p:cNvPr id="13" name="Text Placeholder 2">
            <a:extLst>
              <a:ext uri="{FF2B5EF4-FFF2-40B4-BE49-F238E27FC236}">
                <a16:creationId xmlns:a16="http://schemas.microsoft.com/office/drawing/2014/main" id="{C1E31EF6-BED5-C14F-94AD-4E5C55B85515}"/>
              </a:ext>
            </a:extLst>
          </p:cNvPr>
          <p:cNvSpPr>
            <a:spLocks noGrp="1"/>
          </p:cNvSpPr>
          <p:nvPr>
            <p:ph type="body" sz="quarter" idx="16" hasCustomPrompt="1"/>
          </p:nvPr>
        </p:nvSpPr>
        <p:spPr>
          <a:xfrm>
            <a:off x="1194728" y="6027352"/>
            <a:ext cx="7699670" cy="234001"/>
          </a:xfrm>
        </p:spPr>
        <p:txBody>
          <a:bodyPr tIns="0" rIns="0" bIns="0" anchor="ctr" anchorCtr="0">
            <a:no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800"/>
            </a:lvl1pPr>
            <a:lvl2pPr>
              <a:defRPr sz="800"/>
            </a:lvl2pPr>
            <a:lvl3pPr>
              <a:defRPr sz="800"/>
            </a:lvl3pPr>
            <a:lvl4pPr>
              <a:defRPr sz="800"/>
            </a:lvl4pPr>
            <a:lvl5pPr>
              <a:defRPr sz="800"/>
            </a:lvl5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US"/>
              <a:t>Private and confidential. For internal use only.</a:t>
            </a:r>
          </a:p>
        </p:txBody>
      </p:sp>
    </p:spTree>
    <p:extLst>
      <p:ext uri="{BB962C8B-B14F-4D97-AF65-F5344CB8AC3E}">
        <p14:creationId xmlns:p14="http://schemas.microsoft.com/office/powerpoint/2010/main" val="1162957691"/>
      </p:ext>
    </p:extLst>
  </p:cSld>
  <p:clrMapOvr>
    <a:masterClrMapping/>
  </p:clrMapOvr>
  <p:transition spd="slow">
    <p:push dir="u"/>
  </p:transition>
  <p:extLst>
    <p:ext uri="{DCECCB84-F9BA-43D5-87BE-67443E8EF086}">
      <p15:sldGuideLst xmlns:p15="http://schemas.microsoft.com/office/powerpoint/2012/main">
        <p15:guide id="1" orient="horz" pos="4065">
          <p15:clr>
            <a:srgbClr val="FBAE40"/>
          </p15:clr>
        </p15:guide>
        <p15:guide id="2" orient="horz" pos="2364">
          <p15:clr>
            <a:srgbClr val="FBAE40"/>
          </p15:clr>
        </p15:guide>
        <p15:guide id="3"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Page 2 ">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6862150" cy="1125969"/>
          </a:xfrm>
          <a:prstGeom prst="rect">
            <a:avLst/>
          </a:prstGeom>
        </p:spPr>
        <p:txBody>
          <a:bodyPr wrap="square" lIns="0" tIns="0" rIns="0" bIns="0" anchor="t"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title</a:t>
            </a:r>
          </a:p>
        </p:txBody>
      </p:sp>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sp>
        <p:nvSpPr>
          <p:cNvPr id="29" name="Text Placeholder 2">
            <a:extLst>
              <a:ext uri="{FF2B5EF4-FFF2-40B4-BE49-F238E27FC236}">
                <a16:creationId xmlns:a16="http://schemas.microsoft.com/office/drawing/2014/main" id="{8F239D86-1AC3-1D48-9675-22CEFBB263F8}"/>
              </a:ext>
            </a:extLst>
          </p:cNvPr>
          <p:cNvSpPr>
            <a:spLocks noGrp="1"/>
          </p:cNvSpPr>
          <p:nvPr>
            <p:ph type="body" sz="quarter" idx="27" hasCustomPrompt="1"/>
          </p:nvPr>
        </p:nvSpPr>
        <p:spPr>
          <a:xfrm>
            <a:off x="1194729" y="3835926"/>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Title of Position</a:t>
            </a:r>
          </a:p>
        </p:txBody>
      </p:sp>
      <p:sp>
        <p:nvSpPr>
          <p:cNvPr id="30" name="Text Placeholder 2">
            <a:extLst>
              <a:ext uri="{FF2B5EF4-FFF2-40B4-BE49-F238E27FC236}">
                <a16:creationId xmlns:a16="http://schemas.microsoft.com/office/drawing/2014/main" id="{91BF6710-27B9-2444-8317-2C64F0D30847}"/>
              </a:ext>
            </a:extLst>
          </p:cNvPr>
          <p:cNvSpPr>
            <a:spLocks noGrp="1"/>
          </p:cNvSpPr>
          <p:nvPr>
            <p:ph type="body" sz="quarter" idx="28" hasCustomPrompt="1"/>
          </p:nvPr>
        </p:nvSpPr>
        <p:spPr>
          <a:xfrm>
            <a:off x="1194729" y="4094940"/>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Department</a:t>
            </a:r>
          </a:p>
        </p:txBody>
      </p:sp>
      <p:sp>
        <p:nvSpPr>
          <p:cNvPr id="31" name="Text Placeholder 2">
            <a:extLst>
              <a:ext uri="{FF2B5EF4-FFF2-40B4-BE49-F238E27FC236}">
                <a16:creationId xmlns:a16="http://schemas.microsoft.com/office/drawing/2014/main" id="{669B2D41-B11D-9D45-B189-F838AC342B07}"/>
              </a:ext>
            </a:extLst>
          </p:cNvPr>
          <p:cNvSpPr>
            <a:spLocks noGrp="1"/>
          </p:cNvSpPr>
          <p:nvPr>
            <p:ph type="body" sz="quarter" idx="29" hasCustomPrompt="1"/>
          </p:nvPr>
        </p:nvSpPr>
        <p:spPr>
          <a:xfrm>
            <a:off x="1194729" y="4349427"/>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Date</a:t>
            </a:r>
          </a:p>
        </p:txBody>
      </p:sp>
      <p:sp>
        <p:nvSpPr>
          <p:cNvPr id="32" name="Text Placeholder 2">
            <a:extLst>
              <a:ext uri="{FF2B5EF4-FFF2-40B4-BE49-F238E27FC236}">
                <a16:creationId xmlns:a16="http://schemas.microsoft.com/office/drawing/2014/main" id="{D7467C81-9D88-4140-B42C-28DFB5646475}"/>
              </a:ext>
            </a:extLst>
          </p:cNvPr>
          <p:cNvSpPr>
            <a:spLocks noGrp="1"/>
          </p:cNvSpPr>
          <p:nvPr>
            <p:ph type="body" sz="quarter" idx="30" hasCustomPrompt="1"/>
          </p:nvPr>
        </p:nvSpPr>
        <p:spPr>
          <a:xfrm>
            <a:off x="1194729" y="3577405"/>
            <a:ext cx="6862150" cy="263075"/>
          </a:xfrm>
          <a:prstGeom prst="rect">
            <a:avLst/>
          </a:prstGeom>
        </p:spPr>
        <p:txBody>
          <a:bodyPr lIns="0" tIns="0" rIns="0" bIns="0">
            <a:noAutofit/>
          </a:bodyPr>
          <a:lstStyle>
            <a:lvl1pPr marL="0" indent="0">
              <a:buNone/>
              <a:defRPr sz="1400" b="0" i="0">
                <a:solidFill>
                  <a:schemeClr val="tx1"/>
                </a:solidFill>
                <a:latin typeface="Calibri" panose="020F0502020204030204" pitchFamily="34" charset="0"/>
                <a:cs typeface="Calibri" panose="020F0502020204030204" pitchFamily="34" charset="0"/>
              </a:defRPr>
            </a:lvl1pPr>
            <a:lvl2pPr marL="457068" indent="0">
              <a:buNone/>
              <a:defRPr sz="1400">
                <a:solidFill>
                  <a:schemeClr val="tx1"/>
                </a:solidFill>
              </a:defRPr>
            </a:lvl2pPr>
            <a:lvl3pPr marL="914149" indent="0">
              <a:buNone/>
              <a:defRPr sz="1400">
                <a:solidFill>
                  <a:schemeClr val="tx1"/>
                </a:solidFill>
              </a:defRPr>
            </a:lvl3pPr>
            <a:lvl4pPr marL="1371219" indent="0">
              <a:buNone/>
              <a:defRPr sz="1400">
                <a:solidFill>
                  <a:schemeClr val="tx1"/>
                </a:solidFill>
              </a:defRPr>
            </a:lvl4pPr>
            <a:lvl5pPr marL="1828290" indent="0">
              <a:buNone/>
              <a:defRPr sz="1400">
                <a:solidFill>
                  <a:schemeClr val="tx1"/>
                </a:solidFill>
              </a:defRPr>
            </a:lvl5pPr>
          </a:lstStyle>
          <a:p>
            <a:pPr lvl="0"/>
            <a:r>
              <a:rPr lang="en-US"/>
              <a:t>Presenter Name</a:t>
            </a:r>
          </a:p>
        </p:txBody>
      </p:sp>
      <p:pic>
        <p:nvPicPr>
          <p:cNvPr id="12" name="Picture 11">
            <a:extLst>
              <a:ext uri="{FF2B5EF4-FFF2-40B4-BE49-F238E27FC236}">
                <a16:creationId xmlns:a16="http://schemas.microsoft.com/office/drawing/2014/main" id="{16819C41-2A79-B54D-9C44-C619DA694E6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571921" y="6357944"/>
            <a:ext cx="1958578" cy="117462"/>
          </a:xfrm>
          <a:prstGeom prst="rect">
            <a:avLst/>
          </a:prstGeom>
        </p:spPr>
      </p:pic>
      <p:pic>
        <p:nvPicPr>
          <p:cNvPr id="13" name="Picture 12">
            <a:extLst>
              <a:ext uri="{FF2B5EF4-FFF2-40B4-BE49-F238E27FC236}">
                <a16:creationId xmlns:a16="http://schemas.microsoft.com/office/drawing/2014/main" id="{3D2794BD-1A0D-7D48-855D-469111926BF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790516" y="-8600"/>
            <a:ext cx="2251710" cy="1248865"/>
          </a:xfrm>
          <a:prstGeom prst="rect">
            <a:avLst/>
          </a:prstGeom>
        </p:spPr>
      </p:pic>
      <p:sp>
        <p:nvSpPr>
          <p:cNvPr id="14" name="Text Placeholder 2">
            <a:extLst>
              <a:ext uri="{FF2B5EF4-FFF2-40B4-BE49-F238E27FC236}">
                <a16:creationId xmlns:a16="http://schemas.microsoft.com/office/drawing/2014/main" id="{B9909778-A51F-784D-ACA4-EC5DBA48BE16}"/>
              </a:ext>
            </a:extLst>
          </p:cNvPr>
          <p:cNvSpPr>
            <a:spLocks noGrp="1"/>
          </p:cNvSpPr>
          <p:nvPr>
            <p:ph type="body" sz="quarter" idx="16" hasCustomPrompt="1"/>
          </p:nvPr>
        </p:nvSpPr>
        <p:spPr>
          <a:xfrm>
            <a:off x="1194729" y="6319955"/>
            <a:ext cx="7699670" cy="234001"/>
          </a:xfrm>
        </p:spPr>
        <p:txBody>
          <a:bodyPr tIns="0" rIns="0" bIns="0" anchor="ctr" anchorCtr="0">
            <a:noAutofit/>
          </a:bodyPr>
          <a:lstStyle>
            <a:lvl1pPr marL="0" marR="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sz="800"/>
            </a:lvl1pPr>
            <a:lvl2pPr>
              <a:defRPr sz="800"/>
            </a:lvl2pPr>
            <a:lvl3pPr>
              <a:defRPr sz="800"/>
            </a:lvl3pPr>
            <a:lvl4pPr>
              <a:defRPr sz="800"/>
            </a:lvl4pPr>
            <a:lvl5pPr>
              <a:defRPr sz="800"/>
            </a:lvl5pPr>
          </a:lstStyle>
          <a:p>
            <a:pPr marL="0" marR="0" lvl="0" indent="0" algn="l" defTabSz="914150" rtl="0" eaLnBrk="1" fontAlgn="auto" latinLnBrk="0" hangingPunct="1">
              <a:lnSpc>
                <a:spcPct val="100000"/>
              </a:lnSpc>
              <a:spcBef>
                <a:spcPct val="20000"/>
              </a:spcBef>
              <a:spcAft>
                <a:spcPts val="0"/>
              </a:spcAft>
              <a:buClr>
                <a:srgbClr val="4C4948"/>
              </a:buClr>
              <a:buSzTx/>
              <a:buFont typeface="Arial" panose="020B0604020202020204" pitchFamily="34" charset="0"/>
              <a:buNone/>
              <a:tabLst/>
              <a:defRPr/>
            </a:pPr>
            <a:r>
              <a:rPr lang="en-US"/>
              <a:t>Private and confidential. For internal use only.</a:t>
            </a:r>
          </a:p>
        </p:txBody>
      </p:sp>
    </p:spTree>
    <p:extLst>
      <p:ext uri="{BB962C8B-B14F-4D97-AF65-F5344CB8AC3E}">
        <p14:creationId xmlns:p14="http://schemas.microsoft.com/office/powerpoint/2010/main" val="3798732049"/>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ndard 2-Column Text">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1102385"/>
            <a:ext cx="11569700" cy="5328857"/>
          </a:xfrm>
          <a:prstGeom prst="rect">
            <a:avLst/>
          </a:prstGeom>
        </p:spPr>
        <p:txBody>
          <a:bodyPr tIns="0" rIns="0" bIns="0" numCol="2" spcCol="540000">
            <a:normAutofit/>
          </a:bodyPr>
          <a:lstStyle>
            <a:lvl1pPr marL="0" indent="0">
              <a:lnSpc>
                <a:spcPct val="100000"/>
              </a:lnSpc>
              <a:spcBef>
                <a:spcPts val="0"/>
              </a:spcBef>
              <a:spcAft>
                <a:spcPts val="600"/>
              </a:spcAft>
              <a:buFont typeface="Arial" panose="020B0604020202020204" pitchFamily="34" charset="0"/>
              <a:buNone/>
              <a:defRPr sz="16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a two-column layout. Click to add content. </a:t>
            </a:r>
          </a:p>
        </p:txBody>
      </p:sp>
      <p:sp>
        <p:nvSpPr>
          <p:cNvPr id="19" name="Footer Placeholder 8">
            <a:extLst>
              <a:ext uri="{FF2B5EF4-FFF2-40B4-BE49-F238E27FC236}">
                <a16:creationId xmlns:a16="http://schemas.microsoft.com/office/drawing/2014/main" id="{CDA06C55-0643-C148-AAB1-C4BB26FD7B26}"/>
              </a:ext>
            </a:extLst>
          </p:cNvPr>
          <p:cNvSpPr>
            <a:spLocks noGrp="1"/>
          </p:cNvSpPr>
          <p:nvPr>
            <p:ph type="ftr" sz="quarter" idx="3"/>
          </p:nvPr>
        </p:nvSpPr>
        <p:spPr>
          <a:xfrm>
            <a:off x="7766050" y="6523001"/>
            <a:ext cx="4114800" cy="196131"/>
          </a:xfrm>
          <a:prstGeom prst="rect">
            <a:avLst/>
          </a:prstGeom>
        </p:spPr>
        <p:txBody>
          <a:bodyPr vert="horz" lIns="0" tIns="0" rIns="0" bIns="0" rtlCol="0" anchor="ctr"/>
          <a:lstStyle>
            <a:lvl1pPr algn="r">
              <a:defRPr sz="800" b="1" spc="100" baseline="0">
                <a:solidFill>
                  <a:schemeClr val="tx1"/>
                </a:solidFill>
              </a:defRPr>
            </a:lvl1pPr>
          </a:lstStyle>
          <a:p>
            <a:endParaRPr lang="en-JP"/>
          </a:p>
        </p:txBody>
      </p:sp>
      <p:pic>
        <p:nvPicPr>
          <p:cNvPr id="14" name="Picture 13" descr="Takeda">
            <a:extLst>
              <a:ext uri="{FF2B5EF4-FFF2-40B4-BE49-F238E27FC236}">
                <a16:creationId xmlns:a16="http://schemas.microsoft.com/office/drawing/2014/main" id="{A75F5BF7-D49E-8A49-AE81-CB31E57D5A7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Two-column layout. Click to add title</a:t>
            </a:r>
            <a:endParaRPr kumimoji="1" lang="ja-JP" altLang="en-US"/>
          </a:p>
        </p:txBody>
      </p:sp>
      <p:sp>
        <p:nvSpPr>
          <p:cNvPr id="13" name="Rectangle 12">
            <a:extLst>
              <a:ext uri="{FF2B5EF4-FFF2-40B4-BE49-F238E27FC236}">
                <a16:creationId xmlns:a16="http://schemas.microsoft.com/office/drawing/2014/main" id="{F49634AC-7DDA-D44D-88DB-5850289DD643}"/>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0" name="スライド番号プレースホルダ 5">
            <a:extLst>
              <a:ext uri="{FF2B5EF4-FFF2-40B4-BE49-F238E27FC236}">
                <a16:creationId xmlns:a16="http://schemas.microsoft.com/office/drawing/2014/main" id="{E22A984C-7436-8C4C-83C8-F2AD67592041}"/>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1" name="Text Placeholder 6">
            <a:extLst>
              <a:ext uri="{FF2B5EF4-FFF2-40B4-BE49-F238E27FC236}">
                <a16:creationId xmlns:a16="http://schemas.microsoft.com/office/drawing/2014/main" id="{0A6720AD-4FA4-A146-AEEB-A4E558BAA3EA}"/>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Tree>
    <p:extLst>
      <p:ext uri="{BB962C8B-B14F-4D97-AF65-F5344CB8AC3E}">
        <p14:creationId xmlns:p14="http://schemas.microsoft.com/office/powerpoint/2010/main" val="1063471269"/>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Title Page">
    <p:spTree>
      <p:nvGrpSpPr>
        <p:cNvPr id="1" name=""/>
        <p:cNvGrpSpPr/>
        <p:nvPr/>
      </p:nvGrpSpPr>
      <p:grpSpPr>
        <a:xfrm>
          <a:off x="0" y="0"/>
          <a:ext cx="0" cy="0"/>
          <a:chOff x="0" y="0"/>
          <a:chExt cx="0" cy="0"/>
        </a:xfrm>
      </p:grpSpPr>
      <p:sp>
        <p:nvSpPr>
          <p:cNvPr id="33" name="Title 1">
            <a:extLst>
              <a:ext uri="{FF2B5EF4-FFF2-40B4-BE49-F238E27FC236}">
                <a16:creationId xmlns:a16="http://schemas.microsoft.com/office/drawing/2014/main" id="{E02383DA-65B3-044E-9E1B-2CC00A0B1CC6}"/>
              </a:ext>
            </a:extLst>
          </p:cNvPr>
          <p:cNvSpPr>
            <a:spLocks noGrp="1"/>
          </p:cNvSpPr>
          <p:nvPr>
            <p:ph type="ctrTitle" hasCustomPrompt="1"/>
          </p:nvPr>
        </p:nvSpPr>
        <p:spPr>
          <a:xfrm>
            <a:off x="1194730" y="2303030"/>
            <a:ext cx="4354731" cy="2279130"/>
          </a:xfrm>
          <a:prstGeom prst="rect">
            <a:avLst/>
          </a:prstGeom>
        </p:spPr>
        <p:txBody>
          <a:bodyPr wrap="square" lIns="0" tIns="0" rIns="0" bIns="0" anchor="ctr" anchorCtr="0">
            <a:normAutofit/>
          </a:bodyPr>
          <a:lstStyle>
            <a:lvl1pPr>
              <a:lnSpc>
                <a:spcPts val="3800"/>
              </a:lnSpc>
              <a:defRPr sz="3600" b="1" i="0" baseline="0">
                <a:solidFill>
                  <a:schemeClr val="tx1"/>
                </a:solidFill>
                <a:latin typeface="Calibri" panose="020F0502020204030204" pitchFamily="34" charset="0"/>
                <a:ea typeface="メイリオ" pitchFamily="50" charset="-128"/>
                <a:cs typeface="Calibri" pitchFamily="34" charset="0"/>
              </a:defRPr>
            </a:lvl1pPr>
          </a:lstStyle>
          <a:p>
            <a:r>
              <a:rPr lang="en-GB"/>
              <a:t>Click to add section title</a:t>
            </a:r>
          </a:p>
        </p:txBody>
      </p:sp>
      <p:sp>
        <p:nvSpPr>
          <p:cNvPr id="28" name="Rectangle 27">
            <a:extLst>
              <a:ext uri="{FF2B5EF4-FFF2-40B4-BE49-F238E27FC236}">
                <a16:creationId xmlns:a16="http://schemas.microsoft.com/office/drawing/2014/main" id="{92F9C2FE-7E43-3948-92F0-0CEA804BDBFE}"/>
              </a:ext>
            </a:extLst>
          </p:cNvPr>
          <p:cNvSpPr/>
          <p:nvPr userDrawn="1"/>
        </p:nvSpPr>
        <p:spPr>
          <a:xfrm>
            <a:off x="749005" y="2110246"/>
            <a:ext cx="97200" cy="27071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sp>
        <p:nvSpPr>
          <p:cNvPr id="13" name="Picture Placeholder 9">
            <a:extLst>
              <a:ext uri="{FF2B5EF4-FFF2-40B4-BE49-F238E27FC236}">
                <a16:creationId xmlns:a16="http://schemas.microsoft.com/office/drawing/2014/main" id="{46656F8F-0621-5F47-BF80-4A4E365A2D91}"/>
              </a:ext>
            </a:extLst>
          </p:cNvPr>
          <p:cNvSpPr>
            <a:spLocks noGrp="1"/>
          </p:cNvSpPr>
          <p:nvPr>
            <p:ph type="pic" sz="quarter" idx="10"/>
          </p:nvPr>
        </p:nvSpPr>
        <p:spPr>
          <a:xfrm>
            <a:off x="6642541" y="-1"/>
            <a:ext cx="5565823" cy="6416675"/>
          </a:xfrm>
          <a:custGeom>
            <a:avLst/>
            <a:gdLst>
              <a:gd name="connsiteX0" fmla="*/ 0 w 10888662"/>
              <a:gd name="connsiteY0" fmla="*/ 579722 h 6442075"/>
              <a:gd name="connsiteX1" fmla="*/ 579722 w 10888662"/>
              <a:gd name="connsiteY1" fmla="*/ 0 h 6442075"/>
              <a:gd name="connsiteX2" fmla="*/ 10308940 w 10888662"/>
              <a:gd name="connsiteY2" fmla="*/ 0 h 6442075"/>
              <a:gd name="connsiteX3" fmla="*/ 10888662 w 10888662"/>
              <a:gd name="connsiteY3" fmla="*/ 579722 h 6442075"/>
              <a:gd name="connsiteX4" fmla="*/ 10888662 w 10888662"/>
              <a:gd name="connsiteY4" fmla="*/ 5862353 h 6442075"/>
              <a:gd name="connsiteX5" fmla="*/ 10308940 w 10888662"/>
              <a:gd name="connsiteY5" fmla="*/ 6442075 h 6442075"/>
              <a:gd name="connsiteX6" fmla="*/ 579722 w 10888662"/>
              <a:gd name="connsiteY6" fmla="*/ 6442075 h 6442075"/>
              <a:gd name="connsiteX7" fmla="*/ 0 w 10888662"/>
              <a:gd name="connsiteY7" fmla="*/ 5862353 h 6442075"/>
              <a:gd name="connsiteX8" fmla="*/ 0 w 10888662"/>
              <a:gd name="connsiteY8" fmla="*/ 579722 h 6442075"/>
              <a:gd name="connsiteX0" fmla="*/ 0 w 10888662"/>
              <a:gd name="connsiteY0" fmla="*/ 659657 h 6522010"/>
              <a:gd name="connsiteX1" fmla="*/ 10308940 w 10888662"/>
              <a:gd name="connsiteY1" fmla="*/ 79935 h 6522010"/>
              <a:gd name="connsiteX2" fmla="*/ 10888662 w 10888662"/>
              <a:gd name="connsiteY2" fmla="*/ 659657 h 6522010"/>
              <a:gd name="connsiteX3" fmla="*/ 10888662 w 10888662"/>
              <a:gd name="connsiteY3" fmla="*/ 5942288 h 6522010"/>
              <a:gd name="connsiteX4" fmla="*/ 10308940 w 10888662"/>
              <a:gd name="connsiteY4" fmla="*/ 6522010 h 6522010"/>
              <a:gd name="connsiteX5" fmla="*/ 579722 w 10888662"/>
              <a:gd name="connsiteY5" fmla="*/ 6522010 h 6522010"/>
              <a:gd name="connsiteX6" fmla="*/ 0 w 10888662"/>
              <a:gd name="connsiteY6" fmla="*/ 5942288 h 6522010"/>
              <a:gd name="connsiteX7" fmla="*/ 0 w 10888662"/>
              <a:gd name="connsiteY7" fmla="*/ 659657 h 6522010"/>
              <a:gd name="connsiteX0" fmla="*/ 0 w 10888662"/>
              <a:gd name="connsiteY0" fmla="*/ 579722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579722 h 6442075"/>
              <a:gd name="connsiteX0" fmla="*/ 0 w 10888662"/>
              <a:gd name="connsiteY0" fmla="*/ 129257 h 6569679"/>
              <a:gd name="connsiteX1" fmla="*/ 10308940 w 10888662"/>
              <a:gd name="connsiteY1" fmla="*/ 127604 h 6569679"/>
              <a:gd name="connsiteX2" fmla="*/ 10888662 w 10888662"/>
              <a:gd name="connsiteY2" fmla="*/ 707326 h 6569679"/>
              <a:gd name="connsiteX3" fmla="*/ 10888662 w 10888662"/>
              <a:gd name="connsiteY3" fmla="*/ 5989957 h 6569679"/>
              <a:gd name="connsiteX4" fmla="*/ 10308940 w 10888662"/>
              <a:gd name="connsiteY4" fmla="*/ 6569679 h 6569679"/>
              <a:gd name="connsiteX5" fmla="*/ 579722 w 10888662"/>
              <a:gd name="connsiteY5" fmla="*/ 6569679 h 6569679"/>
              <a:gd name="connsiteX6" fmla="*/ 0 w 10888662"/>
              <a:gd name="connsiteY6" fmla="*/ 5989957 h 6569679"/>
              <a:gd name="connsiteX7" fmla="*/ 0 w 10888662"/>
              <a:gd name="connsiteY7" fmla="*/ 129257 h 6569679"/>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10308940 w 10888662"/>
              <a:gd name="connsiteY4" fmla="*/ 64420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9657299 w 10888662"/>
              <a:gd name="connsiteY4" fmla="*/ 5527675 h 6442075"/>
              <a:gd name="connsiteX5" fmla="*/ 579722 w 10888662"/>
              <a:gd name="connsiteY5" fmla="*/ 6442075 h 6442075"/>
              <a:gd name="connsiteX6" fmla="*/ 0 w 10888662"/>
              <a:gd name="connsiteY6" fmla="*/ 5862353 h 6442075"/>
              <a:gd name="connsiteX7" fmla="*/ 0 w 10888662"/>
              <a:gd name="connsiteY7" fmla="*/ 1653 h 6442075"/>
              <a:gd name="connsiteX0" fmla="*/ 0 w 10888662"/>
              <a:gd name="connsiteY0" fmla="*/ 1653 h 6522010"/>
              <a:gd name="connsiteX1" fmla="*/ 10308940 w 10888662"/>
              <a:gd name="connsiteY1" fmla="*/ 0 h 6522010"/>
              <a:gd name="connsiteX2" fmla="*/ 10888662 w 10888662"/>
              <a:gd name="connsiteY2" fmla="*/ 579722 h 6522010"/>
              <a:gd name="connsiteX3" fmla="*/ 10888662 w 10888662"/>
              <a:gd name="connsiteY3" fmla="*/ 5862353 h 6522010"/>
              <a:gd name="connsiteX4" fmla="*/ 579722 w 10888662"/>
              <a:gd name="connsiteY4" fmla="*/ 6442075 h 6522010"/>
              <a:gd name="connsiteX5" fmla="*/ 0 w 10888662"/>
              <a:gd name="connsiteY5" fmla="*/ 5862353 h 6522010"/>
              <a:gd name="connsiteX6" fmla="*/ 0 w 10888662"/>
              <a:gd name="connsiteY6" fmla="*/ 1653 h 6522010"/>
              <a:gd name="connsiteX0" fmla="*/ 0 w 10888662"/>
              <a:gd name="connsiteY0" fmla="*/ 1653 h 6442075"/>
              <a:gd name="connsiteX1" fmla="*/ 10308940 w 10888662"/>
              <a:gd name="connsiteY1" fmla="*/ 0 h 6442075"/>
              <a:gd name="connsiteX2" fmla="*/ 10888662 w 10888662"/>
              <a:gd name="connsiteY2" fmla="*/ 579722 h 6442075"/>
              <a:gd name="connsiteX3" fmla="*/ 10888662 w 10888662"/>
              <a:gd name="connsiteY3" fmla="*/ 5862353 h 6442075"/>
              <a:gd name="connsiteX4" fmla="*/ 579722 w 10888662"/>
              <a:gd name="connsiteY4" fmla="*/ 6442075 h 6442075"/>
              <a:gd name="connsiteX5" fmla="*/ 0 w 10888662"/>
              <a:gd name="connsiteY5" fmla="*/ 5862353 h 6442075"/>
              <a:gd name="connsiteX6" fmla="*/ 0 w 10888662"/>
              <a:gd name="connsiteY6" fmla="*/ 1653 h 6442075"/>
              <a:gd name="connsiteX0" fmla="*/ 0 w 10888662"/>
              <a:gd name="connsiteY0" fmla="*/ 1653 h 6585432"/>
              <a:gd name="connsiteX1" fmla="*/ 10308940 w 10888662"/>
              <a:gd name="connsiteY1" fmla="*/ 0 h 6585432"/>
              <a:gd name="connsiteX2" fmla="*/ 10888662 w 10888662"/>
              <a:gd name="connsiteY2" fmla="*/ 579722 h 6585432"/>
              <a:gd name="connsiteX3" fmla="*/ 10878151 w 10888662"/>
              <a:gd name="connsiteY3" fmla="*/ 6461442 h 6585432"/>
              <a:gd name="connsiteX4" fmla="*/ 579722 w 10888662"/>
              <a:gd name="connsiteY4" fmla="*/ 6442075 h 6585432"/>
              <a:gd name="connsiteX5" fmla="*/ 0 w 10888662"/>
              <a:gd name="connsiteY5" fmla="*/ 5862353 h 6585432"/>
              <a:gd name="connsiteX6" fmla="*/ 0 w 10888662"/>
              <a:gd name="connsiteY6" fmla="*/ 1653 h 6585432"/>
              <a:gd name="connsiteX0" fmla="*/ 0 w 10888662"/>
              <a:gd name="connsiteY0" fmla="*/ 1653 h 6577502"/>
              <a:gd name="connsiteX1" fmla="*/ 10308940 w 10888662"/>
              <a:gd name="connsiteY1" fmla="*/ 0 h 6577502"/>
              <a:gd name="connsiteX2" fmla="*/ 10888662 w 10888662"/>
              <a:gd name="connsiteY2" fmla="*/ 579722 h 6577502"/>
              <a:gd name="connsiteX3" fmla="*/ 10878151 w 10888662"/>
              <a:gd name="connsiteY3" fmla="*/ 6450932 h 6577502"/>
              <a:gd name="connsiteX4" fmla="*/ 579722 w 10888662"/>
              <a:gd name="connsiteY4" fmla="*/ 6442075 h 6577502"/>
              <a:gd name="connsiteX5" fmla="*/ 0 w 10888662"/>
              <a:gd name="connsiteY5" fmla="*/ 5862353 h 6577502"/>
              <a:gd name="connsiteX6" fmla="*/ 0 w 10888662"/>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577502"/>
              <a:gd name="connsiteX1" fmla="*/ 10308940 w 11750094"/>
              <a:gd name="connsiteY1" fmla="*/ 0 h 6577502"/>
              <a:gd name="connsiteX2" fmla="*/ 10888662 w 11750094"/>
              <a:gd name="connsiteY2" fmla="*/ 579722 h 6577502"/>
              <a:gd name="connsiteX3" fmla="*/ 10878151 w 11750094"/>
              <a:gd name="connsiteY3" fmla="*/ 6450932 h 6577502"/>
              <a:gd name="connsiteX4" fmla="*/ 579722 w 11750094"/>
              <a:gd name="connsiteY4" fmla="*/ 6442075 h 6577502"/>
              <a:gd name="connsiteX5" fmla="*/ 0 w 11750094"/>
              <a:gd name="connsiteY5" fmla="*/ 5862353 h 6577502"/>
              <a:gd name="connsiteX6" fmla="*/ 0 w 11750094"/>
              <a:gd name="connsiteY6" fmla="*/ 1653 h 657750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1750094"/>
              <a:gd name="connsiteY0" fmla="*/ 1653 h 6450932"/>
              <a:gd name="connsiteX1" fmla="*/ 10308940 w 11750094"/>
              <a:gd name="connsiteY1" fmla="*/ 0 h 6450932"/>
              <a:gd name="connsiteX2" fmla="*/ 10888662 w 11750094"/>
              <a:gd name="connsiteY2" fmla="*/ 579722 h 6450932"/>
              <a:gd name="connsiteX3" fmla="*/ 10878151 w 11750094"/>
              <a:gd name="connsiteY3" fmla="*/ 6450932 h 6450932"/>
              <a:gd name="connsiteX4" fmla="*/ 579722 w 11750094"/>
              <a:gd name="connsiteY4" fmla="*/ 6442075 h 6450932"/>
              <a:gd name="connsiteX5" fmla="*/ 0 w 11750094"/>
              <a:gd name="connsiteY5" fmla="*/ 5862353 h 6450932"/>
              <a:gd name="connsiteX6" fmla="*/ 0 w 11750094"/>
              <a:gd name="connsiteY6" fmla="*/ 1653 h 6450932"/>
              <a:gd name="connsiteX0" fmla="*/ 0 w 10888662"/>
              <a:gd name="connsiteY0" fmla="*/ 1653 h 6450932"/>
              <a:gd name="connsiteX1" fmla="*/ 10308940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0999550"/>
              <a:gd name="connsiteY0" fmla="*/ 1653 h 6450932"/>
              <a:gd name="connsiteX1" fmla="*/ 10844968 w 10999550"/>
              <a:gd name="connsiteY1" fmla="*/ 0 h 6450932"/>
              <a:gd name="connsiteX2" fmla="*/ 10888662 w 10999550"/>
              <a:gd name="connsiteY2" fmla="*/ 579722 h 6450932"/>
              <a:gd name="connsiteX3" fmla="*/ 10878151 w 10999550"/>
              <a:gd name="connsiteY3" fmla="*/ 6450932 h 6450932"/>
              <a:gd name="connsiteX4" fmla="*/ 579722 w 10999550"/>
              <a:gd name="connsiteY4" fmla="*/ 6442075 h 6450932"/>
              <a:gd name="connsiteX5" fmla="*/ 0 w 10999550"/>
              <a:gd name="connsiteY5" fmla="*/ 5862353 h 6450932"/>
              <a:gd name="connsiteX6" fmla="*/ 0 w 10999550"/>
              <a:gd name="connsiteY6" fmla="*/ 1653 h 6450932"/>
              <a:gd name="connsiteX0" fmla="*/ 0 w 11022020"/>
              <a:gd name="connsiteY0" fmla="*/ 1653 h 6450932"/>
              <a:gd name="connsiteX1" fmla="*/ 10876499 w 11022020"/>
              <a:gd name="connsiteY1" fmla="*/ 0 h 6450932"/>
              <a:gd name="connsiteX2" fmla="*/ 10888662 w 11022020"/>
              <a:gd name="connsiteY2" fmla="*/ 579722 h 6450932"/>
              <a:gd name="connsiteX3" fmla="*/ 10878151 w 11022020"/>
              <a:gd name="connsiteY3" fmla="*/ 6450932 h 6450932"/>
              <a:gd name="connsiteX4" fmla="*/ 579722 w 11022020"/>
              <a:gd name="connsiteY4" fmla="*/ 6442075 h 6450932"/>
              <a:gd name="connsiteX5" fmla="*/ 0 w 11022020"/>
              <a:gd name="connsiteY5" fmla="*/ 5862353 h 6450932"/>
              <a:gd name="connsiteX6" fmla="*/ 0 w 11022020"/>
              <a:gd name="connsiteY6" fmla="*/ 1653 h 6450932"/>
              <a:gd name="connsiteX0" fmla="*/ 0 w 10888662"/>
              <a:gd name="connsiteY0" fmla="*/ 1653 h 6450932"/>
              <a:gd name="connsiteX1" fmla="*/ 10876499 w 10888662"/>
              <a:gd name="connsiteY1" fmla="*/ 0 h 6450932"/>
              <a:gd name="connsiteX2" fmla="*/ 10888662 w 10888662"/>
              <a:gd name="connsiteY2" fmla="*/ 579722 h 6450932"/>
              <a:gd name="connsiteX3" fmla="*/ 10878151 w 10888662"/>
              <a:gd name="connsiteY3" fmla="*/ 6450932 h 6450932"/>
              <a:gd name="connsiteX4" fmla="*/ 579722 w 10888662"/>
              <a:gd name="connsiteY4" fmla="*/ 6442075 h 6450932"/>
              <a:gd name="connsiteX5" fmla="*/ 0 w 10888662"/>
              <a:gd name="connsiteY5" fmla="*/ 5862353 h 6450932"/>
              <a:gd name="connsiteX6" fmla="*/ 0 w 10888662"/>
              <a:gd name="connsiteY6" fmla="*/ 1653 h 6450932"/>
              <a:gd name="connsiteX0" fmla="*/ 0 w 12200990"/>
              <a:gd name="connsiteY0" fmla="*/ 1653 h 6450932"/>
              <a:gd name="connsiteX1" fmla="*/ 10876499 w 12200990"/>
              <a:gd name="connsiteY1" fmla="*/ 0 h 6450932"/>
              <a:gd name="connsiteX2" fmla="*/ 10878151 w 12200990"/>
              <a:gd name="connsiteY2" fmla="*/ 6450932 h 6450932"/>
              <a:gd name="connsiteX3" fmla="*/ 579722 w 12200990"/>
              <a:gd name="connsiteY3" fmla="*/ 6442075 h 6450932"/>
              <a:gd name="connsiteX4" fmla="*/ 0 w 12200990"/>
              <a:gd name="connsiteY4" fmla="*/ 5862353 h 6450932"/>
              <a:gd name="connsiteX5" fmla="*/ 0 w 12200990"/>
              <a:gd name="connsiteY5" fmla="*/ 1653 h 6450932"/>
              <a:gd name="connsiteX0" fmla="*/ 0 w 11640630"/>
              <a:gd name="connsiteY0" fmla="*/ 1653 h 6450932"/>
              <a:gd name="connsiteX1" fmla="*/ 10876499 w 11640630"/>
              <a:gd name="connsiteY1" fmla="*/ 0 h 6450932"/>
              <a:gd name="connsiteX2" fmla="*/ 10878151 w 11640630"/>
              <a:gd name="connsiteY2" fmla="*/ 6450932 h 6450932"/>
              <a:gd name="connsiteX3" fmla="*/ 579722 w 11640630"/>
              <a:gd name="connsiteY3" fmla="*/ 6442075 h 6450932"/>
              <a:gd name="connsiteX4" fmla="*/ 0 w 11640630"/>
              <a:gd name="connsiteY4" fmla="*/ 5862353 h 6450932"/>
              <a:gd name="connsiteX5" fmla="*/ 0 w 11640630"/>
              <a:gd name="connsiteY5" fmla="*/ 1653 h 6450932"/>
              <a:gd name="connsiteX0" fmla="*/ 0 w 10878151"/>
              <a:gd name="connsiteY0" fmla="*/ 1653 h 6450932"/>
              <a:gd name="connsiteX1" fmla="*/ 10876499 w 10878151"/>
              <a:gd name="connsiteY1" fmla="*/ 0 h 6450932"/>
              <a:gd name="connsiteX2" fmla="*/ 10878151 w 10878151"/>
              <a:gd name="connsiteY2" fmla="*/ 6450932 h 6450932"/>
              <a:gd name="connsiteX3" fmla="*/ 579722 w 10878151"/>
              <a:gd name="connsiteY3" fmla="*/ 6442075 h 6450932"/>
              <a:gd name="connsiteX4" fmla="*/ 0 w 10878151"/>
              <a:gd name="connsiteY4" fmla="*/ 5862353 h 6450932"/>
              <a:gd name="connsiteX5" fmla="*/ 0 w 10878151"/>
              <a:gd name="connsiteY5" fmla="*/ 1653 h 6450932"/>
              <a:gd name="connsiteX0" fmla="*/ 0 w 11843451"/>
              <a:gd name="connsiteY0" fmla="*/ 1653 h 6450932"/>
              <a:gd name="connsiteX1" fmla="*/ 11843451 w 11843451"/>
              <a:gd name="connsiteY1" fmla="*/ 0 h 6450932"/>
              <a:gd name="connsiteX2" fmla="*/ 10878151 w 11843451"/>
              <a:gd name="connsiteY2" fmla="*/ 6450932 h 6450932"/>
              <a:gd name="connsiteX3" fmla="*/ 579722 w 11843451"/>
              <a:gd name="connsiteY3" fmla="*/ 6442075 h 6450932"/>
              <a:gd name="connsiteX4" fmla="*/ 0 w 11843451"/>
              <a:gd name="connsiteY4" fmla="*/ 5862353 h 6450932"/>
              <a:gd name="connsiteX5" fmla="*/ 0 w 11843451"/>
              <a:gd name="connsiteY5" fmla="*/ 1653 h 6450932"/>
              <a:gd name="connsiteX0" fmla="*/ 0 w 11855613"/>
              <a:gd name="connsiteY0" fmla="*/ 1653 h 6450932"/>
              <a:gd name="connsiteX1" fmla="*/ 11843451 w 11855613"/>
              <a:gd name="connsiteY1" fmla="*/ 0 h 6450932"/>
              <a:gd name="connsiteX2" fmla="*/ 11855613 w 11855613"/>
              <a:gd name="connsiteY2" fmla="*/ 6450932 h 6450932"/>
              <a:gd name="connsiteX3" fmla="*/ 579722 w 11855613"/>
              <a:gd name="connsiteY3" fmla="*/ 6442075 h 6450932"/>
              <a:gd name="connsiteX4" fmla="*/ 0 w 11855613"/>
              <a:gd name="connsiteY4" fmla="*/ 5862353 h 6450932"/>
              <a:gd name="connsiteX5" fmla="*/ 0 w 11855613"/>
              <a:gd name="connsiteY5" fmla="*/ 1653 h 6450932"/>
              <a:gd name="connsiteX0" fmla="*/ 0 w 11864472"/>
              <a:gd name="connsiteY0" fmla="*/ 1653 h 6450932"/>
              <a:gd name="connsiteX1" fmla="*/ 11864472 w 11864472"/>
              <a:gd name="connsiteY1" fmla="*/ 0 h 6450932"/>
              <a:gd name="connsiteX2" fmla="*/ 11855613 w 11864472"/>
              <a:gd name="connsiteY2" fmla="*/ 6450932 h 6450932"/>
              <a:gd name="connsiteX3" fmla="*/ 579722 w 11864472"/>
              <a:gd name="connsiteY3" fmla="*/ 6442075 h 6450932"/>
              <a:gd name="connsiteX4" fmla="*/ 0 w 11864472"/>
              <a:gd name="connsiteY4" fmla="*/ 5862353 h 6450932"/>
              <a:gd name="connsiteX5" fmla="*/ 0 w 11864472"/>
              <a:gd name="connsiteY5" fmla="*/ 1653 h 6450932"/>
              <a:gd name="connsiteX0" fmla="*/ 0 w 11864472"/>
              <a:gd name="connsiteY0" fmla="*/ 1653 h 6442075"/>
              <a:gd name="connsiteX1" fmla="*/ 11864472 w 11864472"/>
              <a:gd name="connsiteY1" fmla="*/ 0 h 6442075"/>
              <a:gd name="connsiteX2" fmla="*/ 11855613 w 11864472"/>
              <a:gd name="connsiteY2" fmla="*/ 6440421 h 6442075"/>
              <a:gd name="connsiteX3" fmla="*/ 579722 w 11864472"/>
              <a:gd name="connsiteY3" fmla="*/ 6442075 h 6442075"/>
              <a:gd name="connsiteX4" fmla="*/ 0 w 11864472"/>
              <a:gd name="connsiteY4" fmla="*/ 5862353 h 6442075"/>
              <a:gd name="connsiteX5" fmla="*/ 0 w 11864472"/>
              <a:gd name="connsiteY5" fmla="*/ 1653 h 6442075"/>
              <a:gd name="connsiteX0" fmla="*/ 0 w 11864472"/>
              <a:gd name="connsiteY0" fmla="*/ 0 h 6630428"/>
              <a:gd name="connsiteX1" fmla="*/ 11864472 w 11864472"/>
              <a:gd name="connsiteY1" fmla="*/ 188353 h 6630428"/>
              <a:gd name="connsiteX2" fmla="*/ 11855613 w 11864472"/>
              <a:gd name="connsiteY2" fmla="*/ 6628774 h 6630428"/>
              <a:gd name="connsiteX3" fmla="*/ 579722 w 11864472"/>
              <a:gd name="connsiteY3" fmla="*/ 6630428 h 6630428"/>
              <a:gd name="connsiteX4" fmla="*/ 0 w 11864472"/>
              <a:gd name="connsiteY4" fmla="*/ 6050706 h 6630428"/>
              <a:gd name="connsiteX5" fmla="*/ 0 w 11864472"/>
              <a:gd name="connsiteY5" fmla="*/ 0 h 6630428"/>
              <a:gd name="connsiteX0" fmla="*/ 0 w 11864472"/>
              <a:gd name="connsiteY0" fmla="*/ 13527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527 h 6643955"/>
              <a:gd name="connsiteX0" fmla="*/ 0 w 11864472"/>
              <a:gd name="connsiteY0" fmla="*/ 1319813 h 6643955"/>
              <a:gd name="connsiteX1" fmla="*/ 11864472 w 11864472"/>
              <a:gd name="connsiteY1" fmla="*/ 0 h 6643955"/>
              <a:gd name="connsiteX2" fmla="*/ 11855613 w 11864472"/>
              <a:gd name="connsiteY2" fmla="*/ 6642301 h 6643955"/>
              <a:gd name="connsiteX3" fmla="*/ 579722 w 11864472"/>
              <a:gd name="connsiteY3" fmla="*/ 6643955 h 6643955"/>
              <a:gd name="connsiteX4" fmla="*/ 0 w 11864472"/>
              <a:gd name="connsiteY4" fmla="*/ 6064233 h 6643955"/>
              <a:gd name="connsiteX5" fmla="*/ 0 w 11864472"/>
              <a:gd name="connsiteY5" fmla="*/ 1319813 h 6643955"/>
              <a:gd name="connsiteX0" fmla="*/ 0 w 11864472"/>
              <a:gd name="connsiteY0" fmla="*/ 135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3527 h 5337669"/>
              <a:gd name="connsiteX0" fmla="*/ 0 w 11864472"/>
              <a:gd name="connsiteY0" fmla="*/ 1652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1652 h 5337669"/>
              <a:gd name="connsiteX0" fmla="*/ 0 w 11864472"/>
              <a:gd name="connsiteY0" fmla="*/ 2201927 h 5337669"/>
              <a:gd name="connsiteX1" fmla="*/ 11864472 w 11864472"/>
              <a:gd name="connsiteY1" fmla="*/ 0 h 5337669"/>
              <a:gd name="connsiteX2" fmla="*/ 11855613 w 11864472"/>
              <a:gd name="connsiteY2" fmla="*/ 5336015 h 5337669"/>
              <a:gd name="connsiteX3" fmla="*/ 579722 w 11864472"/>
              <a:gd name="connsiteY3" fmla="*/ 5337669 h 5337669"/>
              <a:gd name="connsiteX4" fmla="*/ 0 w 11864472"/>
              <a:gd name="connsiteY4" fmla="*/ 4757947 h 5337669"/>
              <a:gd name="connsiteX5" fmla="*/ 0 w 11864472"/>
              <a:gd name="connsiteY5" fmla="*/ 2201927 h 5337669"/>
              <a:gd name="connsiteX0" fmla="*/ 0 w 11864472"/>
              <a:gd name="connsiteY0" fmla="*/ 1652 h 3137394"/>
              <a:gd name="connsiteX1" fmla="*/ 11864472 w 11864472"/>
              <a:gd name="connsiteY1" fmla="*/ 0 h 3137394"/>
              <a:gd name="connsiteX2" fmla="*/ 11855613 w 11864472"/>
              <a:gd name="connsiteY2" fmla="*/ 3135740 h 3137394"/>
              <a:gd name="connsiteX3" fmla="*/ 579722 w 11864472"/>
              <a:gd name="connsiteY3" fmla="*/ 3137394 h 3137394"/>
              <a:gd name="connsiteX4" fmla="*/ 0 w 11864472"/>
              <a:gd name="connsiteY4" fmla="*/ 2557672 h 3137394"/>
              <a:gd name="connsiteX5" fmla="*/ 0 w 11864472"/>
              <a:gd name="connsiteY5" fmla="*/ 1652 h 3137394"/>
              <a:gd name="connsiteX0" fmla="*/ 0 w 11864472"/>
              <a:gd name="connsiteY0" fmla="*/ 0 h 3420555"/>
              <a:gd name="connsiteX1" fmla="*/ 11864472 w 11864472"/>
              <a:gd name="connsiteY1" fmla="*/ 283161 h 3420555"/>
              <a:gd name="connsiteX2" fmla="*/ 11855613 w 11864472"/>
              <a:gd name="connsiteY2" fmla="*/ 3418901 h 3420555"/>
              <a:gd name="connsiteX3" fmla="*/ 579722 w 11864472"/>
              <a:gd name="connsiteY3" fmla="*/ 3420555 h 3420555"/>
              <a:gd name="connsiteX4" fmla="*/ 0 w 11864472"/>
              <a:gd name="connsiteY4" fmla="*/ 2840833 h 3420555"/>
              <a:gd name="connsiteX5" fmla="*/ 0 w 11864472"/>
              <a:gd name="connsiteY5" fmla="*/ 0 h 3420555"/>
              <a:gd name="connsiteX0" fmla="*/ 0 w 11864472"/>
              <a:gd name="connsiteY0" fmla="*/ 1652 h 3422207"/>
              <a:gd name="connsiteX1" fmla="*/ 11864472 w 11864472"/>
              <a:gd name="connsiteY1" fmla="*/ 0 h 3422207"/>
              <a:gd name="connsiteX2" fmla="*/ 11855613 w 11864472"/>
              <a:gd name="connsiteY2" fmla="*/ 3420553 h 3422207"/>
              <a:gd name="connsiteX3" fmla="*/ 579722 w 11864472"/>
              <a:gd name="connsiteY3" fmla="*/ 3422207 h 3422207"/>
              <a:gd name="connsiteX4" fmla="*/ 0 w 11864472"/>
              <a:gd name="connsiteY4" fmla="*/ 2842485 h 3422207"/>
              <a:gd name="connsiteX5" fmla="*/ 0 w 11864472"/>
              <a:gd name="connsiteY5" fmla="*/ 1652 h 3422207"/>
              <a:gd name="connsiteX0" fmla="*/ 0 w 11855613"/>
              <a:gd name="connsiteY0" fmla="*/ 0 h 3420555"/>
              <a:gd name="connsiteX1" fmla="*/ 11834492 w 11855613"/>
              <a:gd name="connsiteY1" fmla="*/ 58309 h 3420555"/>
              <a:gd name="connsiteX2" fmla="*/ 11855613 w 11855613"/>
              <a:gd name="connsiteY2" fmla="*/ 3418901 h 3420555"/>
              <a:gd name="connsiteX3" fmla="*/ 579722 w 11855613"/>
              <a:gd name="connsiteY3" fmla="*/ 3420555 h 3420555"/>
              <a:gd name="connsiteX4" fmla="*/ 0 w 11855613"/>
              <a:gd name="connsiteY4" fmla="*/ 2840833 h 3420555"/>
              <a:gd name="connsiteX5" fmla="*/ 0 w 11855613"/>
              <a:gd name="connsiteY5" fmla="*/ 0 h 3420555"/>
              <a:gd name="connsiteX0" fmla="*/ 0 w 11855613"/>
              <a:gd name="connsiteY0" fmla="*/ 1652 h 3362246"/>
              <a:gd name="connsiteX1" fmla="*/ 11834492 w 11855613"/>
              <a:gd name="connsiteY1" fmla="*/ 0 h 3362246"/>
              <a:gd name="connsiteX2" fmla="*/ 11855613 w 11855613"/>
              <a:gd name="connsiteY2" fmla="*/ 3360592 h 3362246"/>
              <a:gd name="connsiteX3" fmla="*/ 579722 w 11855613"/>
              <a:gd name="connsiteY3" fmla="*/ 3362246 h 3362246"/>
              <a:gd name="connsiteX4" fmla="*/ 0 w 11855613"/>
              <a:gd name="connsiteY4" fmla="*/ 2782524 h 3362246"/>
              <a:gd name="connsiteX5" fmla="*/ 0 w 11855613"/>
              <a:gd name="connsiteY5" fmla="*/ 1652 h 3362246"/>
              <a:gd name="connsiteX0" fmla="*/ 0 w 11864473"/>
              <a:gd name="connsiteY0" fmla="*/ 0 h 3360594"/>
              <a:gd name="connsiteX1" fmla="*/ 11864473 w 11864473"/>
              <a:gd name="connsiteY1" fmla="*/ 13338 h 3360594"/>
              <a:gd name="connsiteX2" fmla="*/ 11855613 w 11864473"/>
              <a:gd name="connsiteY2" fmla="*/ 3358940 h 3360594"/>
              <a:gd name="connsiteX3" fmla="*/ 579722 w 11864473"/>
              <a:gd name="connsiteY3" fmla="*/ 3360594 h 3360594"/>
              <a:gd name="connsiteX4" fmla="*/ 0 w 11864473"/>
              <a:gd name="connsiteY4" fmla="*/ 2780872 h 3360594"/>
              <a:gd name="connsiteX5" fmla="*/ 0 w 11864473"/>
              <a:gd name="connsiteY5" fmla="*/ 0 h 3360594"/>
              <a:gd name="connsiteX0" fmla="*/ 0 w 11864473"/>
              <a:gd name="connsiteY0" fmla="*/ 1652 h 3362246"/>
              <a:gd name="connsiteX1" fmla="*/ 11864473 w 11864473"/>
              <a:gd name="connsiteY1" fmla="*/ 0 h 3362246"/>
              <a:gd name="connsiteX2" fmla="*/ 11855613 w 11864473"/>
              <a:gd name="connsiteY2" fmla="*/ 3360592 h 3362246"/>
              <a:gd name="connsiteX3" fmla="*/ 579722 w 11864473"/>
              <a:gd name="connsiteY3" fmla="*/ 3362246 h 3362246"/>
              <a:gd name="connsiteX4" fmla="*/ 0 w 11864473"/>
              <a:gd name="connsiteY4" fmla="*/ 2782524 h 3362246"/>
              <a:gd name="connsiteX5" fmla="*/ 0 w 11864473"/>
              <a:gd name="connsiteY5" fmla="*/ 1652 h 3362246"/>
              <a:gd name="connsiteX0" fmla="*/ 0 w 11855629"/>
              <a:gd name="connsiteY0" fmla="*/ 1652 h 3362246"/>
              <a:gd name="connsiteX1" fmla="*/ 11459359 w 11855629"/>
              <a:gd name="connsiteY1" fmla="*/ 0 h 3362246"/>
              <a:gd name="connsiteX2" fmla="*/ 11855613 w 11855629"/>
              <a:gd name="connsiteY2" fmla="*/ 3360592 h 3362246"/>
              <a:gd name="connsiteX3" fmla="*/ 579722 w 11855629"/>
              <a:gd name="connsiteY3" fmla="*/ 3362246 h 3362246"/>
              <a:gd name="connsiteX4" fmla="*/ 0 w 11855629"/>
              <a:gd name="connsiteY4" fmla="*/ 2782524 h 3362246"/>
              <a:gd name="connsiteX5" fmla="*/ 0 w 1185562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579722 w 11459359"/>
              <a:gd name="connsiteY3" fmla="*/ 3362246 h 3362246"/>
              <a:gd name="connsiteX4" fmla="*/ 0 w 11459359"/>
              <a:gd name="connsiteY4" fmla="*/ 2782524 h 3362246"/>
              <a:gd name="connsiteX5" fmla="*/ 0 w 11459359"/>
              <a:gd name="connsiteY5" fmla="*/ 1652 h 3362246"/>
              <a:gd name="connsiteX0" fmla="*/ 0 w 11459359"/>
              <a:gd name="connsiteY0" fmla="*/ 1652 h 3362246"/>
              <a:gd name="connsiteX1" fmla="*/ 11459359 w 11459359"/>
              <a:gd name="connsiteY1" fmla="*/ 0 h 3362246"/>
              <a:gd name="connsiteX2" fmla="*/ 11438924 w 11459359"/>
              <a:gd name="connsiteY2" fmla="*/ 3360592 h 3362246"/>
              <a:gd name="connsiteX3" fmla="*/ 1584742 w 11459359"/>
              <a:gd name="connsiteY3" fmla="*/ 3362246 h 3362246"/>
              <a:gd name="connsiteX4" fmla="*/ 0 w 11459359"/>
              <a:gd name="connsiteY4" fmla="*/ 2782524 h 3362246"/>
              <a:gd name="connsiteX5" fmla="*/ 0 w 11459359"/>
              <a:gd name="connsiteY5" fmla="*/ 1652 h 3362246"/>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782524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 name="connsiteX0" fmla="*/ 0 w 11459359"/>
              <a:gd name="connsiteY0" fmla="*/ 1652 h 3360592"/>
              <a:gd name="connsiteX1" fmla="*/ 11459359 w 11459359"/>
              <a:gd name="connsiteY1" fmla="*/ 0 h 3360592"/>
              <a:gd name="connsiteX2" fmla="*/ 11438924 w 11459359"/>
              <a:gd name="connsiteY2" fmla="*/ 3360592 h 3360592"/>
              <a:gd name="connsiteX3" fmla="*/ 1188396 w 11459359"/>
              <a:gd name="connsiteY3" fmla="*/ 3358591 h 3360592"/>
              <a:gd name="connsiteX4" fmla="*/ 0 w 11459359"/>
              <a:gd name="connsiteY4" fmla="*/ 2946995 h 3360592"/>
              <a:gd name="connsiteX5" fmla="*/ 0 w 11459359"/>
              <a:gd name="connsiteY5" fmla="*/ 1652 h 3360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59359" h="3360592">
                <a:moveTo>
                  <a:pt x="0" y="1652"/>
                </a:moveTo>
                <a:lnTo>
                  <a:pt x="11459359" y="0"/>
                </a:lnTo>
                <a:cubicBezTo>
                  <a:pt x="11456406" y="1115201"/>
                  <a:pt x="11441877" y="2245391"/>
                  <a:pt x="11438924" y="3360592"/>
                </a:cubicBezTo>
                <a:lnTo>
                  <a:pt x="1188396" y="3358591"/>
                </a:lnTo>
                <a:cubicBezTo>
                  <a:pt x="848612" y="3356903"/>
                  <a:pt x="0" y="3267167"/>
                  <a:pt x="0" y="2946995"/>
                </a:cubicBezTo>
                <a:lnTo>
                  <a:pt x="0" y="1652"/>
                </a:lnTo>
                <a:close/>
              </a:path>
            </a:pathLst>
          </a:custGeom>
          <a:noFill/>
        </p:spPr>
        <p:txBody>
          <a:bodyPr/>
          <a:lstStyle>
            <a:lvl1pPr marL="0" indent="0">
              <a:buNone/>
              <a:defRPr sz="2400">
                <a:solidFill>
                  <a:schemeClr val="bg1"/>
                </a:solidFill>
              </a:defRPr>
            </a:lvl1pPr>
          </a:lstStyle>
          <a:p>
            <a:r>
              <a:rPr lang="en-US"/>
              <a:t>Click icon to add picture</a:t>
            </a:r>
            <a:endParaRPr lang="en-JP"/>
          </a:p>
        </p:txBody>
      </p:sp>
    </p:spTree>
    <p:extLst>
      <p:ext uri="{BB962C8B-B14F-4D97-AF65-F5344CB8AC3E}">
        <p14:creationId xmlns:p14="http://schemas.microsoft.com/office/powerpoint/2010/main" val="951949738"/>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0A5DA52-BBAF-EA48-AEC6-EA08F428CF57}"/>
              </a:ext>
            </a:extLst>
          </p:cNvPr>
          <p:cNvSpPr>
            <a:spLocks noGrp="1"/>
          </p:cNvSpPr>
          <p:nvPr>
            <p:ph type="body" sz="quarter" idx="10" hasCustomPrompt="1"/>
          </p:nvPr>
        </p:nvSpPr>
        <p:spPr>
          <a:xfrm>
            <a:off x="300038" y="371959"/>
            <a:ext cx="11591925" cy="6044716"/>
          </a:xfrm>
          <a:prstGeom prst="rect">
            <a:avLst/>
          </a:prstGeom>
        </p:spPr>
        <p:txBody>
          <a:bodyPr anchor="ctr" anchorCtr="0"/>
          <a:lstStyle>
            <a:lvl1pPr marL="0" indent="0" algn="ctr">
              <a:lnSpc>
                <a:spcPct val="100000"/>
              </a:lnSpc>
              <a:buNone/>
              <a:defRPr sz="3000"/>
            </a:lvl1pPr>
          </a:lstStyle>
          <a:p>
            <a:pPr lvl="0"/>
            <a:r>
              <a:rPr lang="en-US"/>
              <a:t>Blank slide</a:t>
            </a:r>
            <a:endParaRPr lang="en-JP"/>
          </a:p>
        </p:txBody>
      </p:sp>
    </p:spTree>
    <p:extLst>
      <p:ext uri="{BB962C8B-B14F-4D97-AF65-F5344CB8AC3E}">
        <p14:creationId xmlns:p14="http://schemas.microsoft.com/office/powerpoint/2010/main" val="850069401"/>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dvanced 3-Column Text">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65925D82-457F-D84D-B8DF-D8ADFD7E71DF}"/>
              </a:ext>
            </a:extLst>
          </p:cNvPr>
          <p:cNvSpPr>
            <a:spLocks noGrp="1"/>
          </p:cNvSpPr>
          <p:nvPr>
            <p:ph type="body" sz="quarter" idx="14" hasCustomPrompt="1"/>
          </p:nvPr>
        </p:nvSpPr>
        <p:spPr>
          <a:xfrm>
            <a:off x="311150" y="3178298"/>
            <a:ext cx="5708650"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49"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17" name="Text Placeholder 6">
            <a:extLst>
              <a:ext uri="{FF2B5EF4-FFF2-40B4-BE49-F238E27FC236}">
                <a16:creationId xmlns:a16="http://schemas.microsoft.com/office/drawing/2014/main" id="{3BB454FD-9C16-FC47-B46E-6675394572BB}"/>
              </a:ext>
            </a:extLst>
          </p:cNvPr>
          <p:cNvSpPr>
            <a:spLocks noGrp="1"/>
          </p:cNvSpPr>
          <p:nvPr>
            <p:ph type="body" sz="quarter" idx="18" hasCustomPrompt="1"/>
          </p:nvPr>
        </p:nvSpPr>
        <p:spPr>
          <a:xfrm>
            <a:off x="4213726"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18" name="Text Placeholder 6">
            <a:extLst>
              <a:ext uri="{FF2B5EF4-FFF2-40B4-BE49-F238E27FC236}">
                <a16:creationId xmlns:a16="http://schemas.microsoft.com/office/drawing/2014/main" id="{568F3A49-7287-1C4D-93C8-50E3C0B4F15A}"/>
              </a:ext>
            </a:extLst>
          </p:cNvPr>
          <p:cNvSpPr>
            <a:spLocks noGrp="1"/>
          </p:cNvSpPr>
          <p:nvPr>
            <p:ph type="body" sz="quarter" idx="19" hasCustomPrompt="1"/>
          </p:nvPr>
        </p:nvSpPr>
        <p:spPr>
          <a:xfrm>
            <a:off x="8099967" y="3575904"/>
            <a:ext cx="3763545"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 </a:t>
            </a:r>
          </a:p>
        </p:txBody>
      </p:sp>
      <p:sp>
        <p:nvSpPr>
          <p:cNvPr id="21" name="Footer Placeholder 8">
            <a:extLst>
              <a:ext uri="{FF2B5EF4-FFF2-40B4-BE49-F238E27FC236}">
                <a16:creationId xmlns:a16="http://schemas.microsoft.com/office/drawing/2014/main" id="{519BC59F-4516-0043-8BAC-F9FE45B6A9F4}"/>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endParaRPr lang="en-JP"/>
          </a:p>
        </p:txBody>
      </p:sp>
      <p:pic>
        <p:nvPicPr>
          <p:cNvPr id="14" name="Picture 13" descr="Takeda">
            <a:extLst>
              <a:ext uri="{FF2B5EF4-FFF2-40B4-BE49-F238E27FC236}">
                <a16:creationId xmlns:a16="http://schemas.microsoft.com/office/drawing/2014/main" id="{0E2D4ABB-BC5B-754B-B0DE-676246A385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24" name="タイトル プレースホルダ 1">
            <a:extLst>
              <a:ext uri="{FF2B5EF4-FFF2-40B4-BE49-F238E27FC236}">
                <a16:creationId xmlns:a16="http://schemas.microsoft.com/office/drawing/2014/main" id="{CC986DF6-9894-F144-B9DA-A9DBE0000AB8}"/>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3" name="Rectangle 22">
            <a:extLst>
              <a:ext uri="{FF2B5EF4-FFF2-40B4-BE49-F238E27FC236}">
                <a16:creationId xmlns:a16="http://schemas.microsoft.com/office/drawing/2014/main" id="{886528CE-2840-6C44-965A-04D8835743E3}"/>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7" name="スライド番号プレースホルダ 5">
            <a:extLst>
              <a:ext uri="{FF2B5EF4-FFF2-40B4-BE49-F238E27FC236}">
                <a16:creationId xmlns:a16="http://schemas.microsoft.com/office/drawing/2014/main" id="{854E474F-30B0-604E-9699-287AC57CAAFA}"/>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8" name="Text Placeholder 6">
            <a:extLst>
              <a:ext uri="{FF2B5EF4-FFF2-40B4-BE49-F238E27FC236}">
                <a16:creationId xmlns:a16="http://schemas.microsoft.com/office/drawing/2014/main" id="{C9681050-C142-4F4F-B3C6-6F52F3C55CD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22" name="Text Placeholder 2">
            <a:extLst>
              <a:ext uri="{FF2B5EF4-FFF2-40B4-BE49-F238E27FC236}">
                <a16:creationId xmlns:a16="http://schemas.microsoft.com/office/drawing/2014/main" id="{110504E2-40F0-054E-8424-D247EF2CA216}"/>
              </a:ext>
            </a:extLst>
          </p:cNvPr>
          <p:cNvSpPr>
            <a:spLocks noGrp="1"/>
          </p:cNvSpPr>
          <p:nvPr>
            <p:ph type="body" sz="quarter" idx="20" hasCustomPrompt="1"/>
          </p:nvPr>
        </p:nvSpPr>
        <p:spPr>
          <a:xfrm>
            <a:off x="311151" y="1491373"/>
            <a:ext cx="11569700"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25" name="Text Placeholder 6">
            <a:extLst>
              <a:ext uri="{FF2B5EF4-FFF2-40B4-BE49-F238E27FC236}">
                <a16:creationId xmlns:a16="http://schemas.microsoft.com/office/drawing/2014/main" id="{073E75F2-7FFB-DC4C-8964-799372FCF583}"/>
              </a:ext>
            </a:extLst>
          </p:cNvPr>
          <p:cNvSpPr>
            <a:spLocks noGrp="1"/>
          </p:cNvSpPr>
          <p:nvPr>
            <p:ph type="body" sz="quarter" idx="21" hasCustomPrompt="1"/>
          </p:nvPr>
        </p:nvSpPr>
        <p:spPr>
          <a:xfrm>
            <a:off x="311150" y="1093767"/>
            <a:ext cx="11569700"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2728478569"/>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dvanced Chart Full Width">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3" y="3076286"/>
            <a:ext cx="11571628" cy="3340389"/>
          </a:xfrm>
          <a:prstGeom prst="rect">
            <a:avLst/>
          </a:prstGeom>
        </p:spPr>
        <p:txBody>
          <a:bodyPr>
            <a:normAutofit/>
          </a:bodyPr>
          <a:lstStyle>
            <a:lvl1pPr marL="0" indent="0">
              <a:buNone/>
              <a:defRPr sz="1400"/>
            </a:lvl1pPr>
          </a:lstStyle>
          <a:p>
            <a:r>
              <a:rPr lang="en-JP"/>
              <a:t>Insert Chart</a:t>
            </a:r>
          </a:p>
        </p:txBody>
      </p:sp>
      <p:pic>
        <p:nvPicPr>
          <p:cNvPr id="11" name="Picture 10" descr="Takeda">
            <a:extLst>
              <a:ext uri="{FF2B5EF4-FFF2-40B4-BE49-F238E27FC236}">
                <a16:creationId xmlns:a16="http://schemas.microsoft.com/office/drawing/2014/main" id="{7EBA21A8-EE4B-6E4B-A794-3FEA5B15990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2" name="タイトル プレースホルダ 1">
            <a:extLst>
              <a:ext uri="{FF2B5EF4-FFF2-40B4-BE49-F238E27FC236}">
                <a16:creationId xmlns:a16="http://schemas.microsoft.com/office/drawing/2014/main" id="{75E45CD2-2EBD-AE47-837E-9F752C565F73}"/>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7" name="Footer Placeholder 8">
            <a:extLst>
              <a:ext uri="{FF2B5EF4-FFF2-40B4-BE49-F238E27FC236}">
                <a16:creationId xmlns:a16="http://schemas.microsoft.com/office/drawing/2014/main" id="{2DC26CE8-1DEF-EE42-861C-B0406E8DC23D}"/>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endParaRPr lang="en-JP"/>
          </a:p>
        </p:txBody>
      </p:sp>
      <p:sp>
        <p:nvSpPr>
          <p:cNvPr id="20" name="Rectangle 19">
            <a:extLst>
              <a:ext uri="{FF2B5EF4-FFF2-40B4-BE49-F238E27FC236}">
                <a16:creationId xmlns:a16="http://schemas.microsoft.com/office/drawing/2014/main" id="{4436966D-3DF0-4D41-9D26-4860D147F807}"/>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3" name="スライド番号プレースホルダ 5">
            <a:extLst>
              <a:ext uri="{FF2B5EF4-FFF2-40B4-BE49-F238E27FC236}">
                <a16:creationId xmlns:a16="http://schemas.microsoft.com/office/drawing/2014/main" id="{600920FB-2D44-F645-865D-89FFECB09573}"/>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4" name="Text Placeholder 6">
            <a:extLst>
              <a:ext uri="{FF2B5EF4-FFF2-40B4-BE49-F238E27FC236}">
                <a16:creationId xmlns:a16="http://schemas.microsoft.com/office/drawing/2014/main" id="{07DE8F7E-1418-1C4C-A62B-2385714992F7}"/>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4" name="Text Placeholder 2">
            <a:extLst>
              <a:ext uri="{FF2B5EF4-FFF2-40B4-BE49-F238E27FC236}">
                <a16:creationId xmlns:a16="http://schemas.microsoft.com/office/drawing/2014/main" id="{628A960D-6A45-6744-9BDB-7070B443CC64}"/>
              </a:ext>
            </a:extLst>
          </p:cNvPr>
          <p:cNvSpPr>
            <a:spLocks noGrp="1"/>
          </p:cNvSpPr>
          <p:nvPr>
            <p:ph type="body" sz="quarter" idx="20" hasCustomPrompt="1"/>
          </p:nvPr>
        </p:nvSpPr>
        <p:spPr>
          <a:xfrm>
            <a:off x="311150" y="1491373"/>
            <a:ext cx="11569699"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5" name="Text Placeholder 6">
            <a:extLst>
              <a:ext uri="{FF2B5EF4-FFF2-40B4-BE49-F238E27FC236}">
                <a16:creationId xmlns:a16="http://schemas.microsoft.com/office/drawing/2014/main" id="{21493179-5EA4-604B-A9DF-BDA818F0166A}"/>
              </a:ext>
            </a:extLst>
          </p:cNvPr>
          <p:cNvSpPr>
            <a:spLocks noGrp="1"/>
          </p:cNvSpPr>
          <p:nvPr>
            <p:ph type="body" sz="quarter" idx="22"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1215472727"/>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dvanced Chart 2/3">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4227225" y="1093767"/>
            <a:ext cx="7653625" cy="5322908"/>
          </a:xfrm>
          <a:prstGeom prst="rect">
            <a:avLst/>
          </a:prstGeom>
        </p:spPr>
        <p:txBody>
          <a:bodyPr>
            <a:normAutofit/>
          </a:bodyPr>
          <a:lstStyle>
            <a:lvl1pPr marL="0" indent="0">
              <a:buNone/>
              <a:defRPr sz="1400"/>
            </a:lvl1pPr>
          </a:lstStyle>
          <a:p>
            <a:r>
              <a:rPr lang="en-JP"/>
              <a:t>Insert Chart</a:t>
            </a:r>
          </a:p>
        </p:txBody>
      </p:sp>
      <p:sp>
        <p:nvSpPr>
          <p:cNvPr id="9" name="Text Placeholder 6">
            <a:extLst>
              <a:ext uri="{FF2B5EF4-FFF2-40B4-BE49-F238E27FC236}">
                <a16:creationId xmlns:a16="http://schemas.microsoft.com/office/drawing/2014/main" id="{EF65D74B-37DA-0D46-8B56-9B362C84E6B9}"/>
              </a:ext>
            </a:extLst>
          </p:cNvPr>
          <p:cNvSpPr>
            <a:spLocks noGrp="1"/>
          </p:cNvSpPr>
          <p:nvPr>
            <p:ph type="body" sz="quarter" idx="14" hasCustomPrompt="1"/>
          </p:nvPr>
        </p:nvSpPr>
        <p:spPr>
          <a:xfrm>
            <a:off x="311150" y="3178298"/>
            <a:ext cx="3751966" cy="272786"/>
          </a:xfrm>
          <a:prstGeom prst="rect">
            <a:avLst/>
          </a:prstGeom>
        </p:spPr>
        <p:txBody>
          <a:bodyPr tIns="0" rIns="0" bIns="0" numCol="1">
            <a:noAutofit/>
          </a:bodyPr>
          <a:lstStyle>
            <a:lvl1pPr marL="0" indent="0">
              <a:lnSpc>
                <a:spcPct val="100000"/>
              </a:lnSpc>
              <a:spcBef>
                <a:spcPts val="0"/>
              </a:spcBef>
              <a:spcAft>
                <a:spcPts val="600"/>
              </a:spcAft>
              <a:buNone/>
              <a:defRPr sz="18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Title</a:t>
            </a:r>
          </a:p>
        </p:txBody>
      </p:sp>
      <p:sp>
        <p:nvSpPr>
          <p:cNvPr id="10" name="Text Placeholder 6">
            <a:extLst>
              <a:ext uri="{FF2B5EF4-FFF2-40B4-BE49-F238E27FC236}">
                <a16:creationId xmlns:a16="http://schemas.microsoft.com/office/drawing/2014/main" id="{BF5F6A26-5AAA-884F-A319-DE9881530AA7}"/>
              </a:ext>
            </a:extLst>
          </p:cNvPr>
          <p:cNvSpPr>
            <a:spLocks noGrp="1"/>
          </p:cNvSpPr>
          <p:nvPr>
            <p:ph type="body" sz="quarter" idx="15" hasCustomPrompt="1"/>
          </p:nvPr>
        </p:nvSpPr>
        <p:spPr>
          <a:xfrm>
            <a:off x="311150" y="3575904"/>
            <a:ext cx="3751966" cy="2840771"/>
          </a:xfrm>
          <a:prstGeom prst="rect">
            <a:avLst/>
          </a:prstGeom>
        </p:spPr>
        <p:txBody>
          <a:bodyPr tIns="0" rIns="0" bIns="0" numCol="1">
            <a:noAutofit/>
          </a:bodyPr>
          <a:lstStyle>
            <a:lvl1pPr marL="171450" indent="-171450">
              <a:lnSpc>
                <a:spcPct val="100000"/>
              </a:lnSpc>
              <a:spcBef>
                <a:spcPts val="0"/>
              </a:spcBef>
              <a:spcAft>
                <a:spcPts val="600"/>
              </a:spcAft>
              <a:buFont typeface="Arial" panose="020B0604020202020204" pitchFamily="34" charset="0"/>
              <a:buChar char="•"/>
              <a:defRPr sz="14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Secondary text.</a:t>
            </a:r>
          </a:p>
        </p:txBody>
      </p:sp>
      <p:pic>
        <p:nvPicPr>
          <p:cNvPr id="12" name="Picture 11" descr="Takeda">
            <a:extLst>
              <a:ext uri="{FF2B5EF4-FFF2-40B4-BE49-F238E27FC236}">
                <a16:creationId xmlns:a16="http://schemas.microsoft.com/office/drawing/2014/main" id="{5D7AA9CA-E651-9E48-B0F3-BDDA45B353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3" name="タイトル プレースホルダ 1">
            <a:extLst>
              <a:ext uri="{FF2B5EF4-FFF2-40B4-BE49-F238E27FC236}">
                <a16:creationId xmlns:a16="http://schemas.microsoft.com/office/drawing/2014/main" id="{2256F400-EDA8-7F44-BF13-278518497C9E}"/>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5" name="Footer Placeholder 8">
            <a:extLst>
              <a:ext uri="{FF2B5EF4-FFF2-40B4-BE49-F238E27FC236}">
                <a16:creationId xmlns:a16="http://schemas.microsoft.com/office/drawing/2014/main" id="{7136781B-A49B-0A42-B748-01C379A12FF6}"/>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endParaRPr lang="en-JP"/>
          </a:p>
        </p:txBody>
      </p:sp>
      <p:sp>
        <p:nvSpPr>
          <p:cNvPr id="21" name="Rectangle 20">
            <a:extLst>
              <a:ext uri="{FF2B5EF4-FFF2-40B4-BE49-F238E27FC236}">
                <a16:creationId xmlns:a16="http://schemas.microsoft.com/office/drawing/2014/main" id="{EAC2B0AC-7801-6C42-BA03-0669DC118159}"/>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4" name="スライド番号プレースホルダ 5">
            <a:extLst>
              <a:ext uri="{FF2B5EF4-FFF2-40B4-BE49-F238E27FC236}">
                <a16:creationId xmlns:a16="http://schemas.microsoft.com/office/drawing/2014/main" id="{71FCF96E-3BB8-0745-B029-6B6BE4291274}"/>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5" name="Text Placeholder 6">
            <a:extLst>
              <a:ext uri="{FF2B5EF4-FFF2-40B4-BE49-F238E27FC236}">
                <a16:creationId xmlns:a16="http://schemas.microsoft.com/office/drawing/2014/main" id="{875659DC-941F-AA40-8336-C3B1BF32BAD6}"/>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7" name="Text Placeholder 2">
            <a:extLst>
              <a:ext uri="{FF2B5EF4-FFF2-40B4-BE49-F238E27FC236}">
                <a16:creationId xmlns:a16="http://schemas.microsoft.com/office/drawing/2014/main" id="{45375A5A-6A84-7145-B49C-982F84619406}"/>
              </a:ext>
            </a:extLst>
          </p:cNvPr>
          <p:cNvSpPr>
            <a:spLocks noGrp="1"/>
          </p:cNvSpPr>
          <p:nvPr>
            <p:ph type="body" sz="quarter" idx="20" hasCustomPrompt="1"/>
          </p:nvPr>
        </p:nvSpPr>
        <p:spPr>
          <a:xfrm>
            <a:off x="311151" y="1491373"/>
            <a:ext cx="3751965" cy="1464957"/>
          </a:xfrm>
        </p:spPr>
        <p:txBody>
          <a:bodyPr tIns="0" rIns="0" bIns="0" numCol="1"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5F7E9041-544E-3547-AC30-65F55E91E1ED}"/>
              </a:ext>
            </a:extLst>
          </p:cNvPr>
          <p:cNvSpPr>
            <a:spLocks noGrp="1"/>
          </p:cNvSpPr>
          <p:nvPr>
            <p:ph type="body" sz="quarter" idx="22" hasCustomPrompt="1"/>
          </p:nvPr>
        </p:nvSpPr>
        <p:spPr>
          <a:xfrm>
            <a:off x="311150" y="1093767"/>
            <a:ext cx="3751965"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3708320408"/>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dvanced Chart 2 Colum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3" y="3076286"/>
            <a:ext cx="5708650" cy="3340389"/>
          </a:xfrm>
          <a:prstGeom prst="rect">
            <a:avLst/>
          </a:prstGeom>
        </p:spPr>
        <p:txBody>
          <a:bodyPr>
            <a:normAutofit/>
          </a:bodyPr>
          <a:lstStyle>
            <a:lvl1pPr marL="0" indent="0">
              <a:buNone/>
              <a:defRPr sz="1400"/>
            </a:lvl1pPr>
          </a:lstStyle>
          <a:p>
            <a:r>
              <a:rPr lang="en-JP"/>
              <a:t>Insert Chart</a:t>
            </a:r>
          </a:p>
        </p:txBody>
      </p:sp>
      <p:sp>
        <p:nvSpPr>
          <p:cNvPr id="9" name="Chart Placeholder 7">
            <a:extLst>
              <a:ext uri="{FF2B5EF4-FFF2-40B4-BE49-F238E27FC236}">
                <a16:creationId xmlns:a16="http://schemas.microsoft.com/office/drawing/2014/main" id="{F1FC7466-185A-8B44-ABF0-5410C1127700}"/>
              </a:ext>
            </a:extLst>
          </p:cNvPr>
          <p:cNvSpPr>
            <a:spLocks noGrp="1"/>
          </p:cNvSpPr>
          <p:nvPr>
            <p:ph type="chart" sz="quarter" idx="22" hasCustomPrompt="1"/>
          </p:nvPr>
        </p:nvSpPr>
        <p:spPr>
          <a:xfrm>
            <a:off x="6206170" y="3076286"/>
            <a:ext cx="5708650" cy="3340389"/>
          </a:xfrm>
          <a:prstGeom prst="rect">
            <a:avLst/>
          </a:prstGeom>
        </p:spPr>
        <p:txBody>
          <a:bodyPr>
            <a:normAutofit/>
          </a:bodyPr>
          <a:lstStyle>
            <a:lvl1pPr marL="0" indent="0">
              <a:buNone/>
              <a:defRPr sz="1400"/>
            </a:lvl1pPr>
          </a:lstStyle>
          <a:p>
            <a:r>
              <a:rPr lang="en-JP"/>
              <a:t>Insert Chart</a:t>
            </a:r>
          </a:p>
        </p:txBody>
      </p:sp>
      <p:pic>
        <p:nvPicPr>
          <p:cNvPr id="10" name="Picture 9" descr="Takeda">
            <a:extLst>
              <a:ext uri="{FF2B5EF4-FFF2-40B4-BE49-F238E27FC236}">
                <a16:creationId xmlns:a16="http://schemas.microsoft.com/office/drawing/2014/main" id="{F183604A-2112-D443-8B35-2DFEE7121A6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2" name="タイトル プレースホルダ 1">
            <a:extLst>
              <a:ext uri="{FF2B5EF4-FFF2-40B4-BE49-F238E27FC236}">
                <a16:creationId xmlns:a16="http://schemas.microsoft.com/office/drawing/2014/main" id="{906CE02B-33D8-B048-A73D-781A3402C2B1}"/>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4" name="Footer Placeholder 8">
            <a:extLst>
              <a:ext uri="{FF2B5EF4-FFF2-40B4-BE49-F238E27FC236}">
                <a16:creationId xmlns:a16="http://schemas.microsoft.com/office/drawing/2014/main" id="{C2587943-8F51-3542-B7BE-5781719445F9}"/>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endParaRPr lang="en-JP"/>
          </a:p>
        </p:txBody>
      </p:sp>
      <p:sp>
        <p:nvSpPr>
          <p:cNvPr id="17" name="Rectangle 16">
            <a:extLst>
              <a:ext uri="{FF2B5EF4-FFF2-40B4-BE49-F238E27FC236}">
                <a16:creationId xmlns:a16="http://schemas.microsoft.com/office/drawing/2014/main" id="{B679FB0B-7616-F04F-9B4C-586869A82E96}"/>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2" name="スライド番号プレースホルダ 5">
            <a:extLst>
              <a:ext uri="{FF2B5EF4-FFF2-40B4-BE49-F238E27FC236}">
                <a16:creationId xmlns:a16="http://schemas.microsoft.com/office/drawing/2014/main" id="{8AFBB1AB-19B7-1347-93F8-D14235DD2317}"/>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3" name="Text Placeholder 6">
            <a:extLst>
              <a:ext uri="{FF2B5EF4-FFF2-40B4-BE49-F238E27FC236}">
                <a16:creationId xmlns:a16="http://schemas.microsoft.com/office/drawing/2014/main" id="{1C168495-CA79-E440-A93B-B87B36748352}"/>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5" name="Text Placeholder 2">
            <a:extLst>
              <a:ext uri="{FF2B5EF4-FFF2-40B4-BE49-F238E27FC236}">
                <a16:creationId xmlns:a16="http://schemas.microsoft.com/office/drawing/2014/main" id="{F6F06E4B-A978-4E46-AE6C-67B54F7E34D5}"/>
              </a:ext>
            </a:extLst>
          </p:cNvPr>
          <p:cNvSpPr>
            <a:spLocks noGrp="1"/>
          </p:cNvSpPr>
          <p:nvPr>
            <p:ph type="body" sz="quarter" idx="20" hasCustomPrompt="1"/>
          </p:nvPr>
        </p:nvSpPr>
        <p:spPr>
          <a:xfrm>
            <a:off x="311150" y="1491373"/>
            <a:ext cx="11603669" cy="1464957"/>
          </a:xfrm>
        </p:spPr>
        <p:txBody>
          <a:bodyPr tIns="0" rIns="0" bIns="0" numCol="2"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3FF373A1-4E48-6C48-A075-153436CF76DC}"/>
              </a:ext>
            </a:extLst>
          </p:cNvPr>
          <p:cNvSpPr>
            <a:spLocks noGrp="1"/>
          </p:cNvSpPr>
          <p:nvPr>
            <p:ph type="body" sz="quarter" idx="23" hasCustomPrompt="1"/>
          </p:nvPr>
        </p:nvSpPr>
        <p:spPr>
          <a:xfrm>
            <a:off x="311149" y="1093767"/>
            <a:ext cx="1160366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1280149133"/>
      </p:ext>
    </p:extLst>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dvanced Chart 3 Column">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A6D4E593-FDCC-D14E-9C5E-5F309E415C26}"/>
              </a:ext>
            </a:extLst>
          </p:cNvPr>
          <p:cNvSpPr>
            <a:spLocks noGrp="1"/>
          </p:cNvSpPr>
          <p:nvPr>
            <p:ph type="chart" sz="quarter" idx="21" hasCustomPrompt="1"/>
          </p:nvPr>
        </p:nvSpPr>
        <p:spPr>
          <a:xfrm>
            <a:off x="309224" y="3076286"/>
            <a:ext cx="3757810" cy="3340389"/>
          </a:xfrm>
          <a:prstGeom prst="rect">
            <a:avLst/>
          </a:prstGeom>
        </p:spPr>
        <p:txBody>
          <a:bodyPr>
            <a:normAutofit/>
          </a:bodyPr>
          <a:lstStyle>
            <a:lvl1pPr marL="0" indent="0">
              <a:buNone/>
              <a:defRPr sz="1400"/>
            </a:lvl1pPr>
          </a:lstStyle>
          <a:p>
            <a:r>
              <a:rPr lang="en-JP"/>
              <a:t>Insert Chart</a:t>
            </a:r>
          </a:p>
        </p:txBody>
      </p:sp>
      <p:sp>
        <p:nvSpPr>
          <p:cNvPr id="10" name="Chart Placeholder 7">
            <a:extLst>
              <a:ext uri="{FF2B5EF4-FFF2-40B4-BE49-F238E27FC236}">
                <a16:creationId xmlns:a16="http://schemas.microsoft.com/office/drawing/2014/main" id="{8D9BD23C-1777-C442-B4B0-BADF450483EA}"/>
              </a:ext>
            </a:extLst>
          </p:cNvPr>
          <p:cNvSpPr>
            <a:spLocks noGrp="1"/>
          </p:cNvSpPr>
          <p:nvPr>
            <p:ph type="chart" sz="quarter" idx="22" hasCustomPrompt="1"/>
          </p:nvPr>
        </p:nvSpPr>
        <p:spPr>
          <a:xfrm>
            <a:off x="4217095" y="3076286"/>
            <a:ext cx="3757810" cy="3340389"/>
          </a:xfrm>
          <a:prstGeom prst="rect">
            <a:avLst/>
          </a:prstGeom>
        </p:spPr>
        <p:txBody>
          <a:bodyPr>
            <a:normAutofit/>
          </a:bodyPr>
          <a:lstStyle>
            <a:lvl1pPr marL="0" indent="0">
              <a:buNone/>
              <a:defRPr sz="1400"/>
            </a:lvl1pPr>
          </a:lstStyle>
          <a:p>
            <a:r>
              <a:rPr lang="en-JP"/>
              <a:t>Insert Chart</a:t>
            </a:r>
          </a:p>
        </p:txBody>
      </p:sp>
      <p:sp>
        <p:nvSpPr>
          <p:cNvPr id="11" name="Chart Placeholder 7">
            <a:extLst>
              <a:ext uri="{FF2B5EF4-FFF2-40B4-BE49-F238E27FC236}">
                <a16:creationId xmlns:a16="http://schemas.microsoft.com/office/drawing/2014/main" id="{2D7D413C-2FF1-204A-83C6-B7426603B7C2}"/>
              </a:ext>
            </a:extLst>
          </p:cNvPr>
          <p:cNvSpPr>
            <a:spLocks noGrp="1"/>
          </p:cNvSpPr>
          <p:nvPr>
            <p:ph type="chart" sz="quarter" idx="23" hasCustomPrompt="1"/>
          </p:nvPr>
        </p:nvSpPr>
        <p:spPr>
          <a:xfrm>
            <a:off x="8123041" y="3076286"/>
            <a:ext cx="3757810" cy="3340389"/>
          </a:xfrm>
          <a:prstGeom prst="rect">
            <a:avLst/>
          </a:prstGeom>
        </p:spPr>
        <p:txBody>
          <a:bodyPr>
            <a:normAutofit/>
          </a:bodyPr>
          <a:lstStyle>
            <a:lvl1pPr marL="0" indent="0">
              <a:buNone/>
              <a:defRPr sz="1400"/>
            </a:lvl1pPr>
          </a:lstStyle>
          <a:p>
            <a:r>
              <a:rPr lang="en-JP"/>
              <a:t>Insert Chart</a:t>
            </a:r>
          </a:p>
        </p:txBody>
      </p:sp>
      <p:pic>
        <p:nvPicPr>
          <p:cNvPr id="13" name="Picture 12" descr="Takeda">
            <a:extLst>
              <a:ext uri="{FF2B5EF4-FFF2-40B4-BE49-F238E27FC236}">
                <a16:creationId xmlns:a16="http://schemas.microsoft.com/office/drawing/2014/main" id="{0C4979BF-EBB2-214C-8087-7AC4B2163D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17" name="タイトル プレースホルダ 1">
            <a:extLst>
              <a:ext uri="{FF2B5EF4-FFF2-40B4-BE49-F238E27FC236}">
                <a16:creationId xmlns:a16="http://schemas.microsoft.com/office/drawing/2014/main" id="{2FFB1535-D35E-D242-B225-DDF1C53BB8D4}"/>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19" name="Footer Placeholder 8">
            <a:extLst>
              <a:ext uri="{FF2B5EF4-FFF2-40B4-BE49-F238E27FC236}">
                <a16:creationId xmlns:a16="http://schemas.microsoft.com/office/drawing/2014/main" id="{47DB5E3C-7053-3645-A234-760F5ED1236A}"/>
              </a:ext>
            </a:extLst>
          </p:cNvPr>
          <p:cNvSpPr>
            <a:spLocks noGrp="1"/>
          </p:cNvSpPr>
          <p:nvPr>
            <p:ph type="ftr" sz="quarter" idx="3"/>
          </p:nvPr>
        </p:nvSpPr>
        <p:spPr>
          <a:xfrm>
            <a:off x="7766050" y="6523001"/>
            <a:ext cx="4114800" cy="196131"/>
          </a:xfrm>
          <a:prstGeom prst="rect">
            <a:avLst/>
          </a:prstGeom>
        </p:spPr>
        <p:txBody>
          <a:bodyPr vert="horz" lIns="91440" tIns="45720" rIns="0" bIns="45720" rtlCol="0" anchor="ctr"/>
          <a:lstStyle>
            <a:lvl1pPr algn="r">
              <a:defRPr sz="800" b="1" spc="100" baseline="0">
                <a:solidFill>
                  <a:schemeClr val="tx1"/>
                </a:solidFill>
              </a:defRPr>
            </a:lvl1pPr>
          </a:lstStyle>
          <a:p>
            <a:endParaRPr lang="en-JP"/>
          </a:p>
        </p:txBody>
      </p:sp>
      <p:sp>
        <p:nvSpPr>
          <p:cNvPr id="22" name="Rectangle 21">
            <a:extLst>
              <a:ext uri="{FF2B5EF4-FFF2-40B4-BE49-F238E27FC236}">
                <a16:creationId xmlns:a16="http://schemas.microsoft.com/office/drawing/2014/main" id="{DEFC8CB7-67E9-8A46-B53F-F34ACE18BE87}"/>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5" name="スライド番号プレースホルダ 5">
            <a:extLst>
              <a:ext uri="{FF2B5EF4-FFF2-40B4-BE49-F238E27FC236}">
                <a16:creationId xmlns:a16="http://schemas.microsoft.com/office/drawing/2014/main" id="{5EB1023E-4E73-AD49-83B0-D7B458250C6F}"/>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6" name="Text Placeholder 6">
            <a:extLst>
              <a:ext uri="{FF2B5EF4-FFF2-40B4-BE49-F238E27FC236}">
                <a16:creationId xmlns:a16="http://schemas.microsoft.com/office/drawing/2014/main" id="{4942DB0C-137A-4E4C-B926-77CEECC512A8}"/>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
        <p:nvSpPr>
          <p:cNvPr id="15" name="Text Placeholder 2">
            <a:extLst>
              <a:ext uri="{FF2B5EF4-FFF2-40B4-BE49-F238E27FC236}">
                <a16:creationId xmlns:a16="http://schemas.microsoft.com/office/drawing/2014/main" id="{AD1171B1-AEC6-164D-8FE0-E0B9353A55BF}"/>
              </a:ext>
            </a:extLst>
          </p:cNvPr>
          <p:cNvSpPr>
            <a:spLocks noGrp="1"/>
          </p:cNvSpPr>
          <p:nvPr>
            <p:ph type="body" sz="quarter" idx="20" hasCustomPrompt="1"/>
          </p:nvPr>
        </p:nvSpPr>
        <p:spPr>
          <a:xfrm>
            <a:off x="311150" y="1491373"/>
            <a:ext cx="11569699" cy="1464957"/>
          </a:xfrm>
        </p:spPr>
        <p:txBody>
          <a:bodyPr tIns="0" rIns="0" bIns="0" numCol="2" spcCol="126000">
            <a:noAutofit/>
          </a:bodyPr>
          <a:lstStyle>
            <a:lvl1pPr marL="0" indent="0">
              <a:lnSpc>
                <a:spcPct val="100000"/>
              </a:lnSpc>
              <a:spcBef>
                <a:spcPts val="0"/>
              </a:spcBef>
              <a:buNone/>
              <a:defRPr sz="1600" b="1"/>
            </a:lvl1pPr>
            <a:lvl2pPr marL="457068" indent="0">
              <a:buNone/>
              <a:defRPr sz="1800" b="1"/>
            </a:lvl2pPr>
            <a:lvl3pPr marL="914149" indent="0">
              <a:buNone/>
              <a:defRPr sz="1800" b="1"/>
            </a:lvl3pPr>
            <a:lvl4pPr marL="1371219" indent="0">
              <a:buNone/>
              <a:defRPr sz="1800" b="1"/>
            </a:lvl4pPr>
            <a:lvl5pPr marL="1828290" indent="0">
              <a:buNone/>
              <a:defRPr sz="1800" b="1"/>
            </a:lvl5pPr>
          </a:lstStyle>
          <a:p>
            <a:pPr lvl="0"/>
            <a:r>
              <a:rPr lang="en-US"/>
              <a:t>This is your Primary Text.</a:t>
            </a:r>
            <a:endParaRPr lang="en-JP"/>
          </a:p>
        </p:txBody>
      </p:sp>
      <p:sp>
        <p:nvSpPr>
          <p:cNvPr id="18" name="Text Placeholder 6">
            <a:extLst>
              <a:ext uri="{FF2B5EF4-FFF2-40B4-BE49-F238E27FC236}">
                <a16:creationId xmlns:a16="http://schemas.microsoft.com/office/drawing/2014/main" id="{66C4AA1F-8B09-5544-9C70-388A6E2940C9}"/>
              </a:ext>
            </a:extLst>
          </p:cNvPr>
          <p:cNvSpPr>
            <a:spLocks noGrp="1"/>
          </p:cNvSpPr>
          <p:nvPr>
            <p:ph type="body" sz="quarter" idx="24" hasCustomPrompt="1"/>
          </p:nvPr>
        </p:nvSpPr>
        <p:spPr>
          <a:xfrm>
            <a:off x="311149" y="1093767"/>
            <a:ext cx="11569699" cy="272786"/>
          </a:xfrm>
        </p:spPr>
        <p:txBody>
          <a:bodyPr tIns="0" rIns="0" bIns="0" numCol="1">
            <a:noAutofit/>
          </a:bodyPr>
          <a:lstStyle>
            <a:lvl1pPr marL="0" indent="0">
              <a:lnSpc>
                <a:spcPct val="100000"/>
              </a:lnSpc>
              <a:spcBef>
                <a:spcPts val="0"/>
              </a:spcBef>
              <a:spcAft>
                <a:spcPts val="600"/>
              </a:spcAft>
              <a:buNone/>
              <a:defRPr sz="2000" b="1">
                <a:solidFill>
                  <a:schemeClr val="accent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your Primary Title</a:t>
            </a:r>
          </a:p>
        </p:txBody>
      </p:sp>
    </p:spTree>
    <p:extLst>
      <p:ext uri="{BB962C8B-B14F-4D97-AF65-F5344CB8AC3E}">
        <p14:creationId xmlns:p14="http://schemas.microsoft.com/office/powerpoint/2010/main" val="585601809"/>
      </p:ext>
    </p:extLst>
  </p:cSld>
  <p:clrMapOvr>
    <a:masterClrMapping/>
  </p:clrMapOvr>
  <p:transition spd="slow">
    <p:push di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A75F5BF7-D49E-8A49-AE81-CB31E57D5A7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10546331" y="-1615"/>
            <a:ext cx="1696231" cy="940780"/>
          </a:xfrm>
          <a:prstGeom prst="rect">
            <a:avLst/>
          </a:prstGeom>
        </p:spPr>
      </p:pic>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0" name="スライド番号プレースホルダ 5">
            <a:extLst>
              <a:ext uri="{FF2B5EF4-FFF2-40B4-BE49-F238E27FC236}">
                <a16:creationId xmlns:a16="http://schemas.microsoft.com/office/drawing/2014/main" id="{51A4825E-63A1-564F-BC3A-FBC167ECE5EB}"/>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1" name="Rectangle 20">
            <a:extLst>
              <a:ext uri="{FF2B5EF4-FFF2-40B4-BE49-F238E27FC236}">
                <a16:creationId xmlns:a16="http://schemas.microsoft.com/office/drawing/2014/main" id="{FCF9CDB0-5730-E246-B31F-F5963CF8EFDC}"/>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24" name="Text Placeholder 6">
            <a:extLst>
              <a:ext uri="{FF2B5EF4-FFF2-40B4-BE49-F238E27FC236}">
                <a16:creationId xmlns:a16="http://schemas.microsoft.com/office/drawing/2014/main" id="{44EB3013-FCB4-1B4E-A9F2-FD57CF727CCC}"/>
              </a:ext>
            </a:extLst>
          </p:cNvPr>
          <p:cNvSpPr>
            <a:spLocks noGrp="1"/>
          </p:cNvSpPr>
          <p:nvPr>
            <p:ph type="body" sz="quarter" idx="16" hasCustomPrompt="1"/>
          </p:nvPr>
        </p:nvSpPr>
        <p:spPr>
          <a:xfrm>
            <a:off x="606077" y="6523001"/>
            <a:ext cx="11285885" cy="205613"/>
          </a:xfrm>
          <a:prstGeom prst="rect">
            <a:avLst/>
          </a:prstGeom>
        </p:spPr>
        <p:txBody>
          <a:bodyPr wrap="square" tIns="0" rIns="0" bIns="54000" numCol="1" anchor="b">
            <a:noAutofit/>
          </a:bodyPr>
          <a:lstStyle>
            <a:lvl1pPr marL="0" indent="0">
              <a:lnSpc>
                <a:spcPct val="90000"/>
              </a:lnSpc>
              <a:spcBef>
                <a:spcPts val="0"/>
              </a:spcBef>
              <a:spcAft>
                <a:spcPts val="0"/>
              </a:spcAft>
              <a:buFont typeface="Arial" panose="020B0604020202020204" pitchFamily="34" charset="0"/>
              <a:buNone/>
              <a:defRPr sz="800" b="0">
                <a:solidFill>
                  <a:schemeClr val="accent3"/>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pic>
        <p:nvPicPr>
          <p:cNvPr id="2" name="Picture 1">
            <a:extLst>
              <a:ext uri="{FF2B5EF4-FFF2-40B4-BE49-F238E27FC236}">
                <a16:creationId xmlns:a16="http://schemas.microsoft.com/office/drawing/2014/main" id="{EB110C89-2A3C-AD17-D9DB-67A9ACDD00E2}"/>
              </a:ext>
            </a:extLst>
          </p:cNvPr>
          <p:cNvPicPr>
            <a:picLocks/>
          </p:cNvPicPr>
          <p:nvPr userDrawn="1"/>
        </p:nvPicPr>
        <p:blipFill>
          <a:blip r:embed="rId3"/>
          <a:srcRect l="628" t="95254" r="486" b="703"/>
          <a:stretch/>
        </p:blipFill>
        <p:spPr>
          <a:xfrm>
            <a:off x="0" y="6539230"/>
            <a:ext cx="12192000" cy="318771"/>
          </a:xfrm>
          <a:prstGeom prst="rect">
            <a:avLst/>
          </a:prstGeom>
          <a:ln>
            <a:noFill/>
          </a:ln>
        </p:spPr>
      </p:pic>
      <p:sp>
        <p:nvSpPr>
          <p:cNvPr id="3" name="Slide Number Placeholder 4">
            <a:extLst>
              <a:ext uri="{FF2B5EF4-FFF2-40B4-BE49-F238E27FC236}">
                <a16:creationId xmlns:a16="http://schemas.microsoft.com/office/drawing/2014/main" id="{3B208F6D-191D-5E50-BA63-ABD3AE072CBD}"/>
              </a:ext>
            </a:extLst>
          </p:cNvPr>
          <p:cNvSpPr txBox="1">
            <a:spLocks/>
          </p:cNvSpPr>
          <p:nvPr userDrawn="1"/>
        </p:nvSpPr>
        <p:spPr>
          <a:xfrm>
            <a:off x="215945" y="6585753"/>
            <a:ext cx="391115" cy="19613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FFFFFF"/>
                </a:solidFill>
                <a:effectLst/>
                <a:uLnTx/>
                <a:uFillTx/>
                <a:latin typeface="Calibri" panose="020F0502020204030204"/>
                <a:ea typeface="メイリオ" panose="020B0604030504040204" pitchFamily="34" charset="-128"/>
                <a:cs typeface="+mn-cs"/>
              </a:rPr>
              <a:pPr marL="0" marR="0" lvl="0" indent="0" algn="l" defTabSz="1218810" rtl="0" eaLnBrk="1" fontAlgn="auto" latinLnBrk="0" hangingPunct="1">
                <a:lnSpc>
                  <a:spcPct val="100000"/>
                </a:lnSpc>
                <a:spcBef>
                  <a:spcPts val="0"/>
                </a:spcBef>
                <a:spcAft>
                  <a:spcPts val="0"/>
                </a:spcAft>
                <a:buClrTx/>
                <a:buSzTx/>
                <a:buFontTx/>
                <a:buNone/>
                <a:tabLst/>
                <a:defRPr/>
              </a:pPr>
              <a:t>‹#›</a:t>
            </a:fld>
            <a:endParaRPr kumimoji="0" lang="ja-JP" altLang="en-US" sz="800" b="1" i="0" u="none" strike="noStrike" kern="1200" cap="none" spc="0" normalizeH="0" baseline="0" noProof="0">
              <a:ln>
                <a:noFill/>
              </a:ln>
              <a:solidFill>
                <a:srgbClr val="FFFFFF"/>
              </a:solidFill>
              <a:effectLst/>
              <a:uLnTx/>
              <a:uFillTx/>
              <a:latin typeface="Calibri" panose="020F0502020204030204"/>
              <a:ea typeface="メイリオ" panose="020B0604030504040204" pitchFamily="34" charset="-128"/>
              <a:cs typeface="+mn-cs"/>
            </a:endParaRPr>
          </a:p>
        </p:txBody>
      </p:sp>
      <p:sp>
        <p:nvSpPr>
          <p:cNvPr id="4" name="TextBox 3">
            <a:extLst>
              <a:ext uri="{FF2B5EF4-FFF2-40B4-BE49-F238E27FC236}">
                <a16:creationId xmlns:a16="http://schemas.microsoft.com/office/drawing/2014/main" id="{C7F070E9-2F67-551B-FD9F-7B9962953AAC}"/>
              </a:ext>
            </a:extLst>
          </p:cNvPr>
          <p:cNvSpPr txBox="1"/>
          <p:nvPr userDrawn="1"/>
        </p:nvSpPr>
        <p:spPr>
          <a:xfrm>
            <a:off x="515983" y="6587602"/>
            <a:ext cx="3833949"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Calibri" panose="020F0502020204030204"/>
                <a:ea typeface="+mn-ea"/>
                <a:cs typeface="+mn-cs"/>
              </a:rPr>
              <a:t>CONFIDENTIAL-DRAFT-SUBJECT TO LEGAL AND COMPLIANCE REVIEW</a:t>
            </a:r>
          </a:p>
        </p:txBody>
      </p:sp>
    </p:spTree>
    <p:extLst>
      <p:ext uri="{BB962C8B-B14F-4D97-AF65-F5344CB8AC3E}">
        <p14:creationId xmlns:p14="http://schemas.microsoft.com/office/powerpoint/2010/main" val="3922544309"/>
      </p:ext>
    </p:extLst>
  </p:cSld>
  <p:clrMapOvr>
    <a:masterClrMapping/>
  </p:clrMapOvr>
  <p:transition spd="slow">
    <p:push di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BDFEA-E520-4CB8-B97E-216B21E7DD12}"/>
              </a:ext>
            </a:extLst>
          </p:cNvPr>
          <p:cNvSpPr>
            <a:spLocks noGrp="1"/>
          </p:cNvSpPr>
          <p:nvPr>
            <p:ph type="ctrTitle" hasCustomPrompt="1"/>
          </p:nvPr>
        </p:nvSpPr>
        <p:spPr bwMode="auto">
          <a:xfrm>
            <a:off x="548640" y="2134362"/>
            <a:ext cx="5760720" cy="1661993"/>
          </a:xfrm>
        </p:spPr>
        <p:txBody>
          <a:bodyPr anchor="b">
            <a:noAutofit/>
          </a:bodyPr>
          <a:lstStyle>
            <a:lvl1pPr algn="l">
              <a:defRPr sz="3600">
                <a:solidFill>
                  <a:schemeClr val="accent1"/>
                </a:solidFill>
              </a:defRPr>
            </a:lvl1pPr>
          </a:lstStyle>
          <a:p>
            <a:r>
              <a:rPr lang="en-US"/>
              <a:t>Project name</a:t>
            </a:r>
            <a:br>
              <a:rPr lang="en-US"/>
            </a:br>
            <a:r>
              <a:rPr lang="en-US"/>
              <a:t>Presentation title </a:t>
            </a:r>
            <a:br>
              <a:rPr lang="en-US"/>
            </a:br>
            <a:r>
              <a:rPr lang="en-US"/>
              <a:t>(Times New Roman 36 </a:t>
            </a:r>
            <a:r>
              <a:rPr lang="en-US" err="1"/>
              <a:t>pt</a:t>
            </a:r>
            <a:r>
              <a:rPr lang="en-US"/>
              <a:t>)</a:t>
            </a:r>
          </a:p>
        </p:txBody>
      </p:sp>
      <p:sp>
        <p:nvSpPr>
          <p:cNvPr id="3" name="Subtitle 2">
            <a:extLst>
              <a:ext uri="{FF2B5EF4-FFF2-40B4-BE49-F238E27FC236}">
                <a16:creationId xmlns:a16="http://schemas.microsoft.com/office/drawing/2014/main" id="{159000BD-79BF-4611-9B57-571F7BE12EB4}"/>
              </a:ext>
            </a:extLst>
          </p:cNvPr>
          <p:cNvSpPr>
            <a:spLocks noGrp="1"/>
          </p:cNvSpPr>
          <p:nvPr>
            <p:ph type="subTitle" idx="1" hasCustomPrompt="1"/>
          </p:nvPr>
        </p:nvSpPr>
        <p:spPr bwMode="auto">
          <a:xfrm>
            <a:off x="548640" y="4182618"/>
            <a:ext cx="5760720" cy="276999"/>
          </a:xfrm>
        </p:spPr>
        <p:txBody>
          <a:bodyPr>
            <a:noAutofit/>
          </a:bodyPr>
          <a:lstStyle>
            <a:lvl1pPr marL="0" indent="0" algn="l">
              <a:spcBef>
                <a:spcPts val="0"/>
              </a:spcBef>
              <a:spcAft>
                <a:spcPts val="0"/>
              </a:spcAft>
              <a:buNone/>
              <a:defRPr sz="1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Prepared for Client Name (Arial 18 </a:t>
            </a:r>
            <a:r>
              <a:rPr lang="en-US" err="1"/>
              <a:t>pt</a:t>
            </a:r>
            <a:r>
              <a:rPr lang="en-US"/>
              <a:t>)</a:t>
            </a:r>
          </a:p>
        </p:txBody>
      </p:sp>
      <p:sp>
        <p:nvSpPr>
          <p:cNvPr id="11" name="Text Placeholder 10">
            <a:extLst>
              <a:ext uri="{FF2B5EF4-FFF2-40B4-BE49-F238E27FC236}">
                <a16:creationId xmlns:a16="http://schemas.microsoft.com/office/drawing/2014/main" id="{D39DAEAE-09D9-43F1-ACE9-0FBAF0973A19}"/>
              </a:ext>
            </a:extLst>
          </p:cNvPr>
          <p:cNvSpPr>
            <a:spLocks noGrp="1"/>
          </p:cNvSpPr>
          <p:nvPr>
            <p:ph type="body" sz="quarter" idx="10" hasCustomPrompt="1"/>
          </p:nvPr>
        </p:nvSpPr>
        <p:spPr bwMode="auto">
          <a:xfrm>
            <a:off x="549275" y="4499842"/>
            <a:ext cx="5760720" cy="215444"/>
          </a:xfrm>
        </p:spPr>
        <p:txBody>
          <a:bodyPr>
            <a:noAutofit/>
          </a:bodyPr>
          <a:lstStyle>
            <a:lvl1pPr>
              <a:spcBef>
                <a:spcPts val="0"/>
              </a:spcBef>
              <a:spcAft>
                <a:spcPts val="0"/>
              </a:spcAft>
              <a:defRPr sz="1400">
                <a:solidFill>
                  <a:schemeClr val="accent1"/>
                </a:solidFill>
              </a:defRPr>
            </a:lvl1pPr>
          </a:lstStyle>
          <a:p>
            <a:pPr lvl="0"/>
            <a:r>
              <a:rPr lang="en-US"/>
              <a:t>Date</a:t>
            </a:r>
          </a:p>
        </p:txBody>
      </p:sp>
      <p:sp>
        <p:nvSpPr>
          <p:cNvPr id="12" name="Text Placeholder 10">
            <a:extLst>
              <a:ext uri="{FF2B5EF4-FFF2-40B4-BE49-F238E27FC236}">
                <a16:creationId xmlns:a16="http://schemas.microsoft.com/office/drawing/2014/main" id="{8A8940B4-E368-4738-955D-BBD8ECE7045E}"/>
              </a:ext>
            </a:extLst>
          </p:cNvPr>
          <p:cNvSpPr>
            <a:spLocks noGrp="1"/>
          </p:cNvSpPr>
          <p:nvPr>
            <p:ph type="body" sz="quarter" idx="11" hasCustomPrompt="1"/>
          </p:nvPr>
        </p:nvSpPr>
        <p:spPr bwMode="auto">
          <a:xfrm>
            <a:off x="549276" y="5111496"/>
            <a:ext cx="5760720" cy="307777"/>
          </a:xfrm>
        </p:spPr>
        <p:txBody>
          <a:bodyPr wrap="square" anchor="b" anchorCtr="0">
            <a:noAutofit/>
          </a:bodyPr>
          <a:lstStyle>
            <a:lvl1pPr>
              <a:spcBef>
                <a:spcPts val="0"/>
              </a:spcBef>
              <a:spcAft>
                <a:spcPts val="0"/>
              </a:spcAft>
              <a:defRPr sz="1000">
                <a:solidFill>
                  <a:schemeClr val="tx2"/>
                </a:solidFill>
              </a:defRPr>
            </a:lvl1pPr>
          </a:lstStyle>
          <a:p>
            <a:pPr lvl="0"/>
            <a:r>
              <a:rPr lang="en-US"/>
              <a:t>Confidential statement</a:t>
            </a:r>
          </a:p>
        </p:txBody>
      </p:sp>
      <p:sp>
        <p:nvSpPr>
          <p:cNvPr id="13" name="Text Placeholder 10">
            <a:extLst>
              <a:ext uri="{FF2B5EF4-FFF2-40B4-BE49-F238E27FC236}">
                <a16:creationId xmlns:a16="http://schemas.microsoft.com/office/drawing/2014/main" id="{1CA3EB8B-ACB8-4D00-A63C-DD1B6F0BC12B}"/>
              </a:ext>
            </a:extLst>
          </p:cNvPr>
          <p:cNvSpPr>
            <a:spLocks noGrp="1"/>
          </p:cNvSpPr>
          <p:nvPr>
            <p:ph type="body" sz="quarter" idx="12" hasCustomPrompt="1"/>
          </p:nvPr>
        </p:nvSpPr>
        <p:spPr bwMode="auto">
          <a:xfrm>
            <a:off x="549276" y="5495544"/>
            <a:ext cx="5760720" cy="153888"/>
          </a:xfrm>
        </p:spPr>
        <p:txBody>
          <a:bodyPr wrap="square" anchor="t">
            <a:spAutoFit/>
          </a:bodyPr>
          <a:lstStyle>
            <a:lvl1pPr>
              <a:spcBef>
                <a:spcPts val="0"/>
              </a:spcBef>
              <a:spcAft>
                <a:spcPts val="0"/>
              </a:spcAft>
              <a:defRPr sz="1000">
                <a:solidFill>
                  <a:schemeClr val="tx2"/>
                </a:solidFill>
              </a:defRPr>
            </a:lvl1pPr>
          </a:lstStyle>
          <a:p>
            <a:pPr lvl="0"/>
            <a:r>
              <a:rPr lang="en-US"/>
              <a:t>Office and contact number</a:t>
            </a:r>
          </a:p>
        </p:txBody>
      </p:sp>
      <p:pic>
        <p:nvPicPr>
          <p:cNvPr id="14" name="Picture 13">
            <a:extLst>
              <a:ext uri="{FF2B5EF4-FFF2-40B4-BE49-F238E27FC236}">
                <a16:creationId xmlns:a16="http://schemas.microsoft.com/office/drawing/2014/main" id="{8588648C-0BC5-4A9C-B871-4FAC4ED4DD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gray">
          <a:xfrm>
            <a:off x="548640" y="6168390"/>
            <a:ext cx="2083868" cy="182880"/>
          </a:xfrm>
          <a:prstGeom prst="rect">
            <a:avLst/>
          </a:prstGeom>
        </p:spPr>
      </p:pic>
      <p:cxnSp>
        <p:nvCxnSpPr>
          <p:cNvPr id="25" name="Straight Connector 24">
            <a:extLst>
              <a:ext uri="{FF2B5EF4-FFF2-40B4-BE49-F238E27FC236}">
                <a16:creationId xmlns:a16="http://schemas.microsoft.com/office/drawing/2014/main" id="{2DD777C9-2AB8-42BC-8310-990E53560028}"/>
              </a:ext>
            </a:extLst>
          </p:cNvPr>
          <p:cNvCxnSpPr>
            <a:cxnSpLocks/>
          </p:cNvCxnSpPr>
          <p:nvPr userDrawn="1"/>
        </p:nvCxnSpPr>
        <p:spPr bwMode="gray">
          <a:xfrm>
            <a:off x="2448864" y="1028700"/>
            <a:ext cx="0" cy="228600"/>
          </a:xfrm>
          <a:prstGeom prst="line">
            <a:avLst/>
          </a:prstGeom>
          <a:ln w="12700" cap="flat">
            <a:solidFill>
              <a:schemeClr val="bg1"/>
            </a:solidFill>
            <a:prstDash val="solid"/>
          </a:ln>
        </p:spPr>
        <p:style>
          <a:lnRef idx="1">
            <a:schemeClr val="accent1"/>
          </a:lnRef>
          <a:fillRef idx="0">
            <a:schemeClr val="accent1"/>
          </a:fillRef>
          <a:effectRef idx="0">
            <a:schemeClr val="accent1"/>
          </a:effectRef>
          <a:fontRef idx="minor">
            <a:schemeClr val="tx1"/>
          </a:fontRef>
        </p:style>
      </p:cxnSp>
      <p:pic>
        <p:nvPicPr>
          <p:cNvPr id="19" name="Picture 18" descr="A picture containing room, fence&#10;&#10;Description automatically generated">
            <a:extLst>
              <a:ext uri="{FF2B5EF4-FFF2-40B4-BE49-F238E27FC236}">
                <a16:creationId xmlns:a16="http://schemas.microsoft.com/office/drawing/2014/main" id="{520DC316-1EB8-4007-8275-38591C87C367}"/>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gray">
          <a:xfrm>
            <a:off x="548640" y="548640"/>
            <a:ext cx="1505304" cy="1188720"/>
          </a:xfrm>
          <a:prstGeom prst="rect">
            <a:avLst/>
          </a:prstGeom>
        </p:spPr>
      </p:pic>
      <p:sp>
        <p:nvSpPr>
          <p:cNvPr id="15" name="titlemaster_clientlogo" hidden="1">
            <a:extLst>
              <a:ext uri="{FF2B5EF4-FFF2-40B4-BE49-F238E27FC236}">
                <a16:creationId xmlns:a16="http://schemas.microsoft.com/office/drawing/2014/main" id="{73647228-12FF-4FEA-9212-FF9D142B463D}"/>
              </a:ext>
            </a:extLst>
          </p:cNvPr>
          <p:cNvSpPr txBox="1">
            <a:spLocks noChangeArrowheads="1"/>
          </p:cNvSpPr>
          <p:nvPr userDrawn="1"/>
        </p:nvSpPr>
        <p:spPr bwMode="auto">
          <a:xfrm>
            <a:off x="2844000" y="685800"/>
            <a:ext cx="1828800" cy="914400"/>
          </a:xfrm>
          <a:prstGeom prst="rect">
            <a:avLst/>
          </a:prstGeom>
          <a:noFill/>
          <a:ln w="9525">
            <a:noFill/>
            <a:miter lim="800000"/>
            <a:headEnd/>
            <a:tailEnd/>
          </a:ln>
          <a:effectLst/>
        </p:spPr>
        <p:txBody>
          <a:bodyPr/>
          <a:lstStyle/>
          <a:p>
            <a:pPr algn="l">
              <a:spcBef>
                <a:spcPct val="50000"/>
              </a:spcBef>
            </a:pPr>
            <a:endParaRPr lang="en-US" sz="1800"/>
          </a:p>
        </p:txBody>
      </p:sp>
      <p:pic>
        <p:nvPicPr>
          <p:cNvPr id="16" name="Picture 15">
            <a:extLst>
              <a:ext uri="{FF2B5EF4-FFF2-40B4-BE49-F238E27FC236}">
                <a16:creationId xmlns:a16="http://schemas.microsoft.com/office/drawing/2014/main" id="{E8975461-CFCC-4B5A-92B2-274DFB1AF425}"/>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t="259" r="259"/>
          <a:stretch/>
        </p:blipFill>
        <p:spPr>
          <a:xfrm>
            <a:off x="8534400" y="0"/>
            <a:ext cx="3657600" cy="4874096"/>
          </a:xfrm>
          <a:prstGeom prst="rect">
            <a:avLst/>
          </a:prstGeom>
        </p:spPr>
      </p:pic>
      <p:sp>
        <p:nvSpPr>
          <p:cNvPr id="17" name="titlemaster_draft" hidden="1">
            <a:extLst>
              <a:ext uri="{FF2B5EF4-FFF2-40B4-BE49-F238E27FC236}">
                <a16:creationId xmlns:a16="http://schemas.microsoft.com/office/drawing/2014/main" id="{3645DDA6-F9EA-4E88-8CFE-B64E169C40DB}"/>
              </a:ext>
            </a:extLst>
          </p:cNvPr>
          <p:cNvSpPr txBox="1"/>
          <p:nvPr userDrawn="1"/>
        </p:nvSpPr>
        <p:spPr>
          <a:xfrm>
            <a:off x="5931692" y="189999"/>
            <a:ext cx="328616"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spTree>
    <p:extLst>
      <p:ext uri="{BB962C8B-B14F-4D97-AF65-F5344CB8AC3E}">
        <p14:creationId xmlns:p14="http://schemas.microsoft.com/office/powerpoint/2010/main" val="42619862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0860C-1611-415D-B493-9E72EFC20C69}"/>
              </a:ext>
            </a:extLst>
          </p:cNvPr>
          <p:cNvSpPr>
            <a:spLocks noGrp="1"/>
          </p:cNvSpPr>
          <p:nvPr>
            <p:ph type="title" hasCustomPrompt="1"/>
          </p:nvPr>
        </p:nvSpPr>
        <p:spPr bwMode="auto">
          <a:xfrm>
            <a:off x="548640" y="429768"/>
            <a:ext cx="11091672" cy="492443"/>
          </a:xfrm>
        </p:spPr>
        <p:txBody>
          <a:bodyPr/>
          <a:lstStyle>
            <a:lvl1pPr>
              <a:defRPr>
                <a:solidFill>
                  <a:schemeClr val="accent1"/>
                </a:solidFill>
              </a:defRPr>
            </a:lvl1pPr>
          </a:lstStyle>
          <a:p>
            <a:r>
              <a:rPr lang="en-US"/>
              <a:t>Click to add title (Times New Roman 32 pt)</a:t>
            </a:r>
          </a:p>
        </p:txBody>
      </p:sp>
      <p:sp>
        <p:nvSpPr>
          <p:cNvPr id="3" name="Content Placeholder 2">
            <a:extLst>
              <a:ext uri="{FF2B5EF4-FFF2-40B4-BE49-F238E27FC236}">
                <a16:creationId xmlns:a16="http://schemas.microsoft.com/office/drawing/2014/main" id="{6AA77F65-8A9A-4083-8B11-117385C26FBF}"/>
              </a:ext>
            </a:extLst>
          </p:cNvPr>
          <p:cNvSpPr>
            <a:spLocks noGrp="1"/>
          </p:cNvSpPr>
          <p:nvPr>
            <p:ph idx="1" hasCustomPrompt="1"/>
          </p:nvPr>
        </p:nvSpPr>
        <p:spPr bwMode="auto">
          <a:xfrm>
            <a:off x="548640" y="1856232"/>
            <a:ext cx="11091672" cy="4453128"/>
          </a:xfrm>
        </p:spPr>
        <p:txBody>
          <a:bodyPr/>
          <a:lstStyle>
            <a:lvl1pPr rtl="0">
              <a:defRPr>
                <a:solidFill>
                  <a:schemeClr val="accent1"/>
                </a:solidFill>
                <a:latin typeface="+mn-lt"/>
              </a:defRPr>
            </a:lvl1pPr>
            <a:lvl2pPr>
              <a:buClrTx/>
              <a:defRPr>
                <a:solidFill>
                  <a:schemeClr val="accent1"/>
                </a:solidFill>
                <a:latin typeface="+mn-lt"/>
              </a:defRPr>
            </a:lvl2pPr>
            <a:lvl3pPr>
              <a:buClrTx/>
              <a:defRPr>
                <a:solidFill>
                  <a:schemeClr val="accent1"/>
                </a:solidFill>
                <a:latin typeface="+mn-lt"/>
              </a:defRPr>
            </a:lvl3pPr>
          </a:lstStyle>
          <a:p>
            <a:pPr rtl="0"/>
            <a:r>
              <a:rPr lang="en-US" b="0" i="0" u="none" strike="noStrike" kern="1200" baseline="0">
                <a:solidFill>
                  <a:srgbClr val="1A1628"/>
                </a:solidFill>
                <a:latin typeface="Arial" panose="020B0604020202020204" pitchFamily="34" charset="0"/>
              </a:rPr>
              <a:t>Click to add text (Arial 18 </a:t>
            </a:r>
            <a:r>
              <a:rPr lang="en-US" b="0" i="0" u="none" strike="noStrike" kern="1200" baseline="0" err="1">
                <a:solidFill>
                  <a:srgbClr val="1A1628"/>
                </a:solidFill>
                <a:latin typeface="Arial" panose="020B0604020202020204" pitchFamily="34" charset="0"/>
              </a:rPr>
              <a:t>pt</a:t>
            </a:r>
            <a:r>
              <a:rPr lang="en-US" b="0" i="0" u="none" strike="noStrike" kern="1200" baseline="0">
                <a:solidFill>
                  <a:srgbClr val="1A1628"/>
                </a:solidFill>
                <a:latin typeface="Arial" panose="020B0604020202020204" pitchFamily="34" charset="0"/>
              </a:rPr>
              <a:t>)</a:t>
            </a:r>
          </a:p>
          <a:p>
            <a:pPr lvl="1"/>
            <a:r>
              <a:rPr lang="en-US"/>
              <a:t>Second level</a:t>
            </a:r>
          </a:p>
          <a:p>
            <a:pPr lvl="2"/>
            <a:r>
              <a:rPr lang="en-US"/>
              <a:t>Third level</a:t>
            </a:r>
          </a:p>
        </p:txBody>
      </p:sp>
    </p:spTree>
    <p:extLst>
      <p:ext uri="{BB962C8B-B14F-4D97-AF65-F5344CB8AC3E}">
        <p14:creationId xmlns:p14="http://schemas.microsoft.com/office/powerpoint/2010/main" val="3922141598"/>
      </p:ext>
    </p:extLst>
  </p:cSld>
  <p:clrMapOvr>
    <a:masterClrMapping/>
  </p:clrMapOvr>
  <p:extLst>
    <p:ext uri="{DCECCB84-F9BA-43D5-87BE-67443E8EF086}">
      <p15:sldGuideLst xmlns:p15="http://schemas.microsoft.com/office/powerpoint/2012/main">
        <p15:guide id="1" orient="horz" pos="117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768CE-375C-4842-BF55-8BE857CA08F1}"/>
              </a:ext>
            </a:extLst>
          </p:cNvPr>
          <p:cNvSpPr>
            <a:spLocks noGrp="1"/>
          </p:cNvSpPr>
          <p:nvPr>
            <p:ph type="title" hasCustomPrompt="1"/>
          </p:nvPr>
        </p:nvSpPr>
        <p:spPr bwMode="auto">
          <a:xfrm>
            <a:off x="548640" y="429768"/>
            <a:ext cx="11091672" cy="492443"/>
          </a:xfrm>
        </p:spPr>
        <p:txBody>
          <a:bodyPr/>
          <a:lstStyle>
            <a:lvl1pPr>
              <a:defRPr>
                <a:solidFill>
                  <a:schemeClr val="accent1"/>
                </a:solidFill>
              </a:defRPr>
            </a:lvl1pPr>
          </a:lstStyle>
          <a:p>
            <a:r>
              <a:rPr lang="en-US"/>
              <a:t>Click to add title (Times New Roman 32 </a:t>
            </a:r>
            <a:r>
              <a:rPr lang="en-US" err="1"/>
              <a:t>pt</a:t>
            </a:r>
            <a:r>
              <a:rPr lang="en-US"/>
              <a:t>)</a:t>
            </a:r>
          </a:p>
        </p:txBody>
      </p:sp>
    </p:spTree>
    <p:extLst>
      <p:ext uri="{BB962C8B-B14F-4D97-AF65-F5344CB8AC3E}">
        <p14:creationId xmlns:p14="http://schemas.microsoft.com/office/powerpoint/2010/main" val="405916830"/>
      </p:ext>
    </p:extLst>
  </p:cSld>
  <p:clrMapOvr>
    <a:masterClrMapping/>
  </p:clrMapOvr>
  <p:extLst>
    <p:ext uri="{DCECCB84-F9BA-43D5-87BE-67443E8EF086}">
      <p15:sldGuideLst xmlns:p15="http://schemas.microsoft.com/office/powerpoint/2012/main">
        <p15:guide id="1" orient="horz" pos="117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Divider Dark">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A67FF0C-3EA2-42C3-A9F8-0C006EFCB146}"/>
              </a:ext>
            </a:extLst>
          </p:cNvPr>
          <p:cNvSpPr>
            <a:spLocks noGrp="1"/>
          </p:cNvSpPr>
          <p:nvPr>
            <p:ph type="body" idx="1" hasCustomPrompt="1"/>
          </p:nvPr>
        </p:nvSpPr>
        <p:spPr bwMode="auto">
          <a:xfrm>
            <a:off x="548640" y="3624638"/>
            <a:ext cx="6858000" cy="341632"/>
          </a:xfrm>
          <a:noFill/>
        </p:spPr>
        <p:txBody>
          <a:bodyPr wrap="square" bIns="64008" anchor="b">
            <a:spAutoFit/>
          </a:bodyPr>
          <a:lstStyle>
            <a:lvl1pPr marL="0" indent="0">
              <a:spcBef>
                <a:spcPts val="0"/>
              </a:spcBef>
              <a:buNone/>
              <a:defRPr sz="1800" cap="all" spc="300" baseline="0">
                <a:solidFill>
                  <a:schemeClr val="accent2"/>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SECTION NUMBER (ARIAL 18 PT)</a:t>
            </a:r>
          </a:p>
        </p:txBody>
      </p:sp>
      <p:cxnSp>
        <p:nvCxnSpPr>
          <p:cNvPr id="8" name="Straight Connector 7">
            <a:extLst>
              <a:ext uri="{FF2B5EF4-FFF2-40B4-BE49-F238E27FC236}">
                <a16:creationId xmlns:a16="http://schemas.microsoft.com/office/drawing/2014/main" id="{E2C3DB42-8D31-435E-B234-25F1065FA093}"/>
              </a:ext>
            </a:extLst>
          </p:cNvPr>
          <p:cNvCxnSpPr>
            <a:cxnSpLocks/>
          </p:cNvCxnSpPr>
          <p:nvPr userDrawn="1"/>
        </p:nvCxnSpPr>
        <p:spPr bwMode="auto">
          <a:xfrm>
            <a:off x="548640" y="3966270"/>
            <a:ext cx="6858000" cy="0"/>
          </a:xfrm>
          <a:prstGeom prst="line">
            <a:avLst/>
          </a:prstGeom>
          <a:ln w="12700" cap="flat">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259B64BF-73A8-4359-ADA3-79DB1E6443E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885511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Divider Light">
    <p:bg>
      <p:bgPr>
        <a:solidFill>
          <a:srgbClr val="F4F3F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FF51D-F35F-4EEA-A86B-2847AB1E7737}"/>
              </a:ext>
            </a:extLst>
          </p:cNvPr>
          <p:cNvSpPr>
            <a:spLocks noGrp="1"/>
          </p:cNvSpPr>
          <p:nvPr>
            <p:ph type="title" hasCustomPrompt="1"/>
          </p:nvPr>
        </p:nvSpPr>
        <p:spPr bwMode="auto">
          <a:xfrm>
            <a:off x="548640" y="4133088"/>
            <a:ext cx="6858000" cy="2176272"/>
          </a:xfrm>
          <a:noFill/>
        </p:spPr>
        <p:txBody>
          <a:bodyPr anchor="t">
            <a:noAutofit/>
          </a:bodyPr>
          <a:lstStyle>
            <a:lvl1pPr>
              <a:defRPr sz="3600">
                <a:solidFill>
                  <a:schemeClr val="accent1"/>
                </a:solidFill>
              </a:defRPr>
            </a:lvl1pPr>
          </a:lstStyle>
          <a:p>
            <a:r>
              <a:rPr lang="en-US"/>
              <a:t>Click to add section title </a:t>
            </a:r>
            <a:br>
              <a:rPr lang="en-US"/>
            </a:br>
            <a:r>
              <a:rPr lang="en-US"/>
              <a:t>(Times New Roman 36 </a:t>
            </a:r>
            <a:r>
              <a:rPr lang="en-US" err="1"/>
              <a:t>pt</a:t>
            </a:r>
            <a:r>
              <a:rPr lang="en-US"/>
              <a:t>)</a:t>
            </a:r>
          </a:p>
        </p:txBody>
      </p:sp>
      <p:sp>
        <p:nvSpPr>
          <p:cNvPr id="3" name="Text Placeholder 2">
            <a:extLst>
              <a:ext uri="{FF2B5EF4-FFF2-40B4-BE49-F238E27FC236}">
                <a16:creationId xmlns:a16="http://schemas.microsoft.com/office/drawing/2014/main" id="{CA67FF0C-3EA2-42C3-A9F8-0C006EFCB146}"/>
              </a:ext>
            </a:extLst>
          </p:cNvPr>
          <p:cNvSpPr>
            <a:spLocks noGrp="1"/>
          </p:cNvSpPr>
          <p:nvPr>
            <p:ph type="body" idx="1" hasCustomPrompt="1"/>
          </p:nvPr>
        </p:nvSpPr>
        <p:spPr bwMode="auto">
          <a:xfrm>
            <a:off x="548640" y="3624638"/>
            <a:ext cx="6858000" cy="341632"/>
          </a:xfrm>
          <a:noFill/>
        </p:spPr>
        <p:txBody>
          <a:bodyPr wrap="square" bIns="64008" anchor="b">
            <a:spAutoFit/>
          </a:bodyPr>
          <a:lstStyle>
            <a:lvl1pPr marL="0" indent="0">
              <a:spcBef>
                <a:spcPts val="0"/>
              </a:spcBef>
              <a:buNone/>
              <a:defRPr sz="1800" cap="all" spc="300" baseline="0">
                <a:solidFill>
                  <a:schemeClr val="accent2"/>
                </a:solidFill>
                <a:latin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SECTION NUMBER (ARIAL 18 PT)</a:t>
            </a:r>
          </a:p>
        </p:txBody>
      </p:sp>
      <p:cxnSp>
        <p:nvCxnSpPr>
          <p:cNvPr id="8" name="Straight Connector 7">
            <a:extLst>
              <a:ext uri="{FF2B5EF4-FFF2-40B4-BE49-F238E27FC236}">
                <a16:creationId xmlns:a16="http://schemas.microsoft.com/office/drawing/2014/main" id="{E2C3DB42-8D31-435E-B234-25F1065FA093}"/>
              </a:ext>
            </a:extLst>
          </p:cNvPr>
          <p:cNvCxnSpPr>
            <a:cxnSpLocks/>
          </p:cNvCxnSpPr>
          <p:nvPr userDrawn="1"/>
        </p:nvCxnSpPr>
        <p:spPr bwMode="auto">
          <a:xfrm>
            <a:off x="548640" y="3966270"/>
            <a:ext cx="68580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08847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A7595-64E1-4411-937E-5150DCE0A912}"/>
              </a:ext>
            </a:extLst>
          </p:cNvPr>
          <p:cNvSpPr>
            <a:spLocks noGrp="1"/>
          </p:cNvSpPr>
          <p:nvPr>
            <p:ph type="title" hasCustomPrompt="1"/>
          </p:nvPr>
        </p:nvSpPr>
        <p:spPr bwMode="auto">
          <a:xfrm>
            <a:off x="548640" y="429768"/>
            <a:ext cx="11091672" cy="492443"/>
          </a:xfrm>
        </p:spPr>
        <p:txBody>
          <a:bodyPr/>
          <a:lstStyle>
            <a:lvl1pPr>
              <a:defRPr/>
            </a:lvl1pPr>
          </a:lstStyle>
          <a:p>
            <a:r>
              <a:rPr lang="en-US"/>
              <a:t>Click to add title (Times New Roman 32 pt)</a:t>
            </a:r>
          </a:p>
        </p:txBody>
      </p:sp>
      <p:sp>
        <p:nvSpPr>
          <p:cNvPr id="4" name="Text Placeholder 3">
            <a:extLst>
              <a:ext uri="{FF2B5EF4-FFF2-40B4-BE49-F238E27FC236}">
                <a16:creationId xmlns:a16="http://schemas.microsoft.com/office/drawing/2014/main" id="{15F1CE3D-CEFE-47C0-AD66-2A33573E615D}"/>
              </a:ext>
            </a:extLst>
          </p:cNvPr>
          <p:cNvSpPr>
            <a:spLocks noGrp="1"/>
          </p:cNvSpPr>
          <p:nvPr>
            <p:ph type="body" sz="quarter" idx="10" hasCustomPrompt="1"/>
          </p:nvPr>
        </p:nvSpPr>
        <p:spPr bwMode="auto">
          <a:xfrm>
            <a:off x="548640" y="1856232"/>
            <a:ext cx="5266944" cy="658368"/>
          </a:xfrm>
          <a:noFill/>
          <a:effectLst/>
        </p:spPr>
        <p:txBody>
          <a:bodyPr bIns="64008"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6" name="Content Placeholder 5">
            <a:extLst>
              <a:ext uri="{FF2B5EF4-FFF2-40B4-BE49-F238E27FC236}">
                <a16:creationId xmlns:a16="http://schemas.microsoft.com/office/drawing/2014/main" id="{59F0E40A-5876-4F21-B613-4F94029B876A}"/>
              </a:ext>
            </a:extLst>
          </p:cNvPr>
          <p:cNvSpPr>
            <a:spLocks noGrp="1"/>
          </p:cNvSpPr>
          <p:nvPr>
            <p:ph sz="quarter" idx="11" hasCustomPrompt="1"/>
          </p:nvPr>
        </p:nvSpPr>
        <p:spPr bwMode="auto">
          <a:xfrm>
            <a:off x="548640" y="2679192"/>
            <a:ext cx="5266944" cy="3630168"/>
          </a:xfrm>
        </p:spPr>
        <p:txBody>
          <a:bodyPr/>
          <a:lstStyle>
            <a:lvl1pPr>
              <a:spcBef>
                <a:spcPts val="1500"/>
              </a:spcBef>
              <a:defRPr sz="1800"/>
            </a:lvl1pPr>
            <a:lvl2pPr marL="228600" indent="-228600">
              <a:spcBef>
                <a:spcPts val="600"/>
              </a:spcBef>
              <a:defRPr sz="1800"/>
            </a:lvl2pPr>
            <a:lvl3pPr marL="457200" indent="-228600">
              <a:spcBef>
                <a:spcPts val="600"/>
              </a:spcBef>
              <a:defRPr sz="1800"/>
            </a:lvl3pPr>
          </a:lstStyle>
          <a:p>
            <a:pPr lvl="0"/>
            <a:r>
              <a:rPr lang="en-US"/>
              <a:t>Click to add text (Arial 18 pt)</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25B55B9A-ADF7-4311-A66D-E44237B8C997}"/>
              </a:ext>
            </a:extLst>
          </p:cNvPr>
          <p:cNvSpPr>
            <a:spLocks noGrp="1"/>
          </p:cNvSpPr>
          <p:nvPr>
            <p:ph type="body" sz="quarter" idx="12" hasCustomPrompt="1"/>
          </p:nvPr>
        </p:nvSpPr>
        <p:spPr bwMode="auto">
          <a:xfrm>
            <a:off x="6373368" y="1856232"/>
            <a:ext cx="5266944" cy="658368"/>
          </a:xfrm>
          <a:noFill/>
          <a:effectLst/>
        </p:spPr>
        <p:txBody>
          <a:bodyPr bIns="64008"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10" name="Content Placeholder 9">
            <a:extLst>
              <a:ext uri="{FF2B5EF4-FFF2-40B4-BE49-F238E27FC236}">
                <a16:creationId xmlns:a16="http://schemas.microsoft.com/office/drawing/2014/main" id="{85F5CF3D-A561-43C6-AED0-4C8952C5F23E}"/>
              </a:ext>
            </a:extLst>
          </p:cNvPr>
          <p:cNvSpPr>
            <a:spLocks noGrp="1"/>
          </p:cNvSpPr>
          <p:nvPr>
            <p:ph sz="quarter" idx="13" hasCustomPrompt="1"/>
          </p:nvPr>
        </p:nvSpPr>
        <p:spPr bwMode="auto">
          <a:xfrm>
            <a:off x="6373368" y="2679192"/>
            <a:ext cx="5266944" cy="3630168"/>
          </a:xfrm>
        </p:spPr>
        <p:txBody>
          <a:bodyPr/>
          <a:lstStyle>
            <a:lvl1pPr>
              <a:spcBef>
                <a:spcPts val="1500"/>
              </a:spcBef>
              <a:defRPr sz="1800"/>
            </a:lvl1pPr>
            <a:lvl2pPr marL="228600" indent="-228600">
              <a:spcBef>
                <a:spcPts val="600"/>
              </a:spcBef>
              <a:defRPr sz="1800"/>
            </a:lvl2pPr>
            <a:lvl3pPr marL="457200" indent="-228600">
              <a:spcBef>
                <a:spcPts val="600"/>
              </a:spcBef>
              <a:defRPr sz="1800"/>
            </a:lvl3pPr>
          </a:lstStyle>
          <a:p>
            <a:pPr lvl="0"/>
            <a:r>
              <a:rPr lang="en-US"/>
              <a:t>Click to add text (Arial 18 pt)</a:t>
            </a:r>
          </a:p>
          <a:p>
            <a:pPr lvl="1"/>
            <a:r>
              <a:rPr lang="en-US"/>
              <a:t>Second level</a:t>
            </a:r>
          </a:p>
          <a:p>
            <a:pPr lvl="2"/>
            <a:r>
              <a:rPr lang="en-US"/>
              <a:t>Third level</a:t>
            </a:r>
          </a:p>
        </p:txBody>
      </p:sp>
    </p:spTree>
    <p:extLst>
      <p:ext uri="{BB962C8B-B14F-4D97-AF65-F5344CB8AC3E}">
        <p14:creationId xmlns:p14="http://schemas.microsoft.com/office/powerpoint/2010/main" val="99553957"/>
      </p:ext>
    </p:extLst>
  </p:cSld>
  <p:clrMapOvr>
    <a:masterClrMapping/>
  </p:clrMapOvr>
  <p:extLst>
    <p:ext uri="{DCECCB84-F9BA-43D5-87BE-67443E8EF086}">
      <p15:sldGuideLst xmlns:p15="http://schemas.microsoft.com/office/powerpoint/2012/main">
        <p15:guide id="1" orient="horz" pos="117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5F1CE3D-CEFE-47C0-AD66-2A33573E615D}"/>
              </a:ext>
            </a:extLst>
          </p:cNvPr>
          <p:cNvSpPr>
            <a:spLocks noGrp="1"/>
          </p:cNvSpPr>
          <p:nvPr>
            <p:ph type="body" sz="quarter" idx="10" hasCustomPrompt="1"/>
          </p:nvPr>
        </p:nvSpPr>
        <p:spPr bwMode="auto">
          <a:xfrm>
            <a:off x="548640" y="1856232"/>
            <a:ext cx="3328416" cy="658368"/>
          </a:xfrm>
          <a:noFill/>
          <a:effectLst/>
        </p:spPr>
        <p:txBody>
          <a:bodyPr bIns="64008"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6" name="Content Placeholder 5">
            <a:extLst>
              <a:ext uri="{FF2B5EF4-FFF2-40B4-BE49-F238E27FC236}">
                <a16:creationId xmlns:a16="http://schemas.microsoft.com/office/drawing/2014/main" id="{59F0E40A-5876-4F21-B613-4F94029B876A}"/>
              </a:ext>
            </a:extLst>
          </p:cNvPr>
          <p:cNvSpPr>
            <a:spLocks noGrp="1"/>
          </p:cNvSpPr>
          <p:nvPr>
            <p:ph sz="quarter" idx="11" hasCustomPrompt="1"/>
          </p:nvPr>
        </p:nvSpPr>
        <p:spPr bwMode="auto">
          <a:xfrm>
            <a:off x="548640" y="2679192"/>
            <a:ext cx="3328416" cy="3630168"/>
          </a:xfrm>
        </p:spPr>
        <p:txBody>
          <a:bodyPr/>
          <a:lstStyle>
            <a:lvl1pPr>
              <a:spcBef>
                <a:spcPts val="1500"/>
              </a:spcBef>
              <a:defRPr sz="1800"/>
            </a:lvl1pPr>
            <a:lvl2pPr marL="228600" indent="-228600">
              <a:spcBef>
                <a:spcPts val="600"/>
              </a:spcBef>
              <a:defRPr sz="1800"/>
            </a:lvl2pPr>
            <a:lvl3pPr marL="457200" indent="-228600">
              <a:spcBef>
                <a:spcPts val="600"/>
              </a:spcBef>
              <a:defRPr sz="1800"/>
            </a:lvl3pPr>
          </a:lstStyle>
          <a:p>
            <a:pPr lvl="0"/>
            <a:r>
              <a:rPr lang="en-US"/>
              <a:t>Click to add text (Arial 18 pt)</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25B55B9A-ADF7-4311-A66D-E44237B8C997}"/>
              </a:ext>
            </a:extLst>
          </p:cNvPr>
          <p:cNvSpPr>
            <a:spLocks noGrp="1"/>
          </p:cNvSpPr>
          <p:nvPr>
            <p:ph type="body" sz="quarter" idx="12" hasCustomPrompt="1"/>
          </p:nvPr>
        </p:nvSpPr>
        <p:spPr bwMode="auto">
          <a:xfrm>
            <a:off x="4430268" y="1856232"/>
            <a:ext cx="3328416" cy="658368"/>
          </a:xfrm>
          <a:noFill/>
          <a:effectLst/>
        </p:spPr>
        <p:txBody>
          <a:bodyPr bIns="64008"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10" name="Content Placeholder 9">
            <a:extLst>
              <a:ext uri="{FF2B5EF4-FFF2-40B4-BE49-F238E27FC236}">
                <a16:creationId xmlns:a16="http://schemas.microsoft.com/office/drawing/2014/main" id="{85F5CF3D-A561-43C6-AED0-4C8952C5F23E}"/>
              </a:ext>
            </a:extLst>
          </p:cNvPr>
          <p:cNvSpPr>
            <a:spLocks noGrp="1"/>
          </p:cNvSpPr>
          <p:nvPr>
            <p:ph sz="quarter" idx="13" hasCustomPrompt="1"/>
          </p:nvPr>
        </p:nvSpPr>
        <p:spPr bwMode="auto">
          <a:xfrm>
            <a:off x="4430268" y="2679192"/>
            <a:ext cx="3328416" cy="3630168"/>
          </a:xfrm>
        </p:spPr>
        <p:txBody>
          <a:bodyPr/>
          <a:lstStyle>
            <a:lvl1pPr>
              <a:spcBef>
                <a:spcPts val="1500"/>
              </a:spcBef>
              <a:defRPr sz="1800"/>
            </a:lvl1pPr>
            <a:lvl2pPr marL="228600" indent="-228600">
              <a:spcBef>
                <a:spcPts val="600"/>
              </a:spcBef>
              <a:defRPr sz="1800"/>
            </a:lvl2pPr>
            <a:lvl3pPr marL="457200" indent="-228600">
              <a:spcBef>
                <a:spcPts val="600"/>
              </a:spcBef>
              <a:defRPr sz="1800"/>
            </a:lvl3pPr>
          </a:lstStyle>
          <a:p>
            <a:pPr lvl="0"/>
            <a:r>
              <a:rPr lang="en-US"/>
              <a:t>Click to add text (Arial 18 pt)</a:t>
            </a:r>
          </a:p>
          <a:p>
            <a:pPr lvl="1"/>
            <a:r>
              <a:rPr lang="en-US"/>
              <a:t>Second level</a:t>
            </a:r>
          </a:p>
          <a:p>
            <a:pPr lvl="2"/>
            <a:r>
              <a:rPr lang="en-US"/>
              <a:t>Third level</a:t>
            </a:r>
          </a:p>
        </p:txBody>
      </p:sp>
      <p:sp>
        <p:nvSpPr>
          <p:cNvPr id="2" name="Title 1">
            <a:extLst>
              <a:ext uri="{FF2B5EF4-FFF2-40B4-BE49-F238E27FC236}">
                <a16:creationId xmlns:a16="http://schemas.microsoft.com/office/drawing/2014/main" id="{6B5A7595-64E1-4411-937E-5150DCE0A912}"/>
              </a:ext>
            </a:extLst>
          </p:cNvPr>
          <p:cNvSpPr>
            <a:spLocks noGrp="1"/>
          </p:cNvSpPr>
          <p:nvPr>
            <p:ph type="title" hasCustomPrompt="1"/>
          </p:nvPr>
        </p:nvSpPr>
        <p:spPr bwMode="auto">
          <a:xfrm>
            <a:off x="548640" y="429768"/>
            <a:ext cx="11091672" cy="492443"/>
          </a:xfrm>
        </p:spPr>
        <p:txBody>
          <a:bodyPr/>
          <a:lstStyle>
            <a:lvl1pPr>
              <a:defRPr/>
            </a:lvl1pPr>
          </a:lstStyle>
          <a:p>
            <a:r>
              <a:rPr lang="en-US"/>
              <a:t>Click to add title (Times New Roman 32 pt)</a:t>
            </a:r>
          </a:p>
        </p:txBody>
      </p:sp>
      <p:sp>
        <p:nvSpPr>
          <p:cNvPr id="12" name="Text Placeholder 11">
            <a:extLst>
              <a:ext uri="{FF2B5EF4-FFF2-40B4-BE49-F238E27FC236}">
                <a16:creationId xmlns:a16="http://schemas.microsoft.com/office/drawing/2014/main" id="{6FE7BBE6-6473-4F15-B17D-4DC8CF07A74C}"/>
              </a:ext>
            </a:extLst>
          </p:cNvPr>
          <p:cNvSpPr>
            <a:spLocks noGrp="1"/>
          </p:cNvSpPr>
          <p:nvPr>
            <p:ph type="body" sz="quarter" idx="14" hasCustomPrompt="1"/>
          </p:nvPr>
        </p:nvSpPr>
        <p:spPr bwMode="auto">
          <a:xfrm>
            <a:off x="8311896" y="1856232"/>
            <a:ext cx="3328416" cy="658368"/>
          </a:xfrm>
          <a:noFill/>
          <a:effectLst/>
        </p:spPr>
        <p:txBody>
          <a:bodyPr bIns="64008" anchor="b"/>
          <a:lstStyle>
            <a:lvl1pPr>
              <a:spcBef>
                <a:spcPts val="0"/>
              </a:spcBef>
              <a:defRPr sz="2000" b="1">
                <a:solidFill>
                  <a:schemeClr val="accent2"/>
                </a:solidFill>
              </a:defRPr>
            </a:lvl1pPr>
          </a:lstStyle>
          <a:p>
            <a:pPr lvl="0"/>
            <a:r>
              <a:rPr lang="en-US"/>
              <a:t>Click to add text</a:t>
            </a:r>
            <a:br>
              <a:rPr lang="en-US"/>
            </a:br>
            <a:r>
              <a:rPr lang="en-US"/>
              <a:t>(Arial 20 pt)</a:t>
            </a:r>
          </a:p>
        </p:txBody>
      </p:sp>
      <p:sp>
        <p:nvSpPr>
          <p:cNvPr id="14" name="Content Placeholder 13">
            <a:extLst>
              <a:ext uri="{FF2B5EF4-FFF2-40B4-BE49-F238E27FC236}">
                <a16:creationId xmlns:a16="http://schemas.microsoft.com/office/drawing/2014/main" id="{A036991A-2914-4ED0-8DDD-212CC13C8AB1}"/>
              </a:ext>
            </a:extLst>
          </p:cNvPr>
          <p:cNvSpPr>
            <a:spLocks noGrp="1"/>
          </p:cNvSpPr>
          <p:nvPr>
            <p:ph sz="quarter" idx="15" hasCustomPrompt="1"/>
          </p:nvPr>
        </p:nvSpPr>
        <p:spPr bwMode="auto">
          <a:xfrm>
            <a:off x="8311896" y="2679192"/>
            <a:ext cx="3328416" cy="3630168"/>
          </a:xfrm>
        </p:spPr>
        <p:txBody>
          <a:bodyPr/>
          <a:lstStyle>
            <a:lvl1pPr>
              <a:spcBef>
                <a:spcPts val="1500"/>
              </a:spcBef>
              <a:defRPr sz="1800"/>
            </a:lvl1pPr>
            <a:lvl2pPr marL="228600" indent="-228600">
              <a:spcBef>
                <a:spcPts val="600"/>
              </a:spcBef>
              <a:defRPr sz="1800"/>
            </a:lvl2pPr>
            <a:lvl3pPr marL="457200" indent="-228600">
              <a:spcBef>
                <a:spcPts val="600"/>
              </a:spcBef>
              <a:defRPr sz="1800"/>
            </a:lvl3pPr>
          </a:lstStyle>
          <a:p>
            <a:pPr lvl="0"/>
            <a:r>
              <a:rPr lang="en-US"/>
              <a:t>Click to add text (Arial 18 pt)</a:t>
            </a:r>
          </a:p>
          <a:p>
            <a:pPr lvl="1"/>
            <a:r>
              <a:rPr lang="en-US"/>
              <a:t>Second level</a:t>
            </a:r>
          </a:p>
          <a:p>
            <a:pPr lvl="2"/>
            <a:r>
              <a:rPr lang="en-US"/>
              <a:t>Third level</a:t>
            </a:r>
          </a:p>
        </p:txBody>
      </p:sp>
    </p:spTree>
    <p:extLst>
      <p:ext uri="{BB962C8B-B14F-4D97-AF65-F5344CB8AC3E}">
        <p14:creationId xmlns:p14="http://schemas.microsoft.com/office/powerpoint/2010/main" val="2942782662"/>
      </p:ext>
    </p:extLst>
  </p:cSld>
  <p:clrMapOvr>
    <a:masterClrMapping/>
  </p:clrMapOvr>
  <p:extLst>
    <p:ext uri="{DCECCB84-F9BA-43D5-87BE-67443E8EF086}">
      <p15:sldGuideLst xmlns:p15="http://schemas.microsoft.com/office/powerpoint/2012/main">
        <p15:guide id="1" orient="horz" pos="117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e Third LHS Dark">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5AC89FE-52C7-4AD1-AA79-B8F5D23C151A}"/>
              </a:ext>
            </a:extLst>
          </p:cNvPr>
          <p:cNvSpPr/>
          <p:nvPr userDrawn="1"/>
        </p:nvSpPr>
        <p:spPr bwMode="white">
          <a:xfrm>
            <a:off x="0" y="0"/>
            <a:ext cx="4059936" cy="6858000"/>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p>
        </p:txBody>
      </p:sp>
      <p:sp>
        <p:nvSpPr>
          <p:cNvPr id="2" name="Title 1">
            <a:extLst>
              <a:ext uri="{FF2B5EF4-FFF2-40B4-BE49-F238E27FC236}">
                <a16:creationId xmlns:a16="http://schemas.microsoft.com/office/drawing/2014/main" id="{6BE9FF73-8ABA-455B-B206-BF71E94E388A}"/>
              </a:ext>
            </a:extLst>
          </p:cNvPr>
          <p:cNvSpPr>
            <a:spLocks noGrp="1"/>
          </p:cNvSpPr>
          <p:nvPr>
            <p:ph type="title" hasCustomPrompt="1"/>
          </p:nvPr>
        </p:nvSpPr>
        <p:spPr bwMode="auto">
          <a:xfrm>
            <a:off x="548640" y="429766"/>
            <a:ext cx="2962021" cy="5971032"/>
          </a:xfrm>
        </p:spPr>
        <p:txBody>
          <a:bodyPr anchor="ctr">
            <a:noAutofit/>
          </a:bodyPr>
          <a:lstStyle>
            <a:lvl1pPr>
              <a:defRPr sz="3200">
                <a:solidFill>
                  <a:schemeClr val="bg1"/>
                </a:solidFill>
              </a:defRPr>
            </a:lvl1pPr>
          </a:lstStyle>
          <a:p>
            <a:r>
              <a:rPr lang="en-US"/>
              <a:t>Click to add title (Times New Roman 32 pt)</a:t>
            </a:r>
          </a:p>
        </p:txBody>
      </p:sp>
      <p:sp>
        <p:nvSpPr>
          <p:cNvPr id="3" name="Content Placeholder 2">
            <a:extLst>
              <a:ext uri="{FF2B5EF4-FFF2-40B4-BE49-F238E27FC236}">
                <a16:creationId xmlns:a16="http://schemas.microsoft.com/office/drawing/2014/main" id="{549F9862-8A37-4ECE-867E-B3B15568E599}"/>
              </a:ext>
            </a:extLst>
          </p:cNvPr>
          <p:cNvSpPr>
            <a:spLocks noGrp="1"/>
          </p:cNvSpPr>
          <p:nvPr>
            <p:ph idx="1" hasCustomPrompt="1"/>
          </p:nvPr>
        </p:nvSpPr>
        <p:spPr bwMode="auto">
          <a:xfrm>
            <a:off x="4608575" y="548640"/>
            <a:ext cx="7034149" cy="5760720"/>
          </a:xfrm>
        </p:spPr>
        <p:txBody>
          <a:bodyPr anchor="ctr"/>
          <a:lstStyle>
            <a:lvl1pPr>
              <a:defRPr sz="1800">
                <a:solidFill>
                  <a:schemeClr val="accent1"/>
                </a:solidFill>
              </a:defRPr>
            </a:lvl1pPr>
            <a:lvl2pPr>
              <a:buClrTx/>
              <a:defRPr sz="1800">
                <a:solidFill>
                  <a:schemeClr val="accent1"/>
                </a:solidFill>
              </a:defRPr>
            </a:lvl2pPr>
            <a:lvl3pPr>
              <a:defRPr sz="1800">
                <a:solidFill>
                  <a:schemeClr val="accent1"/>
                </a:solidFill>
              </a:defRPr>
            </a:lvl3pPr>
            <a:lvl4pPr>
              <a:defRPr sz="1800"/>
            </a:lvl4pPr>
            <a:lvl5pPr>
              <a:defRPr sz="1800"/>
            </a:lvl5pPr>
            <a:lvl6pPr>
              <a:defRPr sz="2000"/>
            </a:lvl6pPr>
            <a:lvl7pPr>
              <a:defRPr sz="2000"/>
            </a:lvl7pPr>
            <a:lvl8pPr>
              <a:defRPr sz="2000"/>
            </a:lvl8pPr>
            <a:lvl9pPr>
              <a:defRPr sz="2000"/>
            </a:lvl9pPr>
          </a:lstStyle>
          <a:p>
            <a:pPr lvl="0"/>
            <a:r>
              <a:rPr lang="en-US"/>
              <a:t>Click to add text (Arial 18 pt)</a:t>
            </a:r>
          </a:p>
          <a:p>
            <a:pPr lvl="1"/>
            <a:r>
              <a:rPr lang="en-US"/>
              <a:t>Second level</a:t>
            </a:r>
          </a:p>
          <a:p>
            <a:pPr lvl="2"/>
            <a:r>
              <a:rPr lang="en-US"/>
              <a:t>Third level</a:t>
            </a:r>
          </a:p>
        </p:txBody>
      </p:sp>
      <p:cxnSp>
        <p:nvCxnSpPr>
          <p:cNvPr id="5" name="Straight Connector 4">
            <a:extLst>
              <a:ext uri="{FF2B5EF4-FFF2-40B4-BE49-F238E27FC236}">
                <a16:creationId xmlns:a16="http://schemas.microsoft.com/office/drawing/2014/main" id="{FC5BE2E5-D465-48D9-812D-B3E2431999E2}"/>
              </a:ext>
            </a:extLst>
          </p:cNvPr>
          <p:cNvCxnSpPr/>
          <p:nvPr userDrawn="1"/>
        </p:nvCxnSpPr>
        <p:spPr bwMode="black">
          <a:xfrm>
            <a:off x="4059936" y="0"/>
            <a:ext cx="0" cy="6858000"/>
          </a:xfrm>
          <a:prstGeom prst="line">
            <a:avLst/>
          </a:prstGeom>
          <a:ln w="9525" cap="flat">
            <a:solidFill>
              <a:schemeClr val="accent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2028498"/>
      </p:ext>
    </p:extLst>
  </p:cSld>
  <p:clrMapOvr>
    <a:masterClrMapping/>
  </p:clrMapOvr>
  <p:extLst>
    <p:ext uri="{DCECCB84-F9BA-43D5-87BE-67443E8EF086}">
      <p15:sldGuideLst xmlns:p15="http://schemas.microsoft.com/office/powerpoint/2012/main">
        <p15:guide id="1" pos="2212">
          <p15:clr>
            <a:srgbClr val="FBAE40"/>
          </p15:clr>
        </p15:guide>
        <p15:guide id="2" pos="290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ne Third LHS Ligh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5AC89FE-52C7-4AD1-AA79-B8F5D23C151A}"/>
              </a:ext>
            </a:extLst>
          </p:cNvPr>
          <p:cNvSpPr/>
          <p:nvPr userDrawn="1"/>
        </p:nvSpPr>
        <p:spPr bwMode="white">
          <a:xfrm>
            <a:off x="0" y="0"/>
            <a:ext cx="4059936" cy="6858000"/>
          </a:xfrm>
          <a:prstGeom prst="rect">
            <a:avLst/>
          </a:prstGeom>
          <a:solidFill>
            <a:srgbClr val="F4F3F3"/>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p>
        </p:txBody>
      </p:sp>
      <p:sp>
        <p:nvSpPr>
          <p:cNvPr id="2" name="Title 1">
            <a:extLst>
              <a:ext uri="{FF2B5EF4-FFF2-40B4-BE49-F238E27FC236}">
                <a16:creationId xmlns:a16="http://schemas.microsoft.com/office/drawing/2014/main" id="{6BE9FF73-8ABA-455B-B206-BF71E94E388A}"/>
              </a:ext>
            </a:extLst>
          </p:cNvPr>
          <p:cNvSpPr>
            <a:spLocks noGrp="1"/>
          </p:cNvSpPr>
          <p:nvPr>
            <p:ph type="title" hasCustomPrompt="1"/>
          </p:nvPr>
        </p:nvSpPr>
        <p:spPr bwMode="auto">
          <a:xfrm>
            <a:off x="548640" y="429768"/>
            <a:ext cx="2962021" cy="5971032"/>
          </a:xfrm>
        </p:spPr>
        <p:txBody>
          <a:bodyPr anchor="ctr">
            <a:noAutofit/>
          </a:bodyPr>
          <a:lstStyle>
            <a:lvl1pPr>
              <a:defRPr sz="3200">
                <a:solidFill>
                  <a:schemeClr val="accent1"/>
                </a:solidFill>
              </a:defRPr>
            </a:lvl1pPr>
          </a:lstStyle>
          <a:p>
            <a:r>
              <a:rPr lang="en-US"/>
              <a:t>Click to add title (Times New Roman 32 pt)</a:t>
            </a:r>
          </a:p>
        </p:txBody>
      </p:sp>
      <p:sp>
        <p:nvSpPr>
          <p:cNvPr id="3" name="Content Placeholder 2">
            <a:extLst>
              <a:ext uri="{FF2B5EF4-FFF2-40B4-BE49-F238E27FC236}">
                <a16:creationId xmlns:a16="http://schemas.microsoft.com/office/drawing/2014/main" id="{549F9862-8A37-4ECE-867E-B3B15568E599}"/>
              </a:ext>
            </a:extLst>
          </p:cNvPr>
          <p:cNvSpPr>
            <a:spLocks noGrp="1"/>
          </p:cNvSpPr>
          <p:nvPr>
            <p:ph idx="1" hasCustomPrompt="1"/>
          </p:nvPr>
        </p:nvSpPr>
        <p:spPr bwMode="auto">
          <a:xfrm>
            <a:off x="4608575" y="548640"/>
            <a:ext cx="7034149" cy="5760720"/>
          </a:xfrm>
        </p:spPr>
        <p:txBody>
          <a:bodyPr anchor="ctr"/>
          <a:lstStyle>
            <a:lvl1pPr>
              <a:defRPr sz="1800">
                <a:solidFill>
                  <a:schemeClr val="accent1"/>
                </a:solidFill>
              </a:defRPr>
            </a:lvl1pPr>
            <a:lvl2pPr>
              <a:defRPr sz="1800">
                <a:solidFill>
                  <a:schemeClr val="accent1"/>
                </a:solidFill>
              </a:defRPr>
            </a:lvl2pPr>
            <a:lvl3pPr>
              <a:defRPr sz="1800">
                <a:solidFill>
                  <a:schemeClr val="accent1"/>
                </a:solidFill>
              </a:defRPr>
            </a:lvl3pPr>
            <a:lvl4pPr>
              <a:defRPr sz="1800"/>
            </a:lvl4pPr>
            <a:lvl5pPr>
              <a:defRPr sz="1800"/>
            </a:lvl5pPr>
            <a:lvl6pPr>
              <a:defRPr sz="2000"/>
            </a:lvl6pPr>
            <a:lvl7pPr>
              <a:defRPr sz="2000"/>
            </a:lvl7pPr>
            <a:lvl8pPr>
              <a:defRPr sz="2000"/>
            </a:lvl8pPr>
            <a:lvl9pPr>
              <a:defRPr sz="2000"/>
            </a:lvl9pPr>
          </a:lstStyle>
          <a:p>
            <a:pPr lvl="0"/>
            <a:r>
              <a:rPr lang="en-US"/>
              <a:t>Click to add text (Arial 18 pt)</a:t>
            </a:r>
          </a:p>
          <a:p>
            <a:pPr lvl="1"/>
            <a:r>
              <a:rPr lang="en-US"/>
              <a:t>Second level</a:t>
            </a:r>
          </a:p>
          <a:p>
            <a:pPr lvl="2"/>
            <a:r>
              <a:rPr lang="en-US"/>
              <a:t>Third level</a:t>
            </a:r>
          </a:p>
        </p:txBody>
      </p:sp>
      <p:cxnSp>
        <p:nvCxnSpPr>
          <p:cNvPr id="7" name="Straight Connector 6">
            <a:extLst>
              <a:ext uri="{FF2B5EF4-FFF2-40B4-BE49-F238E27FC236}">
                <a16:creationId xmlns:a16="http://schemas.microsoft.com/office/drawing/2014/main" id="{9557EC31-2BFF-4DCF-B51C-17764D8EE8EE}"/>
              </a:ext>
            </a:extLst>
          </p:cNvPr>
          <p:cNvCxnSpPr/>
          <p:nvPr userDrawn="1"/>
        </p:nvCxnSpPr>
        <p:spPr bwMode="black">
          <a:xfrm>
            <a:off x="4059936" y="0"/>
            <a:ext cx="0" cy="6858000"/>
          </a:xfrm>
          <a:prstGeom prst="line">
            <a:avLst/>
          </a:prstGeom>
          <a:ln w="9525" cap="flat">
            <a:solidFill>
              <a:srgbClr val="F4F3F3"/>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3355327"/>
      </p:ext>
    </p:extLst>
  </p:cSld>
  <p:clrMapOvr>
    <a:masterClrMapping/>
  </p:clrMapOvr>
  <p:extLst>
    <p:ext uri="{DCECCB84-F9BA-43D5-87BE-67443E8EF086}">
      <p15:sldGuideLst xmlns:p15="http://schemas.microsoft.com/office/powerpoint/2012/main">
        <p15:guide id="1" pos="2212">
          <p15:clr>
            <a:srgbClr val="FBAE40"/>
          </p15:clr>
        </p15:guide>
        <p15:guide id="2" pos="290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alf Image Dark">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75A7A4-EB70-4AAB-8858-3433F1E5EA6C}"/>
              </a:ext>
            </a:extLst>
          </p:cNvPr>
          <p:cNvSpPr>
            <a:spLocks noGrp="1"/>
          </p:cNvSpPr>
          <p:nvPr>
            <p:ph type="pic" idx="1" hasCustomPrompt="1"/>
          </p:nvPr>
        </p:nvSpPr>
        <p:spPr bwMode="gray">
          <a:xfrm>
            <a:off x="6095998" y="1"/>
            <a:ext cx="6095999" cy="6857999"/>
          </a:xfrm>
        </p:spPr>
        <p:txBody>
          <a:bodyPr anchor="ctr"/>
          <a:lstStyle>
            <a:lvl1pPr marL="0" indent="0" algn="ctr">
              <a:buNone/>
              <a:defRPr sz="18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br>
              <a:rPr lang="en-US"/>
            </a:br>
            <a:br>
              <a:rPr lang="en-US"/>
            </a:br>
            <a:r>
              <a:rPr lang="en-US"/>
              <a:t>Click icon to add picture</a:t>
            </a:r>
          </a:p>
        </p:txBody>
      </p:sp>
      <p:sp>
        <p:nvSpPr>
          <p:cNvPr id="8" name="Rectangle 7">
            <a:extLst>
              <a:ext uri="{FF2B5EF4-FFF2-40B4-BE49-F238E27FC236}">
                <a16:creationId xmlns:a16="http://schemas.microsoft.com/office/drawing/2014/main" id="{A92B8C15-30C5-44CC-A416-DAF1BBB744EC}"/>
              </a:ext>
            </a:extLst>
          </p:cNvPr>
          <p:cNvSpPr/>
          <p:nvPr userDrawn="1"/>
        </p:nvSpPr>
        <p:spPr bwMode="white">
          <a:xfrm>
            <a:off x="0" y="0"/>
            <a:ext cx="6095999" cy="6858000"/>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p>
        </p:txBody>
      </p:sp>
      <p:sp>
        <p:nvSpPr>
          <p:cNvPr id="2" name="Title 1">
            <a:extLst>
              <a:ext uri="{FF2B5EF4-FFF2-40B4-BE49-F238E27FC236}">
                <a16:creationId xmlns:a16="http://schemas.microsoft.com/office/drawing/2014/main" id="{B30C5D7D-659C-48D5-A3B0-4F826142F48E}"/>
              </a:ext>
            </a:extLst>
          </p:cNvPr>
          <p:cNvSpPr>
            <a:spLocks noGrp="1"/>
          </p:cNvSpPr>
          <p:nvPr>
            <p:ph type="title" hasCustomPrompt="1"/>
          </p:nvPr>
        </p:nvSpPr>
        <p:spPr bwMode="auto">
          <a:xfrm>
            <a:off x="548640" y="429768"/>
            <a:ext cx="4996498" cy="5971032"/>
          </a:xfrm>
        </p:spPr>
        <p:txBody>
          <a:bodyPr anchor="ctr">
            <a:noAutofit/>
          </a:bodyPr>
          <a:lstStyle>
            <a:lvl1pPr>
              <a:defRPr sz="3200">
                <a:solidFill>
                  <a:schemeClr val="bg1"/>
                </a:solidFill>
              </a:defRPr>
            </a:lvl1pPr>
          </a:lstStyle>
          <a:p>
            <a:r>
              <a:rPr lang="en-US"/>
              <a:t>Click to add title (Times New Roman 32 pt)</a:t>
            </a:r>
          </a:p>
        </p:txBody>
      </p:sp>
      <p:cxnSp>
        <p:nvCxnSpPr>
          <p:cNvPr id="6" name="Straight Connector 5">
            <a:extLst>
              <a:ext uri="{FF2B5EF4-FFF2-40B4-BE49-F238E27FC236}">
                <a16:creationId xmlns:a16="http://schemas.microsoft.com/office/drawing/2014/main" id="{BFEFC27E-D5BA-43C3-9807-B7D5C912F6E7}"/>
              </a:ext>
            </a:extLst>
          </p:cNvPr>
          <p:cNvCxnSpPr/>
          <p:nvPr userDrawn="1"/>
        </p:nvCxnSpPr>
        <p:spPr bwMode="black">
          <a:xfrm>
            <a:off x="6095999" y="0"/>
            <a:ext cx="0" cy="6858000"/>
          </a:xfrm>
          <a:prstGeom prst="line">
            <a:avLst/>
          </a:prstGeom>
          <a:ln w="9525" cap="flat">
            <a:solidFill>
              <a:schemeClr val="accent1"/>
            </a:solidFill>
            <a:prstDash val="solid"/>
            <a:round/>
          </a:ln>
        </p:spPr>
        <p:style>
          <a:lnRef idx="1">
            <a:schemeClr val="accent1"/>
          </a:lnRef>
          <a:fillRef idx="0">
            <a:schemeClr val="accent1"/>
          </a:fillRef>
          <a:effectRef idx="0">
            <a:schemeClr val="accent1"/>
          </a:effectRef>
          <a:fontRef idx="minor">
            <a:schemeClr val="tx1"/>
          </a:fontRef>
        </p:style>
      </p:cxnSp>
      <p:sp>
        <p:nvSpPr>
          <p:cNvPr id="9" name="Custommaster_draft1" hidden="1">
            <a:extLst>
              <a:ext uri="{FF2B5EF4-FFF2-40B4-BE49-F238E27FC236}">
                <a16:creationId xmlns:a16="http://schemas.microsoft.com/office/drawing/2014/main" id="{E0E24FD2-2FC7-4933-A61A-48C9621E970A}"/>
              </a:ext>
            </a:extLst>
          </p:cNvPr>
          <p:cNvSpPr txBox="1"/>
          <p:nvPr userDrawn="1"/>
        </p:nvSpPr>
        <p:spPr>
          <a:xfrm>
            <a:off x="5855550" y="189999"/>
            <a:ext cx="480901"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spTree>
    <p:extLst>
      <p:ext uri="{BB962C8B-B14F-4D97-AF65-F5344CB8AC3E}">
        <p14:creationId xmlns:p14="http://schemas.microsoft.com/office/powerpoint/2010/main" val="2125862394"/>
      </p:ext>
    </p:extLst>
  </p:cSld>
  <p:clrMapOvr>
    <a:masterClrMapping/>
  </p:clrMapOvr>
  <p:extLst>
    <p:ext uri="{DCECCB84-F9BA-43D5-87BE-67443E8EF086}">
      <p15:sldGuideLst xmlns:p15="http://schemas.microsoft.com/office/powerpoint/2012/main">
        <p15:guide id="1" pos="3493">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alf Image Light">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75A7A4-EB70-4AAB-8858-3433F1E5EA6C}"/>
              </a:ext>
            </a:extLst>
          </p:cNvPr>
          <p:cNvSpPr>
            <a:spLocks noGrp="1"/>
          </p:cNvSpPr>
          <p:nvPr>
            <p:ph type="pic" idx="1" hasCustomPrompt="1"/>
          </p:nvPr>
        </p:nvSpPr>
        <p:spPr bwMode="gray">
          <a:xfrm>
            <a:off x="6095998" y="1"/>
            <a:ext cx="6095999" cy="6857999"/>
          </a:xfrm>
        </p:spPr>
        <p:txBody>
          <a:bodyPr anchor="ctr"/>
          <a:lstStyle>
            <a:lvl1pPr marL="0" indent="0" algn="ctr">
              <a:buNone/>
              <a:defRPr sz="18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br>
              <a:rPr lang="en-US"/>
            </a:br>
            <a:br>
              <a:rPr lang="en-US"/>
            </a:br>
            <a:r>
              <a:rPr lang="en-US"/>
              <a:t>Click icon to add picture</a:t>
            </a:r>
          </a:p>
        </p:txBody>
      </p:sp>
      <p:sp>
        <p:nvSpPr>
          <p:cNvPr id="8" name="Rectangle 7">
            <a:extLst>
              <a:ext uri="{FF2B5EF4-FFF2-40B4-BE49-F238E27FC236}">
                <a16:creationId xmlns:a16="http://schemas.microsoft.com/office/drawing/2014/main" id="{A92B8C15-30C5-44CC-A416-DAF1BBB744EC}"/>
              </a:ext>
            </a:extLst>
          </p:cNvPr>
          <p:cNvSpPr/>
          <p:nvPr userDrawn="1"/>
        </p:nvSpPr>
        <p:spPr bwMode="white">
          <a:xfrm>
            <a:off x="0" y="0"/>
            <a:ext cx="6095999" cy="6858000"/>
          </a:xfrm>
          <a:prstGeom prst="rect">
            <a:avLst/>
          </a:prstGeom>
          <a:solidFill>
            <a:srgbClr val="F4F3F3"/>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l">
              <a:spcBef>
                <a:spcPts val="0"/>
              </a:spcBef>
              <a:spcAft>
                <a:spcPts val="600"/>
              </a:spcAft>
            </a:pPr>
            <a:endParaRPr lang="en-US" sz="1800"/>
          </a:p>
        </p:txBody>
      </p:sp>
      <p:sp>
        <p:nvSpPr>
          <p:cNvPr id="2" name="Title 1">
            <a:extLst>
              <a:ext uri="{FF2B5EF4-FFF2-40B4-BE49-F238E27FC236}">
                <a16:creationId xmlns:a16="http://schemas.microsoft.com/office/drawing/2014/main" id="{B30C5D7D-659C-48D5-A3B0-4F826142F48E}"/>
              </a:ext>
            </a:extLst>
          </p:cNvPr>
          <p:cNvSpPr>
            <a:spLocks noGrp="1"/>
          </p:cNvSpPr>
          <p:nvPr>
            <p:ph type="title" hasCustomPrompt="1"/>
          </p:nvPr>
        </p:nvSpPr>
        <p:spPr bwMode="auto">
          <a:xfrm>
            <a:off x="548640" y="429768"/>
            <a:ext cx="4996498" cy="5971032"/>
          </a:xfrm>
        </p:spPr>
        <p:txBody>
          <a:bodyPr anchor="ctr">
            <a:noAutofit/>
          </a:bodyPr>
          <a:lstStyle>
            <a:lvl1pPr>
              <a:defRPr sz="3200">
                <a:solidFill>
                  <a:schemeClr val="accent1"/>
                </a:solidFill>
              </a:defRPr>
            </a:lvl1pPr>
          </a:lstStyle>
          <a:p>
            <a:r>
              <a:rPr lang="en-US"/>
              <a:t>Click to add title (Times New Roman 32 pt)</a:t>
            </a:r>
          </a:p>
        </p:txBody>
      </p:sp>
      <p:cxnSp>
        <p:nvCxnSpPr>
          <p:cNvPr id="6" name="Straight Connector 5">
            <a:extLst>
              <a:ext uri="{FF2B5EF4-FFF2-40B4-BE49-F238E27FC236}">
                <a16:creationId xmlns:a16="http://schemas.microsoft.com/office/drawing/2014/main" id="{BFEFC27E-D5BA-43C3-9807-B7D5C912F6E7}"/>
              </a:ext>
            </a:extLst>
          </p:cNvPr>
          <p:cNvCxnSpPr/>
          <p:nvPr userDrawn="1"/>
        </p:nvCxnSpPr>
        <p:spPr bwMode="black">
          <a:xfrm>
            <a:off x="6095999" y="0"/>
            <a:ext cx="0" cy="6858000"/>
          </a:xfrm>
          <a:prstGeom prst="line">
            <a:avLst/>
          </a:prstGeom>
          <a:ln w="9525" cap="flat">
            <a:solidFill>
              <a:srgbClr val="F4F3F3"/>
            </a:solidFill>
            <a:prstDash val="solid"/>
            <a:round/>
          </a:ln>
        </p:spPr>
        <p:style>
          <a:lnRef idx="1">
            <a:schemeClr val="accent1"/>
          </a:lnRef>
          <a:fillRef idx="0">
            <a:schemeClr val="accent1"/>
          </a:fillRef>
          <a:effectRef idx="0">
            <a:schemeClr val="accent1"/>
          </a:effectRef>
          <a:fontRef idx="minor">
            <a:schemeClr val="tx1"/>
          </a:fontRef>
        </p:style>
      </p:cxnSp>
      <p:sp>
        <p:nvSpPr>
          <p:cNvPr id="9" name="Custommaster_draft2" hidden="1">
            <a:extLst>
              <a:ext uri="{FF2B5EF4-FFF2-40B4-BE49-F238E27FC236}">
                <a16:creationId xmlns:a16="http://schemas.microsoft.com/office/drawing/2014/main" id="{E0E24FD2-2FC7-4933-A61A-48C9621E970A}"/>
              </a:ext>
            </a:extLst>
          </p:cNvPr>
          <p:cNvSpPr txBox="1"/>
          <p:nvPr userDrawn="1"/>
        </p:nvSpPr>
        <p:spPr>
          <a:xfrm>
            <a:off x="5855550" y="189999"/>
            <a:ext cx="480901"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spTree>
    <p:extLst>
      <p:ext uri="{BB962C8B-B14F-4D97-AF65-F5344CB8AC3E}">
        <p14:creationId xmlns:p14="http://schemas.microsoft.com/office/powerpoint/2010/main" val="3513180704"/>
      </p:ext>
    </p:extLst>
  </p:cSld>
  <p:clrMapOvr>
    <a:masterClrMapping/>
  </p:clrMapOvr>
  <p:extLst>
    <p:ext uri="{DCECCB84-F9BA-43D5-87BE-67443E8EF086}">
      <p15:sldGuideLst xmlns:p15="http://schemas.microsoft.com/office/powerpoint/2012/main">
        <p15:guide id="1" pos="3493">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75A7A4-EB70-4AAB-8858-3433F1E5EA6C}"/>
              </a:ext>
            </a:extLst>
          </p:cNvPr>
          <p:cNvSpPr>
            <a:spLocks noGrp="1"/>
          </p:cNvSpPr>
          <p:nvPr>
            <p:ph type="pic" idx="1" hasCustomPrompt="1"/>
          </p:nvPr>
        </p:nvSpPr>
        <p:spPr bwMode="gray">
          <a:xfrm>
            <a:off x="0" y="1"/>
            <a:ext cx="12191997" cy="6857999"/>
          </a:xfrm>
        </p:spPr>
        <p:txBody>
          <a:bodyPr anchor="ctr"/>
          <a:lstStyle>
            <a:lvl1pPr marL="0" indent="0" algn="ctr">
              <a:buNone/>
              <a:defRPr sz="18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br>
              <a:rPr lang="en-US"/>
            </a:br>
            <a:br>
              <a:rPr lang="en-US"/>
            </a:br>
            <a:r>
              <a:rPr lang="en-US"/>
              <a:t>Click icon to add picture</a:t>
            </a:r>
          </a:p>
        </p:txBody>
      </p:sp>
    </p:spTree>
    <p:extLst>
      <p:ext uri="{BB962C8B-B14F-4D97-AF65-F5344CB8AC3E}">
        <p14:creationId xmlns:p14="http://schemas.microsoft.com/office/powerpoint/2010/main" val="42579869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Focus/Callout">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88693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bg bwMode="gray">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73512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chemeClr val="bg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C74BD3F-5D46-4450-9A9D-DA1D80947BA4}"/>
              </a:ext>
            </a:extLst>
          </p:cNvPr>
          <p:cNvSpPr>
            <a:spLocks noGrp="1"/>
          </p:cNvSpPr>
          <p:nvPr>
            <p:ph type="ctrTitle" hasCustomPrompt="1"/>
          </p:nvPr>
        </p:nvSpPr>
        <p:spPr bwMode="auto">
          <a:xfrm>
            <a:off x="548640" y="2378377"/>
            <a:ext cx="5669280" cy="2286000"/>
          </a:xfrm>
        </p:spPr>
        <p:txBody>
          <a:bodyPr anchor="ctr">
            <a:noAutofit/>
          </a:bodyPr>
          <a:lstStyle>
            <a:lvl1pPr algn="l">
              <a:defRPr sz="3600">
                <a:solidFill>
                  <a:schemeClr val="accent1"/>
                </a:solidFill>
              </a:defRPr>
            </a:lvl1pPr>
          </a:lstStyle>
          <a:p>
            <a:r>
              <a:rPr lang="en-US"/>
              <a:t>Thank you!</a:t>
            </a:r>
          </a:p>
        </p:txBody>
      </p:sp>
      <p:pic>
        <p:nvPicPr>
          <p:cNvPr id="9" name="Picture 8" descr="A picture containing room, fence&#10;&#10;Description automatically generated">
            <a:extLst>
              <a:ext uri="{FF2B5EF4-FFF2-40B4-BE49-F238E27FC236}">
                <a16:creationId xmlns:a16="http://schemas.microsoft.com/office/drawing/2014/main" id="{B411F96A-8773-4B9A-BC12-2418A083F8F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bwMode="gray">
          <a:xfrm>
            <a:off x="548640" y="548640"/>
            <a:ext cx="1505304" cy="1188720"/>
          </a:xfrm>
          <a:prstGeom prst="rect">
            <a:avLst/>
          </a:prstGeom>
        </p:spPr>
      </p:pic>
      <p:pic>
        <p:nvPicPr>
          <p:cNvPr id="7" name="Picture 6">
            <a:extLst>
              <a:ext uri="{FF2B5EF4-FFF2-40B4-BE49-F238E27FC236}">
                <a16:creationId xmlns:a16="http://schemas.microsoft.com/office/drawing/2014/main" id="{9937362F-0DF5-4725-A857-047A39E3D4D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259" r="259"/>
          <a:stretch/>
        </p:blipFill>
        <p:spPr>
          <a:xfrm>
            <a:off x="8534400" y="0"/>
            <a:ext cx="3657600" cy="4874096"/>
          </a:xfrm>
          <a:prstGeom prst="rect">
            <a:avLst/>
          </a:prstGeom>
        </p:spPr>
      </p:pic>
      <p:pic>
        <p:nvPicPr>
          <p:cNvPr id="8" name="Picture 7">
            <a:extLst>
              <a:ext uri="{FF2B5EF4-FFF2-40B4-BE49-F238E27FC236}">
                <a16:creationId xmlns:a16="http://schemas.microsoft.com/office/drawing/2014/main" id="{7D1A59B0-38FF-4BED-9055-E978E9123B41}"/>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bwMode="gray">
          <a:xfrm>
            <a:off x="548640" y="6168390"/>
            <a:ext cx="2083868" cy="182880"/>
          </a:xfrm>
          <a:prstGeom prst="rect">
            <a:avLst/>
          </a:prstGeom>
        </p:spPr>
      </p:pic>
      <p:sp>
        <p:nvSpPr>
          <p:cNvPr id="6" name="endmaster_draft" hidden="1">
            <a:extLst>
              <a:ext uri="{FF2B5EF4-FFF2-40B4-BE49-F238E27FC236}">
                <a16:creationId xmlns:a16="http://schemas.microsoft.com/office/drawing/2014/main" id="{81326F59-A1E6-4CE8-ABFE-7B5DCB4EA9A4}"/>
              </a:ext>
            </a:extLst>
          </p:cNvPr>
          <p:cNvSpPr txBox="1"/>
          <p:nvPr userDrawn="1"/>
        </p:nvSpPr>
        <p:spPr>
          <a:xfrm>
            <a:off x="5855550" y="189999"/>
            <a:ext cx="480901"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spTree>
    <p:extLst>
      <p:ext uri="{BB962C8B-B14F-4D97-AF65-F5344CB8AC3E}">
        <p14:creationId xmlns:p14="http://schemas.microsoft.com/office/powerpoint/2010/main" val="1349256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2" name="タイトル プレースホルダ 1">
            <a:extLst>
              <a:ext uri="{FF2B5EF4-FFF2-40B4-BE49-F238E27FC236}">
                <a16:creationId xmlns:a16="http://schemas.microsoft.com/office/drawing/2014/main" id="{86D2E5B8-9E2B-DB46-A55A-5F26569C4F99}"/>
              </a:ext>
            </a:extLst>
          </p:cNvPr>
          <p:cNvSpPr>
            <a:spLocks noGrp="1"/>
          </p:cNvSpPr>
          <p:nvPr>
            <p:ph type="title" hasCustomPrompt="1"/>
          </p:nvPr>
        </p:nvSpPr>
        <p:spPr>
          <a:xfrm>
            <a:off x="606079" y="3087900"/>
            <a:ext cx="3108278"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20" name="スライド番号プレースホルダ 5">
            <a:extLst>
              <a:ext uri="{FF2B5EF4-FFF2-40B4-BE49-F238E27FC236}">
                <a16:creationId xmlns:a16="http://schemas.microsoft.com/office/drawing/2014/main" id="{51A4825E-63A1-564F-BC3A-FBC167ECE5EB}"/>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10" name="Rectangle 6">
            <a:extLst>
              <a:ext uri="{FF2B5EF4-FFF2-40B4-BE49-F238E27FC236}">
                <a16:creationId xmlns:a16="http://schemas.microsoft.com/office/drawing/2014/main" id="{1A9260A7-34D8-ADF8-30BD-B40635AFCBD8}"/>
              </a:ext>
            </a:extLst>
          </p:cNvPr>
          <p:cNvSpPr/>
          <p:nvPr userDrawn="1"/>
        </p:nvSpPr>
        <p:spPr>
          <a:xfrm>
            <a:off x="0" y="2674800"/>
            <a:ext cx="143339" cy="1512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kumimoji="0" lang="en-US" altLang="en-US" sz="1800">
              <a:solidFill>
                <a:srgbClr val="FFFFFF"/>
              </a:solidFill>
            </a:endParaRPr>
          </a:p>
        </p:txBody>
      </p:sp>
      <p:cxnSp>
        <p:nvCxnSpPr>
          <p:cNvPr id="11" name="Straight Connector 10">
            <a:extLst>
              <a:ext uri="{FF2B5EF4-FFF2-40B4-BE49-F238E27FC236}">
                <a16:creationId xmlns:a16="http://schemas.microsoft.com/office/drawing/2014/main" id="{2FC4BC3B-F6EF-BFFC-2754-BBE26552A86B}"/>
              </a:ext>
            </a:extLst>
          </p:cNvPr>
          <p:cNvCxnSpPr>
            <a:cxnSpLocks/>
          </p:cNvCxnSpPr>
          <p:nvPr userDrawn="1"/>
        </p:nvCxnSpPr>
        <p:spPr>
          <a:xfrm>
            <a:off x="3827285" y="1432655"/>
            <a:ext cx="0" cy="3725945"/>
          </a:xfrm>
          <a:prstGeom prst="line">
            <a:avLst/>
          </a:prstGeom>
          <a:ln w="12700">
            <a:solidFill>
              <a:schemeClr val="accent1"/>
            </a:solidFill>
          </a:ln>
        </p:spPr>
        <p:style>
          <a:lnRef idx="1">
            <a:schemeClr val="dk1"/>
          </a:lnRef>
          <a:fillRef idx="0">
            <a:schemeClr val="dk1"/>
          </a:fillRef>
          <a:effectRef idx="0">
            <a:schemeClr val="dk1"/>
          </a:effectRef>
          <a:fontRef idx="minor">
            <a:schemeClr val="tx1"/>
          </a:fontRef>
        </p:style>
      </p:cxnSp>
      <p:pic>
        <p:nvPicPr>
          <p:cNvPr id="3" name="Graphic 2">
            <a:extLst>
              <a:ext uri="{FF2B5EF4-FFF2-40B4-BE49-F238E27FC236}">
                <a16:creationId xmlns:a16="http://schemas.microsoft.com/office/drawing/2014/main" id="{1238B1E6-8941-A5BC-67BF-D41CB338E2B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57126" y="182880"/>
            <a:ext cx="1050553" cy="352985"/>
          </a:xfrm>
          <a:prstGeom prst="rect">
            <a:avLst/>
          </a:prstGeom>
        </p:spPr>
      </p:pic>
    </p:spTree>
    <p:extLst>
      <p:ext uri="{BB962C8B-B14F-4D97-AF65-F5344CB8AC3E}">
        <p14:creationId xmlns:p14="http://schemas.microsoft.com/office/powerpoint/2010/main" val="548958768"/>
      </p:ext>
    </p:extLst>
  </p:cSld>
  <p:clrMapOvr>
    <a:masterClrMapping/>
  </p:clrMapOvr>
  <p:transition spd="slow">
    <p:push dir="u"/>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_Title &amp; Content Grey">
    <p:spTree>
      <p:nvGrpSpPr>
        <p:cNvPr id="1" name=""/>
        <p:cNvGrpSpPr/>
        <p:nvPr/>
      </p:nvGrpSpPr>
      <p:grpSpPr>
        <a:xfrm>
          <a:off x="0" y="0"/>
          <a:ext cx="0" cy="0"/>
          <a:chOff x="0" y="0"/>
          <a:chExt cx="0" cy="0"/>
        </a:xfrm>
      </p:grpSpPr>
      <p:sp>
        <p:nvSpPr>
          <p:cNvPr id="7" name="Picture Placeholder 254">
            <a:extLst>
              <a:ext uri="{FF2B5EF4-FFF2-40B4-BE49-F238E27FC236}">
                <a16:creationId xmlns:a16="http://schemas.microsoft.com/office/drawing/2014/main" id="{647DEE85-1B21-442B-8D6B-E82B6FEEC4B2}"/>
              </a:ext>
            </a:extLst>
          </p:cNvPr>
          <p:cNvSpPr>
            <a:spLocks noGrp="1"/>
          </p:cNvSpPr>
          <p:nvPr>
            <p:ph type="pic" sz="quarter" idx="15"/>
          </p:nvPr>
        </p:nvSpPr>
        <p:spPr>
          <a:xfrm>
            <a:off x="8297696" y="1473854"/>
            <a:ext cx="3439385" cy="4615796"/>
          </a:xfrm>
          <a:prstGeom prst="rect">
            <a:avLst/>
          </a:prstGeom>
        </p:spPr>
        <p:txBody>
          <a:bodyPr wrap="square" anchor="ctr">
            <a:noAutofit/>
          </a:bodyPr>
          <a:lstStyle>
            <a:lvl1pPr marL="0" indent="0" algn="ctr">
              <a:buNone/>
              <a:defRPr/>
            </a:lvl1pPr>
          </a:lstStyle>
          <a:p>
            <a:endParaRPr lang="en-IN"/>
          </a:p>
        </p:txBody>
      </p:sp>
      <p:pic>
        <p:nvPicPr>
          <p:cNvPr id="4" name="Picture 3" descr="Takeda">
            <a:extLst>
              <a:ext uri="{FF2B5EF4-FFF2-40B4-BE49-F238E27FC236}">
                <a16:creationId xmlns:a16="http://schemas.microsoft.com/office/drawing/2014/main" id="{69675877-DCF6-495F-99F4-9FF73066B17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46331" y="-1615"/>
            <a:ext cx="1696232" cy="940780"/>
          </a:xfrm>
          <a:prstGeom prst="rect">
            <a:avLst/>
          </a:prstGeom>
        </p:spPr>
      </p:pic>
      <p:sp>
        <p:nvSpPr>
          <p:cNvPr id="5" name="タイトル プレースホルダ 1">
            <a:extLst>
              <a:ext uri="{FF2B5EF4-FFF2-40B4-BE49-F238E27FC236}">
                <a16:creationId xmlns:a16="http://schemas.microsoft.com/office/drawing/2014/main" id="{9A395BFE-9760-41F4-BD04-B7B4914B7544}"/>
              </a:ext>
            </a:extLst>
          </p:cNvPr>
          <p:cNvSpPr>
            <a:spLocks noGrp="1"/>
          </p:cNvSpPr>
          <p:nvPr>
            <p:ph type="title" hasCustomPrompt="1"/>
          </p:nvPr>
        </p:nvSpPr>
        <p:spPr>
          <a:xfrm>
            <a:off x="606078" y="161605"/>
            <a:ext cx="9940253" cy="685801"/>
          </a:xfrm>
          <a:prstGeom prst="rect">
            <a:avLst/>
          </a:prstGeom>
        </p:spPr>
        <p:txBody>
          <a:bodyPr vert="horz" lIns="0" tIns="0" rIns="0" bIns="0" rtlCol="0" anchor="ctr">
            <a:normAutofit/>
          </a:bodyPr>
          <a:lstStyle/>
          <a:p>
            <a:r>
              <a:rPr kumimoji="1" lang="en-US" altLang="ja-JP"/>
              <a:t>Click to add title</a:t>
            </a:r>
            <a:endParaRPr kumimoji="1" lang="ja-JP" altLang="en-US"/>
          </a:p>
        </p:txBody>
      </p:sp>
      <p:sp>
        <p:nvSpPr>
          <p:cNvPr id="6" name="Rectangle 5">
            <a:extLst>
              <a:ext uri="{FF2B5EF4-FFF2-40B4-BE49-F238E27FC236}">
                <a16:creationId xmlns:a16="http://schemas.microsoft.com/office/drawing/2014/main" id="{3C93AF87-1AFE-4B91-A567-5409D4AB5D37}"/>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8" name="スライド番号プレースホルダ 5">
            <a:extLst>
              <a:ext uri="{FF2B5EF4-FFF2-40B4-BE49-F238E27FC236}">
                <a16:creationId xmlns:a16="http://schemas.microsoft.com/office/drawing/2014/main" id="{E1079867-3628-455E-98B8-BE534E3197C3}"/>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10" name="Text Placeholder 6">
            <a:extLst>
              <a:ext uri="{FF2B5EF4-FFF2-40B4-BE49-F238E27FC236}">
                <a16:creationId xmlns:a16="http://schemas.microsoft.com/office/drawing/2014/main" id="{A69BA785-7F79-4C35-91EC-5F375E3EFCBC}"/>
              </a:ext>
            </a:extLst>
          </p:cNvPr>
          <p:cNvSpPr>
            <a:spLocks noGrp="1"/>
          </p:cNvSpPr>
          <p:nvPr>
            <p:ph type="body" sz="quarter" idx="16" hasCustomPrompt="1"/>
          </p:nvPr>
        </p:nvSpPr>
        <p:spPr>
          <a:xfrm>
            <a:off x="606078" y="6523001"/>
            <a:ext cx="6968348" cy="205613"/>
          </a:xfrm>
          <a:prstGeom prst="rect">
            <a:avLst/>
          </a:prstGeom>
        </p:spPr>
        <p:txBody>
          <a:bodyPr wrap="none" tIns="0" rIns="0" bIns="72000" numCol="1" anchor="ctr">
            <a:noAutofit/>
          </a:bodyPr>
          <a:lstStyle>
            <a:lvl1pPr marL="0" indent="0">
              <a:lnSpc>
                <a:spcPts val="1600"/>
              </a:lnSpc>
              <a:spcBef>
                <a:spcPts val="0"/>
              </a:spcBef>
              <a:spcAft>
                <a:spcPts val="600"/>
              </a:spcAft>
              <a:buFont typeface="Arial" panose="020B0604020202020204" pitchFamily="34" charset="0"/>
              <a:buNone/>
              <a:defRPr sz="800" b="0">
                <a:solidFill>
                  <a:schemeClr val="accent3"/>
                </a:solidFill>
                <a:latin typeface="Calibri" panose="020F0502020204030204" pitchFamily="34" charset="0"/>
                <a:cs typeface="Calibri" panose="020F0502020204030204" pitchFamily="34" charset="0"/>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Private and confidential. For internal use only.</a:t>
            </a:r>
          </a:p>
        </p:txBody>
      </p:sp>
    </p:spTree>
    <p:extLst>
      <p:ext uri="{BB962C8B-B14F-4D97-AF65-F5344CB8AC3E}">
        <p14:creationId xmlns:p14="http://schemas.microsoft.com/office/powerpoint/2010/main" val="398140553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pic>
        <p:nvPicPr>
          <p:cNvPr id="36" name="Picture 35" descr="Shape, rectangle&#10;&#10;Description automatically generated">
            <a:extLst>
              <a:ext uri="{FF2B5EF4-FFF2-40B4-BE49-F238E27FC236}">
                <a16:creationId xmlns:a16="http://schemas.microsoft.com/office/drawing/2014/main" id="{9C9DCCB4-E82D-CE63-0467-1A67D014D245}"/>
              </a:ext>
            </a:extLst>
          </p:cNvPr>
          <p:cNvPicPr>
            <a:picLocks noChangeAspect="1"/>
          </p:cNvPicPr>
          <p:nvPr userDrawn="1"/>
        </p:nvPicPr>
        <p:blipFill rotWithShape="1">
          <a:blip r:embed="rId2"/>
          <a:srcRect t="98018"/>
          <a:stretch/>
        </p:blipFill>
        <p:spPr>
          <a:xfrm rot="10800000">
            <a:off x="-1" y="0"/>
            <a:ext cx="12191999" cy="6858000"/>
          </a:xfrm>
          <a:prstGeom prst="rect">
            <a:avLst/>
          </a:prstGeom>
        </p:spPr>
      </p:pic>
      <p:sp>
        <p:nvSpPr>
          <p:cNvPr id="7" name="Title 1">
            <a:extLst>
              <a:ext uri="{FF2B5EF4-FFF2-40B4-BE49-F238E27FC236}">
                <a16:creationId xmlns:a16="http://schemas.microsoft.com/office/drawing/2014/main" id="{389A2BE2-BF4B-14EF-6F44-0C3793D6AAF4}"/>
              </a:ext>
            </a:extLst>
          </p:cNvPr>
          <p:cNvSpPr>
            <a:spLocks noGrp="1"/>
          </p:cNvSpPr>
          <p:nvPr>
            <p:ph type="title" hasCustomPrompt="1"/>
          </p:nvPr>
        </p:nvSpPr>
        <p:spPr>
          <a:xfrm>
            <a:off x="2425277" y="2304620"/>
            <a:ext cx="7341443" cy="1684313"/>
          </a:xfrm>
        </p:spPr>
        <p:txBody>
          <a:bodyPr anchor="b">
            <a:normAutofit/>
          </a:bodyPr>
          <a:lstStyle>
            <a:lvl1pPr marL="0" algn="ctr" defTabSz="914400" rtl="0" eaLnBrk="1" latinLnBrk="0" hangingPunct="1">
              <a:defRPr lang="en-US" sz="7200" b="1" i="0" kern="1200" spc="0" dirty="0">
                <a:solidFill>
                  <a:schemeClr val="bg1"/>
                </a:solidFill>
                <a:latin typeface="Arial Black" panose="020B0604020202020204" pitchFamily="34" charset="0"/>
                <a:ea typeface="+mn-ea"/>
                <a:cs typeface="Arial Black" panose="020B0604020202020204" pitchFamily="34" charset="0"/>
              </a:defRPr>
            </a:lvl1pPr>
          </a:lstStyle>
          <a:p>
            <a:r>
              <a:rPr lang="en-US"/>
              <a:t>THANK YOU</a:t>
            </a:r>
          </a:p>
        </p:txBody>
      </p:sp>
      <p:pic>
        <p:nvPicPr>
          <p:cNvPr id="11" name="Picture 10">
            <a:extLst>
              <a:ext uri="{FF2B5EF4-FFF2-40B4-BE49-F238E27FC236}">
                <a16:creationId xmlns:a16="http://schemas.microsoft.com/office/drawing/2014/main" id="{62EFD4F2-4E8F-83B1-A879-6A0367000BD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10618269" y="6271039"/>
            <a:ext cx="1049798" cy="383580"/>
          </a:xfrm>
          <a:prstGeom prst="rect">
            <a:avLst/>
          </a:prstGeom>
        </p:spPr>
      </p:pic>
      <p:pic>
        <p:nvPicPr>
          <p:cNvPr id="12" name="Picture 11" descr="A red and white logo&#10;&#10;Description automatically generated with medium confidence">
            <a:extLst>
              <a:ext uri="{FF2B5EF4-FFF2-40B4-BE49-F238E27FC236}">
                <a16:creationId xmlns:a16="http://schemas.microsoft.com/office/drawing/2014/main" id="{86A6145E-F62A-57CC-F17C-266A7E27FD98}"/>
              </a:ext>
            </a:extLst>
          </p:cNvPr>
          <p:cNvPicPr>
            <a:picLocks noChangeAspect="1"/>
          </p:cNvPicPr>
          <p:nvPr userDrawn="1"/>
        </p:nvPicPr>
        <p:blipFill>
          <a:blip r:embed="rId4"/>
          <a:stretch>
            <a:fillRect/>
          </a:stretch>
        </p:blipFill>
        <p:spPr>
          <a:xfrm>
            <a:off x="9568471" y="6273766"/>
            <a:ext cx="1049798" cy="378126"/>
          </a:xfrm>
          <a:prstGeom prst="rect">
            <a:avLst/>
          </a:prstGeom>
        </p:spPr>
      </p:pic>
      <p:sp>
        <p:nvSpPr>
          <p:cNvPr id="2" name="TextBox 1">
            <a:extLst>
              <a:ext uri="{FF2B5EF4-FFF2-40B4-BE49-F238E27FC236}">
                <a16:creationId xmlns:a16="http://schemas.microsoft.com/office/drawing/2014/main" id="{BAA2961F-0593-03D5-F88C-AC22E07ECF25}"/>
              </a:ext>
            </a:extLst>
          </p:cNvPr>
          <p:cNvSpPr txBox="1"/>
          <p:nvPr userDrawn="1"/>
        </p:nvSpPr>
        <p:spPr>
          <a:xfrm>
            <a:off x="914401" y="6355107"/>
            <a:ext cx="5576141" cy="215444"/>
          </a:xfrm>
          <a:prstGeom prst="rect">
            <a:avLst/>
          </a:prstGeom>
          <a:noFill/>
        </p:spPr>
        <p:txBody>
          <a:bodyPr wrap="square" rtlCol="0">
            <a:spAutoFit/>
          </a:bodyPr>
          <a:lstStyle/>
          <a:p>
            <a:r>
              <a:rPr lang="en-GB" sz="800">
                <a:solidFill>
                  <a:schemeClr val="bg1"/>
                </a:solidFill>
              </a:rPr>
              <a:t>© 2023 Takeda Pharmaceuticals U.S.A., Inc. FOR INTERNAL USE ONLY. DO NOT DETAIL. DO NOT DISTRIBUTE</a:t>
            </a:r>
          </a:p>
        </p:txBody>
      </p:sp>
      <p:sp>
        <p:nvSpPr>
          <p:cNvPr id="3" name="TextBox 2">
            <a:extLst>
              <a:ext uri="{FF2B5EF4-FFF2-40B4-BE49-F238E27FC236}">
                <a16:creationId xmlns:a16="http://schemas.microsoft.com/office/drawing/2014/main" id="{3FDDA3B3-3D4E-5A39-8924-DB260633BA93}"/>
              </a:ext>
            </a:extLst>
          </p:cNvPr>
          <p:cNvSpPr txBox="1"/>
          <p:nvPr userDrawn="1"/>
        </p:nvSpPr>
        <p:spPr>
          <a:xfrm>
            <a:off x="608527" y="6355107"/>
            <a:ext cx="305874" cy="215444"/>
          </a:xfrm>
          <a:prstGeom prst="rect">
            <a:avLst/>
          </a:prstGeom>
          <a:noFill/>
        </p:spPr>
        <p:txBody>
          <a:bodyPr wrap="square" lIns="0" rtlCol="0">
            <a:spAutoFit/>
          </a:bodyPr>
          <a:lstStyle/>
          <a:p>
            <a:fld id="{FAAFDC80-484E-E346-BE23-3C0029382874}" type="slidenum">
              <a:rPr lang="en-GB" sz="800" smtClean="0">
                <a:solidFill>
                  <a:schemeClr val="bg1"/>
                </a:solidFill>
              </a:rPr>
              <a:t>‹#›</a:t>
            </a:fld>
            <a:endParaRPr lang="en-GB" sz="800">
              <a:solidFill>
                <a:schemeClr val="bg1"/>
              </a:solidFill>
            </a:endParaRPr>
          </a:p>
        </p:txBody>
      </p:sp>
    </p:spTree>
    <p:extLst>
      <p:ext uri="{BB962C8B-B14F-4D97-AF65-F5344CB8AC3E}">
        <p14:creationId xmlns:p14="http://schemas.microsoft.com/office/powerpoint/2010/main" val="181515333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2_Standard 1-Column Text">
    <p:spTree>
      <p:nvGrpSpPr>
        <p:cNvPr id="1" name=""/>
        <p:cNvGrpSpPr/>
        <p:nvPr/>
      </p:nvGrpSpPr>
      <p:grpSpPr>
        <a:xfrm>
          <a:off x="0" y="0"/>
          <a:ext cx="0" cy="0"/>
          <a:chOff x="0" y="0"/>
          <a:chExt cx="0" cy="0"/>
        </a:xfrm>
      </p:grpSpPr>
      <p:sp>
        <p:nvSpPr>
          <p:cNvPr id="12" name="Text Placeholder 6">
            <a:extLst>
              <a:ext uri="{FF2B5EF4-FFF2-40B4-BE49-F238E27FC236}">
                <a16:creationId xmlns:a16="http://schemas.microsoft.com/office/drawing/2014/main" id="{FD2406EE-A554-5348-AE6D-4D8B343E6201}"/>
              </a:ext>
            </a:extLst>
          </p:cNvPr>
          <p:cNvSpPr>
            <a:spLocks noGrp="1"/>
          </p:cNvSpPr>
          <p:nvPr>
            <p:ph type="body" sz="quarter" idx="15" hasCustomPrompt="1"/>
          </p:nvPr>
        </p:nvSpPr>
        <p:spPr>
          <a:xfrm>
            <a:off x="311150" y="1102385"/>
            <a:ext cx="11569700" cy="5328857"/>
          </a:xfrm>
          <a:prstGeom prst="rect">
            <a:avLst/>
          </a:prstGeom>
        </p:spPr>
        <p:txBody>
          <a:bodyPr tIns="0" rIns="0" bIns="0" numCol="1">
            <a:normAutofit/>
          </a:bodyPr>
          <a:lstStyle>
            <a:lvl1pPr marL="0" indent="0">
              <a:lnSpc>
                <a:spcPct val="100000"/>
              </a:lnSpc>
              <a:spcBef>
                <a:spcPts val="0"/>
              </a:spcBef>
              <a:spcAft>
                <a:spcPts val="600"/>
              </a:spcAft>
              <a:buFont typeface="Arial" panose="020B0604020202020204" pitchFamily="34" charset="0"/>
              <a:buNone/>
              <a:defRPr sz="1600" b="0">
                <a:solidFill>
                  <a:schemeClr val="tx1"/>
                </a:solidFill>
              </a:defRPr>
            </a:lvl1pPr>
            <a:lvl2pPr marL="457068" indent="0">
              <a:lnSpc>
                <a:spcPts val="1800"/>
              </a:lnSpc>
              <a:spcBef>
                <a:spcPts val="0"/>
              </a:spcBef>
              <a:buNone/>
              <a:defRPr sz="1400"/>
            </a:lvl2pPr>
            <a:lvl3pPr marL="914149" indent="0">
              <a:lnSpc>
                <a:spcPts val="1800"/>
              </a:lnSpc>
              <a:spcBef>
                <a:spcPts val="0"/>
              </a:spcBef>
              <a:buNone/>
              <a:defRPr sz="1400"/>
            </a:lvl3pPr>
            <a:lvl4pPr marL="1371219" indent="0">
              <a:lnSpc>
                <a:spcPts val="1800"/>
              </a:lnSpc>
              <a:spcBef>
                <a:spcPts val="0"/>
              </a:spcBef>
              <a:buNone/>
              <a:defRPr sz="1400"/>
            </a:lvl4pPr>
            <a:lvl5pPr marL="1828290" indent="0">
              <a:lnSpc>
                <a:spcPts val="1800"/>
              </a:lnSpc>
              <a:spcBef>
                <a:spcPts val="0"/>
              </a:spcBef>
              <a:buNone/>
              <a:defRPr sz="1400"/>
            </a:lvl5pPr>
          </a:lstStyle>
          <a:p>
            <a:pPr lvl="0"/>
            <a:r>
              <a:rPr lang="en-US"/>
              <a:t>This is a one-column layout. Click to add content</a:t>
            </a:r>
          </a:p>
        </p:txBody>
      </p:sp>
      <p:sp>
        <p:nvSpPr>
          <p:cNvPr id="20" name="スライド番号プレースホルダ 5">
            <a:extLst>
              <a:ext uri="{FF2B5EF4-FFF2-40B4-BE49-F238E27FC236}">
                <a16:creationId xmlns:a16="http://schemas.microsoft.com/office/drawing/2014/main" id="{51A4825E-63A1-564F-BC3A-FBC167ECE5EB}"/>
              </a:ext>
            </a:extLst>
          </p:cNvPr>
          <p:cNvSpPr>
            <a:spLocks noGrp="1"/>
          </p:cNvSpPr>
          <p:nvPr>
            <p:ph type="sldNum" sz="quarter" idx="4"/>
          </p:nvPr>
        </p:nvSpPr>
        <p:spPr>
          <a:xfrm>
            <a:off x="311150" y="6523001"/>
            <a:ext cx="294928" cy="196131"/>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
        <p:nvSpPr>
          <p:cNvPr id="21" name="Rectangle 20">
            <a:extLst>
              <a:ext uri="{FF2B5EF4-FFF2-40B4-BE49-F238E27FC236}">
                <a16:creationId xmlns:a16="http://schemas.microsoft.com/office/drawing/2014/main" id="{FCF9CDB0-5730-E246-B31F-F5963CF8EFDC}"/>
              </a:ext>
            </a:extLst>
          </p:cNvPr>
          <p:cNvSpPr/>
          <p:nvPr userDrawn="1"/>
        </p:nvSpPr>
        <p:spPr>
          <a:xfrm>
            <a:off x="308038" y="161606"/>
            <a:ext cx="54000" cy="685800"/>
          </a:xfrm>
          <a:prstGeom prst="rect">
            <a:avLst/>
          </a:prstGeom>
          <a:solidFill>
            <a:schemeClr val="accent1"/>
          </a:solidFill>
          <a:ln w="285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en-JP">
              <a:solidFill>
                <a:schemeClr val="accent1"/>
              </a:solidFill>
            </a:endParaRPr>
          </a:p>
        </p:txBody>
      </p:sp>
      <p:sp>
        <p:nvSpPr>
          <p:cNvPr id="3" name="Title 1">
            <a:extLst>
              <a:ext uri="{FF2B5EF4-FFF2-40B4-BE49-F238E27FC236}">
                <a16:creationId xmlns:a16="http://schemas.microsoft.com/office/drawing/2014/main" id="{2BDDE6BE-D4A3-BCFD-E200-1D7E0A8D4C27}"/>
              </a:ext>
            </a:extLst>
          </p:cNvPr>
          <p:cNvSpPr>
            <a:spLocks noGrp="1"/>
          </p:cNvSpPr>
          <p:nvPr>
            <p:ph type="title"/>
          </p:nvPr>
        </p:nvSpPr>
        <p:spPr>
          <a:xfrm>
            <a:off x="568977" y="197193"/>
            <a:ext cx="10972801" cy="403091"/>
          </a:xfrm>
        </p:spPr>
        <p:txBody>
          <a:bodyPr anchor="t">
            <a:noAutofit/>
          </a:bodyPr>
          <a:lstStyle>
            <a:lvl1pPr marL="0" indent="0">
              <a:defRPr sz="2400">
                <a:latin typeface="+mn-lt"/>
              </a:defRPr>
            </a:lvl1pPr>
          </a:lstStyle>
          <a:p>
            <a:r>
              <a:rPr lang="en-US"/>
              <a:t>Click to edit Master title style</a:t>
            </a:r>
          </a:p>
        </p:txBody>
      </p:sp>
      <p:sp>
        <p:nvSpPr>
          <p:cNvPr id="4" name="Text Placeholder 7">
            <a:extLst>
              <a:ext uri="{FF2B5EF4-FFF2-40B4-BE49-F238E27FC236}">
                <a16:creationId xmlns:a16="http://schemas.microsoft.com/office/drawing/2014/main" id="{F6FCB8B8-909A-E257-C0E9-5A06501079A8}"/>
              </a:ext>
            </a:extLst>
          </p:cNvPr>
          <p:cNvSpPr>
            <a:spLocks noGrp="1"/>
          </p:cNvSpPr>
          <p:nvPr>
            <p:ph type="body" sz="quarter" idx="14"/>
          </p:nvPr>
        </p:nvSpPr>
        <p:spPr>
          <a:xfrm>
            <a:off x="568977" y="631395"/>
            <a:ext cx="10972801" cy="349889"/>
          </a:xfrm>
          <a:prstGeom prst="rect">
            <a:avLst/>
          </a:prstGeom>
        </p:spPr>
        <p:txBody>
          <a:bodyPr>
            <a:noAutofit/>
          </a:bodyPr>
          <a:lstStyle>
            <a:lvl1pPr marL="0" indent="0">
              <a:buNone/>
              <a:defRPr sz="1400" b="1" i="1">
                <a:solidFill>
                  <a:schemeClr val="tx2"/>
                </a:solidFill>
                <a:latin typeface="+mn-lt"/>
              </a:defRPr>
            </a:lvl1pPr>
          </a:lstStyle>
          <a:p>
            <a:pPr lvl="0"/>
            <a:r>
              <a:rPr lang="en-US"/>
              <a:t>Click to edit Master text styles</a:t>
            </a:r>
          </a:p>
        </p:txBody>
      </p:sp>
    </p:spTree>
    <p:extLst>
      <p:ext uri="{BB962C8B-B14F-4D97-AF65-F5344CB8AC3E}">
        <p14:creationId xmlns:p14="http://schemas.microsoft.com/office/powerpoint/2010/main" val="223880308"/>
      </p:ext>
    </p:extLst>
  </p:cSld>
  <p:clrMapOvr>
    <a:masterClrMapping/>
  </p:clrMapOvr>
  <p:transition spd="slow">
    <p:push dir="u"/>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05B6D76-6B4B-4ED5-B8F1-5D1D09831257}"/>
              </a:ext>
            </a:extLst>
          </p:cNvPr>
          <p:cNvGraphicFramePr>
            <a:graphicFrameLocks noChangeAspect="1"/>
          </p:cNvGraphicFramePr>
          <p:nvPr userDrawn="1">
            <p:custDataLst>
              <p:tags r:id="rId1"/>
            </p:custDataLst>
            <p:extLst>
              <p:ext uri="{D42A27DB-BD31-4B8C-83A1-F6EECF244321}">
                <p14:modId xmlns:p14="http://schemas.microsoft.com/office/powerpoint/2010/main" val="42552829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92" imgH="591" progId="TCLayout.ActiveDocument.1">
                  <p:embed/>
                </p:oleObj>
              </mc:Choice>
              <mc:Fallback>
                <p:oleObj name="think-cell Slide" r:id="rId7" imgW="592" imgH="591" progId="TCLayout.ActiveDocument.1">
                  <p:embed/>
                  <p:pic>
                    <p:nvPicPr>
                      <p:cNvPr id="3" name="Object 2" hidden="1">
                        <a:extLst>
                          <a:ext uri="{FF2B5EF4-FFF2-40B4-BE49-F238E27FC236}">
                            <a16:creationId xmlns:a16="http://schemas.microsoft.com/office/drawing/2014/main" id="{305B6D76-6B4B-4ED5-B8F1-5D1D09831257}"/>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BDCF374B-2477-45CD-A00B-B8676A45ACDF}"/>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a:solidFill>
                <a:schemeClr val="bg1"/>
              </a:solidFill>
              <a:latin typeface="Arial" panose="020B0604020202020204" pitchFamily="34" charset="0"/>
              <a:ea typeface="+mj-ea"/>
              <a:cs typeface="+mj-cs"/>
              <a:sym typeface="Arial" panose="020B0604020202020204" pitchFamily="34"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100000"/>
              </a:lnSpc>
              <a:defRPr sz="4400"/>
            </a:lvl1pPr>
          </a:lstStyle>
          <a:p>
            <a:r>
              <a:rPr lang="en-US"/>
              <a:t>Click to edit Master title style</a:t>
            </a:r>
          </a:p>
        </p:txBody>
      </p:sp>
      <p:sp>
        <p:nvSpPr>
          <p:cNvPr id="9" name="1. On-page tracker">
            <a:extLst>
              <a:ext uri="{FF2B5EF4-FFF2-40B4-BE49-F238E27FC236}">
                <a16:creationId xmlns:a16="http://schemas.microsoft.com/office/drawing/2014/main" id="{FA764DC8-CEA6-42F3-8E66-7C768AAD275E}"/>
              </a:ext>
            </a:extLst>
          </p:cNvPr>
          <p:cNvSpPr>
            <a:spLocks noGrp="1"/>
          </p:cNvSpPr>
          <p:nvPr>
            <p:ph type="body" sz="quarter" idx="10" hasCustomPrompt="1"/>
            <p:custDataLst>
              <p:tags r:id="rId4"/>
            </p:custDataLst>
          </p:nvPr>
        </p:nvSpPr>
        <p:spPr>
          <a:xfrm>
            <a:off x="554735" y="41597"/>
            <a:ext cx="3843338" cy="123111"/>
          </a:xfrm>
          <a:prstGeom prst="rect">
            <a:avLst/>
          </a:prstGeom>
          <a:ln w="6350">
            <a:noFill/>
            <a:miter lim="800000"/>
          </a:ln>
        </p:spPr>
        <p:txBody>
          <a:bodyPr vert="horz" wrap="square" lIns="0" tIns="0" rIns="0" bIns="0" rtlCol="0">
            <a:spAutoFit/>
          </a:bodyPr>
          <a:lstStyle>
            <a:lvl1pPr>
              <a:defRPr lang="en-US" sz="800" b="0" dirty="0">
                <a:cs typeface="+mn-cs"/>
              </a:defRPr>
            </a:lvl1pPr>
          </a:lstStyle>
          <a:p>
            <a:pPr lvl="0">
              <a:buNone/>
            </a:pPr>
            <a:r>
              <a:rPr lang="en-US"/>
              <a:t>Add tracker</a:t>
            </a:r>
          </a:p>
        </p:txBody>
      </p:sp>
      <p:sp>
        <p:nvSpPr>
          <p:cNvPr id="10" name="5. Source" hidden="1">
            <a:extLst>
              <a:ext uri="{FF2B5EF4-FFF2-40B4-BE49-F238E27FC236}">
                <a16:creationId xmlns:a16="http://schemas.microsoft.com/office/drawing/2014/main" id="{6990A851-40EA-4357-9D30-C798A01A94B6}"/>
              </a:ext>
            </a:extLst>
          </p:cNvPr>
          <p:cNvSpPr txBox="1"/>
          <p:nvPr userDrawn="1">
            <p:custDataLst>
              <p:tags r:id="rId5"/>
            </p:custDataLst>
          </p:nvPr>
        </p:nvSpPr>
        <p:spPr>
          <a:xfrm>
            <a:off x="554735" y="6447954"/>
            <a:ext cx="7277861"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b"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Source: …</a:t>
            </a:r>
          </a:p>
        </p:txBody>
      </p:sp>
    </p:spTree>
    <p:extLst>
      <p:ext uri="{BB962C8B-B14F-4D97-AF65-F5344CB8AC3E}">
        <p14:creationId xmlns:p14="http://schemas.microsoft.com/office/powerpoint/2010/main" val="2661202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8" Type="http://schemas.openxmlformats.org/officeDocument/2006/relationships/slideLayout" Target="../slideLayouts/slideLayout18.xml"/><Relationship Id="rId26"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7" Type="http://schemas.openxmlformats.org/officeDocument/2006/relationships/slideLayout" Target="../slideLayouts/slideLayout17.xml"/><Relationship Id="rId25" Type="http://schemas.openxmlformats.org/officeDocument/2006/relationships/image" Target="../media/image1.emf"/><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2.xml"/><Relationship Id="rId14" Type="http://schemas.openxmlformats.org/officeDocument/2006/relationships/slideLayout" Target="../slideLayouts/slideLayout14.xml"/><Relationship Id="rId22"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2.xml"/><Relationship Id="rId7" Type="http://schemas.openxmlformats.org/officeDocument/2006/relationships/slideLayout" Target="../slideLayouts/slideLayout27.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24" Type="http://schemas.openxmlformats.org/officeDocument/2006/relationships/image" Target="../media/image8.emf"/><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14" Type="http://schemas.openxmlformats.org/officeDocument/2006/relationships/slideLayout" Target="../slideLayouts/slideLayout34.xml"/><Relationship Id="rId22" Type="http://schemas.openxmlformats.org/officeDocument/2006/relationships/tags" Target="../tags/tag3.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12" Type="http://schemas.openxmlformats.org/officeDocument/2006/relationships/image" Target="../media/image1.emf"/><Relationship Id="rId1" Type="http://schemas.openxmlformats.org/officeDocument/2006/relationships/slideLayout" Target="../slideLayouts/slideLayout41.xml"/><Relationship Id="rId10" Type="http://schemas.openxmlformats.org/officeDocument/2006/relationships/tags" Target="../tags/tag5.xml"/><Relationship Id="rId9" Type="http://schemas.openxmlformats.org/officeDocument/2006/relationships/tags" Target="../tags/tag4.xml"/></Relationships>
</file>

<file path=ppt/slideMasters/_rels/slideMaster4.xml.rels><?xml version="1.0" encoding="UTF-8" standalone="yes"?>
<Relationships xmlns="http://schemas.openxmlformats.org/package/2006/relationships"><Relationship Id="rId21" Type="http://schemas.openxmlformats.org/officeDocument/2006/relationships/slideLayout" Target="../slideLayouts/slideLayout68.xml"/><Relationship Id="rId20" Type="http://schemas.openxmlformats.org/officeDocument/2006/relationships/slideLayout" Target="../slideLayouts/slideLayout67.xml"/><Relationship Id="rId29" Type="http://schemas.openxmlformats.org/officeDocument/2006/relationships/tags" Target="../tags/tag7.xml"/><Relationship Id="rId28" Type="http://schemas.openxmlformats.org/officeDocument/2006/relationships/tags" Target="../tags/tag6.xml"/><Relationship Id="rId31" Type="http://schemas.openxmlformats.org/officeDocument/2006/relationships/image" Target="../media/image1.emf"/><Relationship Id="rId22" Type="http://schemas.openxmlformats.org/officeDocument/2006/relationships/slideLayout" Target="../slideLayouts/slideLayout69.xml"/><Relationship Id="rId27" Type="http://schemas.openxmlformats.org/officeDocument/2006/relationships/theme" Target="../theme/theme4.xml"/></Relationships>
</file>

<file path=ppt/slideMasters/_rels/slideMaster7.xml.rels><?xml version="1.0" encoding="UTF-8" standalone="yes"?>
<Relationships xmlns="http://schemas.openxmlformats.org/package/2006/relationships"><Relationship Id="rId18" Type="http://schemas.openxmlformats.org/officeDocument/2006/relationships/theme" Target="../theme/theme7.xml"/><Relationship Id="rId26" Type="http://schemas.openxmlformats.org/officeDocument/2006/relationships/tags" Target="../tags/tag19.xml"/><Relationship Id="rId39" Type="http://schemas.openxmlformats.org/officeDocument/2006/relationships/tags" Target="../tags/tag32.xml"/><Relationship Id="rId21" Type="http://schemas.openxmlformats.org/officeDocument/2006/relationships/tags" Target="../tags/tag14.xml"/><Relationship Id="rId34" Type="http://schemas.openxmlformats.org/officeDocument/2006/relationships/tags" Target="../tags/tag27.xml"/><Relationship Id="rId42" Type="http://schemas.openxmlformats.org/officeDocument/2006/relationships/image" Target="../media/image19.png"/><Relationship Id="rId25" Type="http://schemas.openxmlformats.org/officeDocument/2006/relationships/tags" Target="../tags/tag18.xml"/><Relationship Id="rId33" Type="http://schemas.openxmlformats.org/officeDocument/2006/relationships/tags" Target="../tags/tag26.xml"/><Relationship Id="rId38" Type="http://schemas.openxmlformats.org/officeDocument/2006/relationships/tags" Target="../tags/tag31.xml"/><Relationship Id="rId20" Type="http://schemas.openxmlformats.org/officeDocument/2006/relationships/tags" Target="../tags/tag13.xml"/><Relationship Id="rId29" Type="http://schemas.openxmlformats.org/officeDocument/2006/relationships/tags" Target="../tags/tag22.xml"/><Relationship Id="rId41" Type="http://schemas.openxmlformats.org/officeDocument/2006/relationships/image" Target="../media/image18.emf"/><Relationship Id="rId6" Type="http://schemas.openxmlformats.org/officeDocument/2006/relationships/slideLayout" Target="../slideLayouts/slideLayout104.xml"/><Relationship Id="rId24" Type="http://schemas.openxmlformats.org/officeDocument/2006/relationships/tags" Target="../tags/tag17.xml"/><Relationship Id="rId32" Type="http://schemas.openxmlformats.org/officeDocument/2006/relationships/tags" Target="../tags/tag25.xml"/><Relationship Id="rId37" Type="http://schemas.openxmlformats.org/officeDocument/2006/relationships/tags" Target="../tags/tag30.xml"/><Relationship Id="rId23" Type="http://schemas.openxmlformats.org/officeDocument/2006/relationships/tags" Target="../tags/tag16.xml"/><Relationship Id="rId28" Type="http://schemas.openxmlformats.org/officeDocument/2006/relationships/tags" Target="../tags/tag21.xml"/><Relationship Id="rId36" Type="http://schemas.openxmlformats.org/officeDocument/2006/relationships/tags" Target="../tags/tag29.xml"/><Relationship Id="rId19" Type="http://schemas.openxmlformats.org/officeDocument/2006/relationships/tags" Target="../tags/tag12.xml"/><Relationship Id="rId31" Type="http://schemas.openxmlformats.org/officeDocument/2006/relationships/tags" Target="../tags/tag24.xml"/><Relationship Id="rId22" Type="http://schemas.openxmlformats.org/officeDocument/2006/relationships/tags" Target="../tags/tag15.xml"/><Relationship Id="rId27" Type="http://schemas.openxmlformats.org/officeDocument/2006/relationships/tags" Target="../tags/tag20.xml"/><Relationship Id="rId30" Type="http://schemas.openxmlformats.org/officeDocument/2006/relationships/tags" Target="../tags/tag23.xml"/><Relationship Id="rId35" Type="http://schemas.openxmlformats.org/officeDocument/2006/relationships/tags" Target="../tags/tag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283D300-2124-42DF-B73B-3D3D4C546EC6}"/>
              </a:ext>
            </a:extLst>
          </p:cNvPr>
          <p:cNvGraphicFramePr>
            <a:graphicFrameLocks noChangeAspect="1"/>
          </p:cNvGraphicFramePr>
          <p:nvPr userDrawn="1">
            <p:custDataLst>
              <p:tags r:id="rId22"/>
            </p:custDataLst>
            <p:extLst>
              <p:ext uri="{D42A27DB-BD31-4B8C-83A1-F6EECF244321}">
                <p14:modId xmlns:p14="http://schemas.microsoft.com/office/powerpoint/2010/main" val="3585269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95" imgH="394" progId="TCLayout.ActiveDocument.1">
                  <p:embed/>
                </p:oleObj>
              </mc:Choice>
              <mc:Fallback>
                <p:oleObj name="think-cell Slide" r:id="rId24" imgW="395" imgH="394" progId="TCLayout.ActiveDocument.1">
                  <p:embed/>
                  <p:pic>
                    <p:nvPicPr>
                      <p:cNvPr id="4" name="Object 3" hidden="1">
                        <a:extLst>
                          <a:ext uri="{FF2B5EF4-FFF2-40B4-BE49-F238E27FC236}">
                            <a16:creationId xmlns:a16="http://schemas.microsoft.com/office/drawing/2014/main" id="{D283D300-2124-42DF-B73B-3D3D4C546EC6}"/>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4B895B28-7064-4AD0-A15D-88F99BCA9BAD}"/>
              </a:ext>
            </a:extLst>
          </p:cNvPr>
          <p:cNvSpPr/>
          <p:nvPr userDrawn="1">
            <p:custDataLst>
              <p:tags r:id="rId2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kumimoji="1" lang="en-US" altLang="ja-JP" sz="2800" b="0" i="0" baseline="0">
              <a:latin typeface="Calibri" panose="020F0502020204030204" pitchFamily="34" charset="0"/>
              <a:ea typeface="メイリオ" panose="020B0604030504040204" pitchFamily="50" charset="-128"/>
              <a:cs typeface="Calibri" panose="020F0502020204030204" pitchFamily="34" charset="0"/>
              <a:sym typeface="Calibri" panose="020F0502020204030204" pitchFamily="34" charset="0"/>
            </a:endParaRPr>
          </a:p>
        </p:txBody>
      </p:sp>
      <p:sp>
        <p:nvSpPr>
          <p:cNvPr id="3" name="テキスト プレースホルダ 2"/>
          <p:cNvSpPr>
            <a:spLocks noGrp="1"/>
          </p:cNvSpPr>
          <p:nvPr>
            <p:ph type="body" idx="1"/>
          </p:nvPr>
        </p:nvSpPr>
        <p:spPr>
          <a:xfrm>
            <a:off x="311150" y="1233487"/>
            <a:ext cx="11569700" cy="5183187"/>
          </a:xfrm>
          <a:prstGeom prst="rect">
            <a:avLst/>
          </a:prstGeom>
        </p:spPr>
        <p:txBody>
          <a:bodyPr vert="horz" lIns="0" tIns="45710" rIns="91420" bIns="45710" rtlCol="0">
            <a:normAutofit/>
          </a:bodyPr>
          <a:lstStyle/>
          <a:p>
            <a:pPr lvl="0"/>
            <a:r>
              <a:rPr kumimoji="1" lang="en-US" altLang="ja-JP"/>
              <a:t>Master text</a:t>
            </a:r>
            <a:endParaRPr kumimoji="1" lang="ja-JP" altLang="en-US"/>
          </a:p>
        </p:txBody>
      </p:sp>
      <p:sp>
        <p:nvSpPr>
          <p:cNvPr id="11" name="Footer Placeholder 8">
            <a:extLst>
              <a:ext uri="{FF2B5EF4-FFF2-40B4-BE49-F238E27FC236}">
                <a16:creationId xmlns:a16="http://schemas.microsoft.com/office/drawing/2014/main" id="{44E43001-C216-284A-9EBD-E54B5DD295CE}"/>
              </a:ext>
            </a:extLst>
          </p:cNvPr>
          <p:cNvSpPr>
            <a:spLocks noGrp="1"/>
          </p:cNvSpPr>
          <p:nvPr>
            <p:ph type="ftr" sz="quarter" idx="3"/>
          </p:nvPr>
        </p:nvSpPr>
        <p:spPr>
          <a:xfrm>
            <a:off x="7766050" y="6489701"/>
            <a:ext cx="4114800" cy="229432"/>
          </a:xfrm>
          <a:prstGeom prst="rect">
            <a:avLst/>
          </a:prstGeom>
        </p:spPr>
        <p:txBody>
          <a:bodyPr vert="horz" lIns="91440" tIns="45720" rIns="91440" bIns="45720" rtlCol="0" anchor="ctr"/>
          <a:lstStyle>
            <a:lvl1pPr algn="r">
              <a:defRPr sz="800" b="1" spc="100" baseline="0">
                <a:solidFill>
                  <a:schemeClr val="tx1"/>
                </a:solidFill>
              </a:defRPr>
            </a:lvl1pPr>
          </a:lstStyle>
          <a:p>
            <a:endParaRPr lang="en-JP"/>
          </a:p>
        </p:txBody>
      </p:sp>
      <p:sp>
        <p:nvSpPr>
          <p:cNvPr id="9" name="タイトル プレースホルダ 1">
            <a:extLst>
              <a:ext uri="{FF2B5EF4-FFF2-40B4-BE49-F238E27FC236}">
                <a16:creationId xmlns:a16="http://schemas.microsoft.com/office/drawing/2014/main" id="{D7981A12-E00B-604C-B863-7CBF31AA6408}"/>
              </a:ext>
            </a:extLst>
          </p:cNvPr>
          <p:cNvSpPr>
            <a:spLocks noGrp="1"/>
          </p:cNvSpPr>
          <p:nvPr>
            <p:ph type="title"/>
          </p:nvPr>
        </p:nvSpPr>
        <p:spPr>
          <a:xfrm>
            <a:off x="606078" y="161605"/>
            <a:ext cx="9895084" cy="685801"/>
          </a:xfrm>
          <a:prstGeom prst="rect">
            <a:avLst/>
          </a:prstGeom>
        </p:spPr>
        <p:txBody>
          <a:bodyPr vert="horz" lIns="0" tIns="0" rIns="0" bIns="0" rtlCol="0" anchor="ctr">
            <a:normAutofit/>
          </a:bodyPr>
          <a:lstStyle/>
          <a:p>
            <a:r>
              <a:rPr kumimoji="1" lang="en-US" altLang="ja-JP"/>
              <a:t>Master title</a:t>
            </a:r>
            <a:endParaRPr kumimoji="1" lang="ja-JP" altLang="en-US"/>
          </a:p>
        </p:txBody>
      </p:sp>
      <p:sp>
        <p:nvSpPr>
          <p:cNvPr id="13" name="スライド番号プレースホルダ 5">
            <a:extLst>
              <a:ext uri="{FF2B5EF4-FFF2-40B4-BE49-F238E27FC236}">
                <a16:creationId xmlns:a16="http://schemas.microsoft.com/office/drawing/2014/main" id="{C7AA5A17-3F2F-B94B-9342-A137057B898D}"/>
              </a:ext>
            </a:extLst>
          </p:cNvPr>
          <p:cNvSpPr>
            <a:spLocks noGrp="1"/>
          </p:cNvSpPr>
          <p:nvPr>
            <p:ph type="sldNum" sz="quarter" idx="4"/>
          </p:nvPr>
        </p:nvSpPr>
        <p:spPr>
          <a:xfrm>
            <a:off x="311150" y="6489701"/>
            <a:ext cx="589856" cy="229432"/>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pic>
        <p:nvPicPr>
          <p:cNvPr id="5" name="Picture 4">
            <a:extLst>
              <a:ext uri="{FF2B5EF4-FFF2-40B4-BE49-F238E27FC236}">
                <a16:creationId xmlns:a16="http://schemas.microsoft.com/office/drawing/2014/main" id="{9CF426E9-3B69-2EEF-E8C3-BD8F8E0C62A3}"/>
              </a:ext>
            </a:extLst>
          </p:cNvPr>
          <p:cNvPicPr>
            <a:picLocks/>
          </p:cNvPicPr>
          <p:nvPr userDrawn="1"/>
        </p:nvPicPr>
        <p:blipFill>
          <a:blip r:embed="rId26"/>
          <a:srcRect l="628" t="95254" r="486" b="703"/>
          <a:stretch/>
        </p:blipFill>
        <p:spPr>
          <a:xfrm>
            <a:off x="0" y="6539230"/>
            <a:ext cx="12192000" cy="318771"/>
          </a:xfrm>
          <a:prstGeom prst="rect">
            <a:avLst/>
          </a:prstGeom>
          <a:ln>
            <a:noFill/>
          </a:ln>
        </p:spPr>
      </p:pic>
      <p:sp>
        <p:nvSpPr>
          <p:cNvPr id="6" name="Slide Number Placeholder 4">
            <a:extLst>
              <a:ext uri="{FF2B5EF4-FFF2-40B4-BE49-F238E27FC236}">
                <a16:creationId xmlns:a16="http://schemas.microsoft.com/office/drawing/2014/main" id="{9EE9AACD-2C68-F229-BF3D-52A83FAA3A40}"/>
              </a:ext>
            </a:extLst>
          </p:cNvPr>
          <p:cNvSpPr txBox="1">
            <a:spLocks/>
          </p:cNvSpPr>
          <p:nvPr userDrawn="1"/>
        </p:nvSpPr>
        <p:spPr>
          <a:xfrm>
            <a:off x="238125" y="6585753"/>
            <a:ext cx="368935" cy="19613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8810" rtl="0" eaLnBrk="1" fontAlgn="auto" latinLnBrk="0" hangingPunct="1">
              <a:lnSpc>
                <a:spcPct val="100000"/>
              </a:lnSpc>
              <a:spcBef>
                <a:spcPts val="0"/>
              </a:spcBef>
              <a:spcAft>
                <a:spcPts val="0"/>
              </a:spcAft>
              <a:buClrTx/>
              <a:buSzTx/>
              <a:buFontTx/>
              <a:buNone/>
              <a:tabLst/>
              <a:defRPr/>
            </a:pPr>
            <a:fld id="{E9B57936-92EF-4126-AE48-1D9D36D15E98}" type="slidenum">
              <a:rPr kumimoji="0" lang="ja-JP" altLang="en-US" sz="800" b="1" i="0" u="none" strike="noStrike" kern="1200" cap="none" spc="0" normalizeH="0" baseline="0" noProof="0" smtClean="0">
                <a:ln>
                  <a:noFill/>
                </a:ln>
                <a:solidFill>
                  <a:srgbClr val="FFFFFF"/>
                </a:solidFill>
                <a:effectLst/>
                <a:uLnTx/>
                <a:uFillTx/>
                <a:latin typeface="Calibri" panose="020F0502020204030204"/>
                <a:ea typeface="メイリオ" panose="020B0604030504040204" pitchFamily="34" charset="-128"/>
                <a:cs typeface="+mn-cs"/>
              </a:rPr>
              <a:pPr marL="0" marR="0" lvl="0" indent="0" algn="l" defTabSz="1218810" rtl="0" eaLnBrk="1" fontAlgn="auto" latinLnBrk="0" hangingPunct="1">
                <a:lnSpc>
                  <a:spcPct val="100000"/>
                </a:lnSpc>
                <a:spcBef>
                  <a:spcPts val="0"/>
                </a:spcBef>
                <a:spcAft>
                  <a:spcPts val="0"/>
                </a:spcAft>
                <a:buClrTx/>
                <a:buSzTx/>
                <a:buFontTx/>
                <a:buNone/>
                <a:tabLst/>
                <a:defRPr/>
              </a:pPr>
              <a:t>‹#›</a:t>
            </a:fld>
            <a:endParaRPr kumimoji="0" lang="ja-JP" altLang="en-US" sz="800" b="1" i="0" u="none" strike="noStrike" kern="1200" cap="none" spc="0" normalizeH="0" baseline="0" noProof="0">
              <a:ln>
                <a:noFill/>
              </a:ln>
              <a:solidFill>
                <a:srgbClr val="FFFFFF"/>
              </a:solidFill>
              <a:effectLst/>
              <a:uLnTx/>
              <a:uFillTx/>
              <a:latin typeface="Calibri" panose="020F0502020204030204"/>
              <a:ea typeface="メイリオ" panose="020B0604030504040204" pitchFamily="34" charset="-128"/>
              <a:cs typeface="+mn-cs"/>
            </a:endParaRPr>
          </a:p>
        </p:txBody>
      </p:sp>
      <p:sp>
        <p:nvSpPr>
          <p:cNvPr id="7" name="TextBox 6">
            <a:extLst>
              <a:ext uri="{FF2B5EF4-FFF2-40B4-BE49-F238E27FC236}">
                <a16:creationId xmlns:a16="http://schemas.microsoft.com/office/drawing/2014/main" id="{C5072005-CE2B-9CBD-BFEA-23ACC244D3EF}"/>
              </a:ext>
            </a:extLst>
          </p:cNvPr>
          <p:cNvSpPr txBox="1"/>
          <p:nvPr userDrawn="1"/>
        </p:nvSpPr>
        <p:spPr>
          <a:xfrm>
            <a:off x="515983" y="6587602"/>
            <a:ext cx="3833949"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Calibri" panose="020F0502020204030204"/>
                <a:ea typeface="+mn-ea"/>
                <a:cs typeface="+mn-cs"/>
              </a:rPr>
              <a:t>CONFIDENTIAL-DRAFT-SUBJECT TO LEGAL AND COMPLIANCE REVIEW</a:t>
            </a:r>
          </a:p>
        </p:txBody>
      </p:sp>
    </p:spTree>
    <p:extLst>
      <p:ext uri="{BB962C8B-B14F-4D97-AF65-F5344CB8AC3E}">
        <p14:creationId xmlns:p14="http://schemas.microsoft.com/office/powerpoint/2010/main" val="3556055661"/>
      </p:ext>
    </p:extLst>
  </p:cSld>
  <p:clrMap bg1="lt1" tx1="dk1" bg2="lt2" tx2="dk2" accent1="accent1" accent2="accent2" accent3="accent3" accent4="accent4" accent5="accent5" accent6="accent6" hlink="hlink" folHlink="folHlink"/>
  <p:sldLayoutIdLst>
    <p:sldLayoutId id="2147483902" r:id="rId1"/>
    <p:sldLayoutId id="2147483904" r:id="rId3"/>
    <p:sldLayoutId id="2147483906" r:id="rId5"/>
    <p:sldLayoutId id="2147483907" r:id="rId6"/>
    <p:sldLayoutId id="2147483908" r:id="rId7"/>
    <p:sldLayoutId id="2147483909" r:id="rId8"/>
    <p:sldLayoutId id="2147483915" r:id="rId14"/>
    <p:sldLayoutId id="2147483916" r:id="rId15"/>
    <p:sldLayoutId id="2147483917" r:id="rId16"/>
    <p:sldLayoutId id="2147483918" r:id="rId17"/>
    <p:sldLayoutId id="2147483919" r:id="rId18"/>
  </p:sldLayoutIdLst>
  <p:transition spd="slow">
    <p:push dir="u"/>
  </p:transition>
  <p:hf hdr="0" ftr="0" dt="0"/>
  <p:txStyles>
    <p:titleStyle>
      <a:lvl1pPr algn="l" defTabSz="914150" rtl="0" eaLnBrk="1" latinLnBrk="0" hangingPunct="1">
        <a:lnSpc>
          <a:spcPts val="2800"/>
        </a:lnSpc>
        <a:spcBef>
          <a:spcPct val="0"/>
        </a:spcBef>
        <a:buNone/>
        <a:defRPr kumimoji="1" sz="2800" b="1" i="0" kern="1200" baseline="0">
          <a:solidFill>
            <a:schemeClr val="tx1"/>
          </a:solidFill>
          <a:latin typeface="Calibri" panose="020F0502020204030204" pitchFamily="34" charset="0"/>
          <a:ea typeface="メイリオ" pitchFamily="50" charset="-128"/>
          <a:cs typeface="Calibri" pitchFamily="34" charset="0"/>
        </a:defRPr>
      </a:lvl1pPr>
    </p:titleStyle>
    <p:bodyStyle>
      <a:lvl1pPr marL="457071" indent="-457071" algn="l" defTabSz="914150" rtl="0" eaLnBrk="1" latinLnBrk="0" hangingPunct="1">
        <a:spcBef>
          <a:spcPct val="20000"/>
        </a:spcBef>
        <a:buClr>
          <a:srgbClr val="4C4948"/>
        </a:buClr>
        <a:buFont typeface="Arial" panose="020B0604020202020204"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1pPr>
      <a:lvl2pPr marL="742745" indent="-285677" algn="l" defTabSz="914150" rtl="0" eaLnBrk="1" latinLnBrk="0" hangingPunct="1">
        <a:spcBef>
          <a:spcPct val="20000"/>
        </a:spcBef>
        <a:buClr>
          <a:srgbClr val="4C4948"/>
        </a:buClr>
        <a:buFont typeface="Arial" pitchFamily="34" charset="0"/>
        <a:buChar char="–"/>
        <a:defRPr kumimoji="1" sz="2000" b="0" i="0" kern="1200">
          <a:solidFill>
            <a:schemeClr val="tx1"/>
          </a:solidFill>
          <a:latin typeface="Calibri" panose="020F0502020204030204" pitchFamily="34" charset="0"/>
          <a:ea typeface="メイリオ" pitchFamily="50" charset="-128"/>
          <a:cs typeface="Calibri" pitchFamily="34" charset="0"/>
        </a:defRPr>
      </a:lvl2pPr>
      <a:lvl3pPr marL="114269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3pPr>
      <a:lvl4pPr marL="159976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4pPr>
      <a:lvl5pPr marL="2056831"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150" rtl="0" eaLnBrk="1" latinLnBrk="0" hangingPunct="1">
        <a:defRPr kumimoji="1" sz="1867" kern="1200">
          <a:solidFill>
            <a:schemeClr val="tx1"/>
          </a:solidFill>
          <a:latin typeface="+mn-lt"/>
          <a:ea typeface="+mn-ea"/>
          <a:cs typeface="+mn-cs"/>
        </a:defRPr>
      </a:lvl1pPr>
      <a:lvl2pPr marL="457071" algn="l" defTabSz="914150" rtl="0" eaLnBrk="1" latinLnBrk="0" hangingPunct="1">
        <a:defRPr kumimoji="1" sz="1867" kern="1200">
          <a:solidFill>
            <a:schemeClr val="tx1"/>
          </a:solidFill>
          <a:latin typeface="+mn-lt"/>
          <a:ea typeface="+mn-ea"/>
          <a:cs typeface="+mn-cs"/>
        </a:defRPr>
      </a:lvl2pPr>
      <a:lvl3pPr marL="914150" algn="l" defTabSz="914150" rtl="0" eaLnBrk="1" latinLnBrk="0" hangingPunct="1">
        <a:defRPr kumimoji="1" sz="1867" kern="1200">
          <a:solidFill>
            <a:schemeClr val="tx1"/>
          </a:solidFill>
          <a:latin typeface="+mn-lt"/>
          <a:ea typeface="+mn-ea"/>
          <a:cs typeface="+mn-cs"/>
        </a:defRPr>
      </a:lvl3pPr>
      <a:lvl4pPr marL="1371226" algn="l" defTabSz="914150" rtl="0" eaLnBrk="1" latinLnBrk="0" hangingPunct="1">
        <a:defRPr kumimoji="1" sz="1867" kern="1200">
          <a:solidFill>
            <a:schemeClr val="tx1"/>
          </a:solidFill>
          <a:latin typeface="+mn-lt"/>
          <a:ea typeface="+mn-ea"/>
          <a:cs typeface="+mn-cs"/>
        </a:defRPr>
      </a:lvl4pPr>
      <a:lvl5pPr marL="1828301" algn="l" defTabSz="914150" rtl="0" eaLnBrk="1" latinLnBrk="0" hangingPunct="1">
        <a:defRPr kumimoji="1" sz="1867" kern="1200">
          <a:solidFill>
            <a:schemeClr val="tx1"/>
          </a:solidFill>
          <a:latin typeface="+mn-lt"/>
          <a:ea typeface="+mn-ea"/>
          <a:cs typeface="+mn-cs"/>
        </a:defRPr>
      </a:lvl5pPr>
      <a:lvl6pPr marL="2285382" algn="l" defTabSz="914150" rtl="0" eaLnBrk="1" latinLnBrk="0" hangingPunct="1">
        <a:defRPr kumimoji="1" sz="1867" kern="1200">
          <a:solidFill>
            <a:schemeClr val="tx1"/>
          </a:solidFill>
          <a:latin typeface="+mn-lt"/>
          <a:ea typeface="+mn-ea"/>
          <a:cs typeface="+mn-cs"/>
        </a:defRPr>
      </a:lvl6pPr>
      <a:lvl7pPr marL="2742450" algn="l" defTabSz="914150" rtl="0" eaLnBrk="1" latinLnBrk="0" hangingPunct="1">
        <a:defRPr kumimoji="1" sz="1867" kern="1200">
          <a:solidFill>
            <a:schemeClr val="tx1"/>
          </a:solidFill>
          <a:latin typeface="+mn-lt"/>
          <a:ea typeface="+mn-ea"/>
          <a:cs typeface="+mn-cs"/>
        </a:defRPr>
      </a:lvl7pPr>
      <a:lvl8pPr marL="3199520" algn="l" defTabSz="914150" rtl="0" eaLnBrk="1" latinLnBrk="0" hangingPunct="1">
        <a:defRPr kumimoji="1" sz="1867" kern="1200">
          <a:solidFill>
            <a:schemeClr val="tx1"/>
          </a:solidFill>
          <a:latin typeface="+mn-lt"/>
          <a:ea typeface="+mn-ea"/>
          <a:cs typeface="+mn-cs"/>
        </a:defRPr>
      </a:lvl8pPr>
      <a:lvl9pPr marL="3656591" algn="l" defTabSz="914150" rtl="0" eaLnBrk="1" latinLnBrk="0" hangingPunct="1">
        <a:defRPr kumimoji="1"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77">
          <p15:clr>
            <a:srgbClr val="F26B43"/>
          </p15:clr>
        </p15:guide>
        <p15:guide id="2" pos="189">
          <p15:clr>
            <a:srgbClr val="F26B43"/>
          </p15:clr>
        </p15:guide>
        <p15:guide id="3" pos="7491">
          <p15:clr>
            <a:srgbClr val="F26B43"/>
          </p15:clr>
        </p15:guide>
        <p15:guide id="4" orient="horz" pos="4042">
          <p15:clr>
            <a:srgbClr val="F26B43"/>
          </p15:clr>
        </p15:guide>
        <p15:guide id="5" pos="370">
          <p15:clr>
            <a:srgbClr val="F26B43"/>
          </p15:clr>
        </p15:guide>
        <p15:guide id="6" orient="horz" pos="40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1A35419-59F6-4600-8A9C-CC43A366013C}"/>
              </a:ext>
            </a:extLst>
          </p:cNvPr>
          <p:cNvGraphicFramePr>
            <a:graphicFrameLocks noChangeAspect="1"/>
          </p:cNvGraphicFramePr>
          <p:nvPr userDrawn="1">
            <p:custDataLst>
              <p:tags r:id="rId22"/>
            </p:custDataLst>
            <p:extLst>
              <p:ext uri="{D42A27DB-BD31-4B8C-83A1-F6EECF244321}">
                <p14:modId xmlns:p14="http://schemas.microsoft.com/office/powerpoint/2010/main" val="25860256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3" imgW="286" imgH="286" progId="TCLayout.ActiveDocument.1">
                  <p:embed/>
                </p:oleObj>
              </mc:Choice>
              <mc:Fallback>
                <p:oleObj name="think-cell Slide" r:id="rId23" imgW="286" imgH="286" progId="TCLayout.ActiveDocument.1">
                  <p:embed/>
                  <p:pic>
                    <p:nvPicPr>
                      <p:cNvPr id="5" name="Object 4" hidden="1">
                        <a:extLst>
                          <a:ext uri="{FF2B5EF4-FFF2-40B4-BE49-F238E27FC236}">
                            <a16:creationId xmlns:a16="http://schemas.microsoft.com/office/drawing/2014/main" id="{91A35419-59F6-4600-8A9C-CC43A366013C}"/>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E1EA114F-0D26-4F75-9C91-62862E7EFB46}"/>
              </a:ext>
            </a:extLst>
          </p:cNvPr>
          <p:cNvSpPr>
            <a:spLocks noGrp="1"/>
          </p:cNvSpPr>
          <p:nvPr>
            <p:ph type="title"/>
          </p:nvPr>
        </p:nvSpPr>
        <p:spPr bwMode="auto">
          <a:xfrm>
            <a:off x="548640" y="429768"/>
            <a:ext cx="11091672" cy="332399"/>
          </a:xfrm>
          <a:prstGeom prst="rect">
            <a:avLst/>
          </a:prstGeom>
        </p:spPr>
        <p:txBody>
          <a:bodyPr vert="horz" lIns="0" tIns="0" rIns="0" bIns="0" rtlCol="0" anchor="t">
            <a:spAutoFit/>
          </a:bodyPr>
          <a:lstStyle/>
          <a:p>
            <a:r>
              <a:rPr lang="en-US"/>
              <a:t>Click to add title (Times New Roman 32 pt)</a:t>
            </a:r>
          </a:p>
        </p:txBody>
      </p:sp>
      <p:sp>
        <p:nvSpPr>
          <p:cNvPr id="3" name="Text Placeholder 2">
            <a:extLst>
              <a:ext uri="{FF2B5EF4-FFF2-40B4-BE49-F238E27FC236}">
                <a16:creationId xmlns:a16="http://schemas.microsoft.com/office/drawing/2014/main" id="{E5919C1B-9847-492D-9832-3F08D03F2361}"/>
              </a:ext>
            </a:extLst>
          </p:cNvPr>
          <p:cNvSpPr>
            <a:spLocks noGrp="1"/>
          </p:cNvSpPr>
          <p:nvPr>
            <p:ph type="body" idx="1"/>
          </p:nvPr>
        </p:nvSpPr>
        <p:spPr bwMode="auto">
          <a:xfrm>
            <a:off x="548640" y="1856232"/>
            <a:ext cx="11091672" cy="4453128"/>
          </a:xfrm>
          <a:prstGeom prst="rect">
            <a:avLst/>
          </a:prstGeom>
        </p:spPr>
        <p:txBody>
          <a:bodyPr vert="horz" lIns="0" tIns="0" rIns="0" bIns="0" rtlCol="0">
            <a:noAutofit/>
          </a:bodyPr>
          <a:lstStyle/>
          <a:p>
            <a:pPr lvl="0"/>
            <a:r>
              <a:rPr lang="en-US"/>
              <a:t>Click to add text (Arial 18 </a:t>
            </a:r>
            <a:r>
              <a:rPr lang="en-US" err="1"/>
              <a:t>pt</a:t>
            </a:r>
            <a:r>
              <a:rPr lang="en-US"/>
              <a:t>)</a:t>
            </a:r>
          </a:p>
          <a:p>
            <a:pPr lvl="1"/>
            <a:r>
              <a:rPr lang="en-US"/>
              <a:t>Second level</a:t>
            </a:r>
          </a:p>
          <a:p>
            <a:pPr lvl="2"/>
            <a:r>
              <a:rPr lang="en-US"/>
              <a:t>Third level</a:t>
            </a:r>
          </a:p>
        </p:txBody>
      </p:sp>
      <p:sp>
        <p:nvSpPr>
          <p:cNvPr id="13" name="slidemaster_pagenumber">
            <a:extLst>
              <a:ext uri="{FF2B5EF4-FFF2-40B4-BE49-F238E27FC236}">
                <a16:creationId xmlns:a16="http://schemas.microsoft.com/office/drawing/2014/main" id="{2877A940-A631-4E1B-B19B-5FF4D109B3FD}"/>
              </a:ext>
            </a:extLst>
          </p:cNvPr>
          <p:cNvSpPr txBox="1">
            <a:spLocks/>
          </p:cNvSpPr>
          <p:nvPr userDrawn="1"/>
        </p:nvSpPr>
        <p:spPr bwMode="auto">
          <a:xfrm>
            <a:off x="11499248" y="6544205"/>
            <a:ext cx="141064" cy="138499"/>
          </a:xfrm>
          <a:prstGeom prst="rect">
            <a:avLst/>
          </a:prstGeom>
        </p:spPr>
        <p:txBody>
          <a:bodyPr vert="horz" wrap="none" lIns="0" tIns="0" rIns="0" bIns="0" rtlCol="0" anchor="b">
            <a:spAutoFit/>
          </a:bodyPr>
          <a:lstStyle>
            <a:defPPr>
              <a:defRPr lang="en-CA"/>
            </a:defPPr>
            <a:lvl1pPr algn="ctr" rtl="0" fontAlgn="base">
              <a:spcBef>
                <a:spcPct val="20000"/>
              </a:spcBef>
              <a:spcAft>
                <a:spcPct val="0"/>
              </a:spcAft>
              <a:defRPr lang="en-US" sz="1200" kern="1200">
                <a:solidFill>
                  <a:schemeClr val="tx1">
                    <a:tint val="75000"/>
                  </a:schemeClr>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algn="ctr">
              <a:spcBef>
                <a:spcPts val="0"/>
              </a:spcBef>
            </a:pPr>
            <a:fld id="{DA07F8F6-7554-49F2-A940-4760BCDD8FCA}" type="slidenum">
              <a:rPr lang="en-US" sz="900" smtClean="0">
                <a:solidFill>
                  <a:srgbClr val="A3A1A8"/>
                </a:solidFill>
              </a:rPr>
              <a:pPr algn="ctr">
                <a:spcBef>
                  <a:spcPts val="0"/>
                </a:spcBef>
              </a:pPr>
              <a:t>‹#›</a:t>
            </a:fld>
            <a:endParaRPr lang="en-US" sz="900">
              <a:solidFill>
                <a:srgbClr val="A3A1A8"/>
              </a:solidFill>
            </a:endParaRPr>
          </a:p>
        </p:txBody>
      </p:sp>
      <p:sp>
        <p:nvSpPr>
          <p:cNvPr id="7" name="slidemaster_draft" hidden="1">
            <a:extLst>
              <a:ext uri="{FF2B5EF4-FFF2-40B4-BE49-F238E27FC236}">
                <a16:creationId xmlns:a16="http://schemas.microsoft.com/office/drawing/2014/main" id="{25417A80-DCE9-4A55-A666-815B9E2F92BA}"/>
              </a:ext>
            </a:extLst>
          </p:cNvPr>
          <p:cNvSpPr txBox="1"/>
          <p:nvPr userDrawn="1"/>
        </p:nvSpPr>
        <p:spPr>
          <a:xfrm>
            <a:off x="5931692" y="189999"/>
            <a:ext cx="328616" cy="169277"/>
          </a:xfrm>
          <a:prstGeom prst="rect">
            <a:avLst/>
          </a:prstGeom>
          <a:noFill/>
        </p:spPr>
        <p:txBody>
          <a:bodyPr wrap="none" lIns="0" tIns="0" rIns="0" bIns="0" rtlCol="0" anchor="ctr" anchorCtr="0">
            <a:spAutoFit/>
          </a:bodyPr>
          <a:lstStyle/>
          <a:p>
            <a:pPr algn="ctr"/>
            <a:r>
              <a:rPr lang="en-US" sz="1100" b="1">
                <a:solidFill>
                  <a:schemeClr val="tx2"/>
                </a:solidFill>
              </a:rPr>
              <a:t>Draft</a:t>
            </a:r>
          </a:p>
        </p:txBody>
      </p:sp>
    </p:spTree>
    <p:extLst>
      <p:ext uri="{BB962C8B-B14F-4D97-AF65-F5344CB8AC3E}">
        <p14:creationId xmlns:p14="http://schemas.microsoft.com/office/powerpoint/2010/main" val="507971686"/>
      </p:ext>
    </p:extLst>
  </p:cSld>
  <p:clrMap bg1="lt1" tx1="dk1" bg2="lt2" tx2="dk2" accent1="accent1" accent2="accent2" accent3="accent3" accent4="accent4" accent5="accent5" accent6="accent6" hlink="hlink" folHlink="folHlink"/>
  <p:sldLayoutIdLst>
    <p:sldLayoutId id="2147483923" r:id="rId1"/>
    <p:sldLayoutId id="2147483924" r:id="rId2"/>
    <p:sldLayoutId id="2147483925" r:id="rId3"/>
    <p:sldLayoutId id="2147483926" r:id="rId4"/>
    <p:sldLayoutId id="2147483927" r:id="rId5"/>
    <p:sldLayoutId id="2147483928" r:id="rId6"/>
    <p:sldLayoutId id="2147483929" r:id="rId7"/>
    <p:sldLayoutId id="2147483932" r:id="rId10"/>
    <p:sldLayoutId id="2147483933" r:id="rId11"/>
    <p:sldLayoutId id="2147483936" r:id="rId14"/>
    <p:sldLayoutId id="2147483937" r:id="rId15"/>
    <p:sldLayoutId id="2147483938" r:id="rId16"/>
    <p:sldLayoutId id="2147483939" r:id="rId17"/>
    <p:sldLayoutId id="2147483940" r:id="rId18"/>
    <p:sldLayoutId id="2147483942" r:id="rId20"/>
  </p:sldLayoutIdLst>
  <p:txStyles>
    <p:titleStyle>
      <a:lvl1pPr algn="l" defTabSz="914400" rtl="0" eaLnBrk="1" latinLnBrk="0" hangingPunct="1">
        <a:lnSpc>
          <a:spcPct val="90000"/>
        </a:lnSpc>
        <a:spcBef>
          <a:spcPct val="0"/>
        </a:spcBef>
        <a:buNone/>
        <a:defRPr sz="2400" b="1" kern="1200">
          <a:solidFill>
            <a:schemeClr val="accent1"/>
          </a:solidFill>
          <a:latin typeface="Times New Roman" panose="02020603050405020304" pitchFamily="18" charset="0"/>
          <a:ea typeface="+mj-ea"/>
          <a:cs typeface="Times New Roman" panose="02020603050405020304" pitchFamily="18" charset="0"/>
        </a:defRPr>
      </a:lvl1pPr>
    </p:titleStyle>
    <p:bodyStyle>
      <a:lvl1pPr marL="0" indent="0" algn="l" defTabSz="914400" rtl="0" eaLnBrk="1" latinLnBrk="0" hangingPunct="1">
        <a:lnSpc>
          <a:spcPct val="100000"/>
        </a:lnSpc>
        <a:spcBef>
          <a:spcPts val="1500"/>
        </a:spcBef>
        <a:spcAft>
          <a:spcPts val="0"/>
        </a:spcAft>
        <a:buFont typeface="Arial" panose="020B0604020202020204" pitchFamily="34" charset="0"/>
        <a:buNone/>
        <a:defRPr sz="1800" kern="1200">
          <a:solidFill>
            <a:schemeClr val="accent1"/>
          </a:solidFill>
          <a:latin typeface="+mn-lt"/>
          <a:ea typeface="+mn-ea"/>
          <a:cs typeface="+mn-cs"/>
        </a:defRPr>
      </a:lvl1pPr>
      <a:lvl2pPr marL="228600" indent="-228600" algn="l" defTabSz="914400" rtl="0" eaLnBrk="1" latinLnBrk="0" hangingPunct="1">
        <a:lnSpc>
          <a:spcPct val="100000"/>
        </a:lnSpc>
        <a:spcBef>
          <a:spcPts val="600"/>
        </a:spcBef>
        <a:spcAft>
          <a:spcPts val="0"/>
        </a:spcAft>
        <a:buClrTx/>
        <a:buFont typeface="Wingdings 2" panose="05020102010507070707" pitchFamily="18" charset="2"/>
        <a:buChar char=""/>
        <a:defRPr sz="1800" kern="1200">
          <a:solidFill>
            <a:schemeClr val="accent1"/>
          </a:solidFill>
          <a:latin typeface="+mn-lt"/>
          <a:ea typeface="+mn-ea"/>
          <a:cs typeface="+mn-cs"/>
        </a:defRPr>
      </a:lvl2pPr>
      <a:lvl3pPr marL="457200" indent="-228600" algn="l" defTabSz="914400" rtl="0" eaLnBrk="1" latinLnBrk="0" hangingPunct="1">
        <a:lnSpc>
          <a:spcPct val="100000"/>
        </a:lnSpc>
        <a:spcBef>
          <a:spcPts val="600"/>
        </a:spcBef>
        <a:spcAft>
          <a:spcPts val="0"/>
        </a:spcAft>
        <a:buClrTx/>
        <a:buFont typeface="Arial" panose="020B0604020202020204" pitchFamily="34" charset="0"/>
        <a:buChar char="–"/>
        <a:defRPr sz="1800" kern="1200">
          <a:solidFill>
            <a:schemeClr val="accent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6">
          <p15:clr>
            <a:srgbClr val="F26B43"/>
          </p15:clr>
        </p15:guide>
        <p15:guide id="2" pos="7334">
          <p15:clr>
            <a:srgbClr val="F26B43"/>
          </p15:clr>
        </p15:guide>
        <p15:guide id="3" orient="horz" pos="346">
          <p15:clr>
            <a:srgbClr val="F26B43"/>
          </p15:clr>
        </p15:guide>
        <p15:guide id="4" orient="horz" pos="397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283D300-2124-42DF-B73B-3D3D4C546EC6}"/>
              </a:ext>
            </a:extLst>
          </p:cNvPr>
          <p:cNvGraphicFramePr>
            <a:graphicFrameLocks/>
          </p:cNvGraphicFramePr>
          <p:nvPr userDrawn="1">
            <p:custDataLst>
              <p:tags r:id="rId9"/>
            </p:custDataLst>
            <p:extLst>
              <p:ext uri="{D42A27DB-BD31-4B8C-83A1-F6EECF244321}">
                <p14:modId xmlns:p14="http://schemas.microsoft.com/office/powerpoint/2010/main" val="3585269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95" imgH="394" progId="TCLayout.ActiveDocument.1">
                  <p:embed/>
                </p:oleObj>
              </mc:Choice>
              <mc:Fallback>
                <p:oleObj name="think-cell Slide" r:id="rId11" imgW="395" imgH="394" progId="TCLayout.ActiveDocument.1">
                  <p:embed/>
                  <p:pic>
                    <p:nvPicPr>
                      <p:cNvPr id="4" name="Object 3" hidden="1">
                        <a:extLst>
                          <a:ext uri="{FF2B5EF4-FFF2-40B4-BE49-F238E27FC236}">
                            <a16:creationId xmlns:a16="http://schemas.microsoft.com/office/drawing/2014/main" id="{D283D300-2124-42DF-B73B-3D3D4C546EC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4B895B28-7064-4AD0-A15D-88F99BCA9BAD}"/>
              </a:ext>
            </a:extLst>
          </p:cNvPr>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kumimoji="1" lang="en-US" altLang="ja-JP" sz="2800" b="0" i="0" baseline="0">
              <a:latin typeface="Calibri" panose="020F0502020204030204" pitchFamily="34" charset="0"/>
              <a:ea typeface="メイリオ" panose="020B0604030504040204" pitchFamily="50" charset="-128"/>
              <a:cs typeface="Calibri" panose="020F0502020204030204" pitchFamily="34" charset="0"/>
              <a:sym typeface="Calibri" panose="020F0502020204030204" pitchFamily="34" charset="0"/>
            </a:endParaRPr>
          </a:p>
        </p:txBody>
      </p:sp>
      <p:sp>
        <p:nvSpPr>
          <p:cNvPr id="3" name="テキスト プレースホルダ 2"/>
          <p:cNvSpPr>
            <a:spLocks noGrp="1"/>
          </p:cNvSpPr>
          <p:nvPr>
            <p:ph type="body" idx="1"/>
          </p:nvPr>
        </p:nvSpPr>
        <p:spPr>
          <a:xfrm>
            <a:off x="311150" y="1233487"/>
            <a:ext cx="11569700" cy="5183187"/>
          </a:xfrm>
          <a:prstGeom prst="rect">
            <a:avLst/>
          </a:prstGeom>
        </p:spPr>
        <p:txBody>
          <a:bodyPr vert="horz" lIns="0" tIns="45710" rIns="91420" bIns="45710" rtlCol="0">
            <a:normAutofit/>
          </a:bodyPr>
          <a:lstStyle/>
          <a:p>
            <a:pPr lvl="0"/>
            <a:r>
              <a:rPr kumimoji="1" lang="en-US" altLang="ja-JP"/>
              <a:t>Master text</a:t>
            </a:r>
            <a:endParaRPr kumimoji="1" lang="ja-JP" altLang="en-US"/>
          </a:p>
        </p:txBody>
      </p:sp>
      <p:sp>
        <p:nvSpPr>
          <p:cNvPr id="11" name="Footer Placeholder 8">
            <a:extLst>
              <a:ext uri="{FF2B5EF4-FFF2-40B4-BE49-F238E27FC236}">
                <a16:creationId xmlns:a16="http://schemas.microsoft.com/office/drawing/2014/main" id="{44E43001-C216-284A-9EBD-E54B5DD295CE}"/>
              </a:ext>
            </a:extLst>
          </p:cNvPr>
          <p:cNvSpPr>
            <a:spLocks noGrp="1"/>
          </p:cNvSpPr>
          <p:nvPr>
            <p:ph type="ftr" sz="quarter" idx="3"/>
          </p:nvPr>
        </p:nvSpPr>
        <p:spPr>
          <a:xfrm>
            <a:off x="7766050" y="6489701"/>
            <a:ext cx="4114800" cy="229432"/>
          </a:xfrm>
          <a:prstGeom prst="rect">
            <a:avLst/>
          </a:prstGeom>
        </p:spPr>
        <p:txBody>
          <a:bodyPr vert="horz" lIns="91440" tIns="45720" rIns="91440" bIns="45720" rtlCol="0" anchor="ctr"/>
          <a:lstStyle>
            <a:lvl1pPr algn="r">
              <a:defRPr sz="800" b="1" spc="100" baseline="0">
                <a:solidFill>
                  <a:schemeClr val="tx1"/>
                </a:solidFill>
              </a:defRPr>
            </a:lvl1pPr>
          </a:lstStyle>
          <a:p>
            <a:r>
              <a:rPr lang="en-JP"/>
              <a:t> </a:t>
            </a:r>
          </a:p>
        </p:txBody>
      </p:sp>
      <p:sp>
        <p:nvSpPr>
          <p:cNvPr id="9" name="タイトル プレースホルダ 1">
            <a:extLst>
              <a:ext uri="{FF2B5EF4-FFF2-40B4-BE49-F238E27FC236}">
                <a16:creationId xmlns:a16="http://schemas.microsoft.com/office/drawing/2014/main" id="{D7981A12-E00B-604C-B863-7CBF31AA6408}"/>
              </a:ext>
            </a:extLst>
          </p:cNvPr>
          <p:cNvSpPr>
            <a:spLocks noGrp="1"/>
          </p:cNvSpPr>
          <p:nvPr>
            <p:ph type="title"/>
          </p:nvPr>
        </p:nvSpPr>
        <p:spPr>
          <a:xfrm>
            <a:off x="606078" y="161605"/>
            <a:ext cx="9895084" cy="685801"/>
          </a:xfrm>
          <a:prstGeom prst="rect">
            <a:avLst/>
          </a:prstGeom>
        </p:spPr>
        <p:txBody>
          <a:bodyPr vert="horz" lIns="0" tIns="0" rIns="0" bIns="0" rtlCol="0" anchor="ctr">
            <a:normAutofit/>
          </a:bodyPr>
          <a:lstStyle/>
          <a:p>
            <a:r>
              <a:rPr kumimoji="1" lang="en-US" altLang="ja-JP"/>
              <a:t>Master title</a:t>
            </a:r>
            <a:endParaRPr kumimoji="1" lang="ja-JP" altLang="en-US"/>
          </a:p>
        </p:txBody>
      </p:sp>
      <p:sp>
        <p:nvSpPr>
          <p:cNvPr id="13" name="スライド番号プレースホルダ 5">
            <a:extLst>
              <a:ext uri="{FF2B5EF4-FFF2-40B4-BE49-F238E27FC236}">
                <a16:creationId xmlns:a16="http://schemas.microsoft.com/office/drawing/2014/main" id="{C7AA5A17-3F2F-B94B-9342-A137057B898D}"/>
              </a:ext>
            </a:extLst>
          </p:cNvPr>
          <p:cNvSpPr>
            <a:spLocks noGrp="1"/>
          </p:cNvSpPr>
          <p:nvPr>
            <p:ph type="sldNum" sz="quarter" idx="4"/>
          </p:nvPr>
        </p:nvSpPr>
        <p:spPr>
          <a:xfrm>
            <a:off x="311150" y="6489701"/>
            <a:ext cx="589856" cy="229432"/>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Tree>
    <p:extLst>
      <p:ext uri="{BB962C8B-B14F-4D97-AF65-F5344CB8AC3E}">
        <p14:creationId xmlns:p14="http://schemas.microsoft.com/office/powerpoint/2010/main" val="1424964787"/>
      </p:ext>
    </p:extLst>
  </p:cSld>
  <p:clrMap bg1="lt1" tx1="dk1" bg2="lt2" tx2="dk2" accent1="accent1" accent2="accent2" accent3="accent3" accent4="accent4" accent5="accent5" accent6="accent6" hlink="hlink" folHlink="folHlink"/>
  <p:sldLayoutIdLst>
    <p:sldLayoutId id="2147483944" r:id="rId1"/>
  </p:sldLayoutIdLst>
  <p:transition spd="slow">
    <p:push dir="u"/>
  </p:transition>
  <p:hf hdr="0" ftr="0" dt="0"/>
  <p:txStyles>
    <p:titleStyle>
      <a:lvl1pPr algn="l" defTabSz="914150" rtl="0" eaLnBrk="1" latinLnBrk="0" hangingPunct="1">
        <a:lnSpc>
          <a:spcPts val="2800"/>
        </a:lnSpc>
        <a:spcBef>
          <a:spcPct val="0"/>
        </a:spcBef>
        <a:buNone/>
        <a:defRPr kumimoji="1" sz="2800" b="1" i="0" kern="1200" baseline="0">
          <a:solidFill>
            <a:schemeClr val="tx1"/>
          </a:solidFill>
          <a:latin typeface="Calibri" panose="020F0502020204030204" pitchFamily="34" charset="0"/>
          <a:ea typeface="メイリオ" pitchFamily="50" charset="-128"/>
          <a:cs typeface="Calibri" pitchFamily="34" charset="0"/>
        </a:defRPr>
      </a:lvl1pPr>
    </p:titleStyle>
    <p:bodyStyle>
      <a:lvl1pPr marL="457071" indent="-457071" algn="l" defTabSz="914150" rtl="0" eaLnBrk="1" latinLnBrk="0" hangingPunct="1">
        <a:spcBef>
          <a:spcPct val="20000"/>
        </a:spcBef>
        <a:buClr>
          <a:srgbClr val="4C4948"/>
        </a:buClr>
        <a:buFont typeface="Arial" panose="020B0604020202020204"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1pPr>
      <a:lvl2pPr marL="742745" indent="-285677" algn="l" defTabSz="914150" rtl="0" eaLnBrk="1" latinLnBrk="0" hangingPunct="1">
        <a:spcBef>
          <a:spcPct val="20000"/>
        </a:spcBef>
        <a:buClr>
          <a:srgbClr val="4C4948"/>
        </a:buClr>
        <a:buFont typeface="Arial" pitchFamily="34" charset="0"/>
        <a:buChar char="–"/>
        <a:defRPr kumimoji="1" sz="2000" b="0" i="0" kern="1200">
          <a:solidFill>
            <a:schemeClr val="tx1"/>
          </a:solidFill>
          <a:latin typeface="Calibri" panose="020F0502020204030204" pitchFamily="34" charset="0"/>
          <a:ea typeface="メイリオ" pitchFamily="50" charset="-128"/>
          <a:cs typeface="Calibri" pitchFamily="34" charset="0"/>
        </a:defRPr>
      </a:lvl2pPr>
      <a:lvl3pPr marL="114269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3pPr>
      <a:lvl4pPr marL="159976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4pPr>
      <a:lvl5pPr marL="2056831"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150" rtl="0" eaLnBrk="1" latinLnBrk="0" hangingPunct="1">
        <a:defRPr kumimoji="1" sz="1867" kern="1200">
          <a:solidFill>
            <a:schemeClr val="tx1"/>
          </a:solidFill>
          <a:latin typeface="+mn-lt"/>
          <a:ea typeface="+mn-ea"/>
          <a:cs typeface="+mn-cs"/>
        </a:defRPr>
      </a:lvl1pPr>
      <a:lvl2pPr marL="457071" algn="l" defTabSz="914150" rtl="0" eaLnBrk="1" latinLnBrk="0" hangingPunct="1">
        <a:defRPr kumimoji="1" sz="1867" kern="1200">
          <a:solidFill>
            <a:schemeClr val="tx1"/>
          </a:solidFill>
          <a:latin typeface="+mn-lt"/>
          <a:ea typeface="+mn-ea"/>
          <a:cs typeface="+mn-cs"/>
        </a:defRPr>
      </a:lvl2pPr>
      <a:lvl3pPr marL="914150" algn="l" defTabSz="914150" rtl="0" eaLnBrk="1" latinLnBrk="0" hangingPunct="1">
        <a:defRPr kumimoji="1" sz="1867" kern="1200">
          <a:solidFill>
            <a:schemeClr val="tx1"/>
          </a:solidFill>
          <a:latin typeface="+mn-lt"/>
          <a:ea typeface="+mn-ea"/>
          <a:cs typeface="+mn-cs"/>
        </a:defRPr>
      </a:lvl3pPr>
      <a:lvl4pPr marL="1371226" algn="l" defTabSz="914150" rtl="0" eaLnBrk="1" latinLnBrk="0" hangingPunct="1">
        <a:defRPr kumimoji="1" sz="1867" kern="1200">
          <a:solidFill>
            <a:schemeClr val="tx1"/>
          </a:solidFill>
          <a:latin typeface="+mn-lt"/>
          <a:ea typeface="+mn-ea"/>
          <a:cs typeface="+mn-cs"/>
        </a:defRPr>
      </a:lvl4pPr>
      <a:lvl5pPr marL="1828301" algn="l" defTabSz="914150" rtl="0" eaLnBrk="1" latinLnBrk="0" hangingPunct="1">
        <a:defRPr kumimoji="1" sz="1867" kern="1200">
          <a:solidFill>
            <a:schemeClr val="tx1"/>
          </a:solidFill>
          <a:latin typeface="+mn-lt"/>
          <a:ea typeface="+mn-ea"/>
          <a:cs typeface="+mn-cs"/>
        </a:defRPr>
      </a:lvl5pPr>
      <a:lvl6pPr marL="2285382" algn="l" defTabSz="914150" rtl="0" eaLnBrk="1" latinLnBrk="0" hangingPunct="1">
        <a:defRPr kumimoji="1" sz="1867" kern="1200">
          <a:solidFill>
            <a:schemeClr val="tx1"/>
          </a:solidFill>
          <a:latin typeface="+mn-lt"/>
          <a:ea typeface="+mn-ea"/>
          <a:cs typeface="+mn-cs"/>
        </a:defRPr>
      </a:lvl6pPr>
      <a:lvl7pPr marL="2742450" algn="l" defTabSz="914150" rtl="0" eaLnBrk="1" latinLnBrk="0" hangingPunct="1">
        <a:defRPr kumimoji="1" sz="1867" kern="1200">
          <a:solidFill>
            <a:schemeClr val="tx1"/>
          </a:solidFill>
          <a:latin typeface="+mn-lt"/>
          <a:ea typeface="+mn-ea"/>
          <a:cs typeface="+mn-cs"/>
        </a:defRPr>
      </a:lvl7pPr>
      <a:lvl8pPr marL="3199520" algn="l" defTabSz="914150" rtl="0" eaLnBrk="1" latinLnBrk="0" hangingPunct="1">
        <a:defRPr kumimoji="1" sz="1867" kern="1200">
          <a:solidFill>
            <a:schemeClr val="tx1"/>
          </a:solidFill>
          <a:latin typeface="+mn-lt"/>
          <a:ea typeface="+mn-ea"/>
          <a:cs typeface="+mn-cs"/>
        </a:defRPr>
      </a:lvl8pPr>
      <a:lvl9pPr marL="3656591" algn="l" defTabSz="914150" rtl="0" eaLnBrk="1" latinLnBrk="0" hangingPunct="1">
        <a:defRPr kumimoji="1"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77">
          <p15:clr>
            <a:srgbClr val="F26B43"/>
          </p15:clr>
        </p15:guide>
        <p15:guide id="2" pos="189">
          <p15:clr>
            <a:srgbClr val="F26B43"/>
          </p15:clr>
        </p15:guide>
        <p15:guide id="3" pos="7491">
          <p15:clr>
            <a:srgbClr val="F26B43"/>
          </p15:clr>
        </p15:guide>
        <p15:guide id="4" orient="horz" pos="4042">
          <p15:clr>
            <a:srgbClr val="F26B43"/>
          </p15:clr>
        </p15:guide>
        <p15:guide id="5" pos="370">
          <p15:clr>
            <a:srgbClr val="F26B43"/>
          </p15:clr>
        </p15:guide>
        <p15:guide id="6" orient="horz" pos="408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283D300-2124-42DF-B73B-3D3D4C546EC6}"/>
              </a:ext>
            </a:extLst>
          </p:cNvPr>
          <p:cNvGraphicFramePr>
            <a:graphicFrameLocks noChangeAspect="1"/>
          </p:cNvGraphicFramePr>
          <p:nvPr userDrawn="1">
            <p:custDataLst>
              <p:tags r:id="rId28"/>
            </p:custDataLst>
            <p:extLst>
              <p:ext uri="{D42A27DB-BD31-4B8C-83A1-F6EECF244321}">
                <p14:modId xmlns:p14="http://schemas.microsoft.com/office/powerpoint/2010/main" val="3585269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395" imgH="394" progId="TCLayout.ActiveDocument.1">
                  <p:embed/>
                </p:oleObj>
              </mc:Choice>
              <mc:Fallback>
                <p:oleObj name="think-cell Slide" r:id="rId30" imgW="395" imgH="394" progId="TCLayout.ActiveDocument.1">
                  <p:embed/>
                  <p:pic>
                    <p:nvPicPr>
                      <p:cNvPr id="4" name="Object 3" hidden="1">
                        <a:extLst>
                          <a:ext uri="{FF2B5EF4-FFF2-40B4-BE49-F238E27FC236}">
                            <a16:creationId xmlns:a16="http://schemas.microsoft.com/office/drawing/2014/main" id="{D283D300-2124-42DF-B73B-3D3D4C546EC6}"/>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4B895B28-7064-4AD0-A15D-88F99BCA9BAD}"/>
              </a:ext>
            </a:extLst>
          </p:cNvPr>
          <p:cNvSpPr/>
          <p:nvPr userDrawn="1">
            <p:custDataLst>
              <p:tags r:id="rId29"/>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kumimoji="1" lang="en-US" altLang="ja-JP" sz="2800" b="0" i="0" baseline="0">
              <a:latin typeface="Calibri" panose="020F0502020204030204" pitchFamily="34" charset="0"/>
              <a:ea typeface="メイリオ" panose="020B0604030504040204" pitchFamily="50" charset="-128"/>
              <a:cs typeface="Calibri" panose="020F0502020204030204" pitchFamily="34" charset="0"/>
              <a:sym typeface="Calibri" panose="020F0502020204030204" pitchFamily="34" charset="0"/>
            </a:endParaRPr>
          </a:p>
        </p:txBody>
      </p:sp>
      <p:sp>
        <p:nvSpPr>
          <p:cNvPr id="3" name="テキスト プレースホルダ 2"/>
          <p:cNvSpPr>
            <a:spLocks noGrp="1"/>
          </p:cNvSpPr>
          <p:nvPr>
            <p:ph type="body" idx="1"/>
          </p:nvPr>
        </p:nvSpPr>
        <p:spPr>
          <a:xfrm>
            <a:off x="311150" y="1233487"/>
            <a:ext cx="11569700" cy="5183187"/>
          </a:xfrm>
          <a:prstGeom prst="rect">
            <a:avLst/>
          </a:prstGeom>
        </p:spPr>
        <p:txBody>
          <a:bodyPr vert="horz" lIns="0" tIns="45710" rIns="91420" bIns="45710" rtlCol="0">
            <a:normAutofit/>
          </a:bodyPr>
          <a:lstStyle/>
          <a:p>
            <a:pPr lvl="0"/>
            <a:r>
              <a:rPr kumimoji="1" lang="en-US" altLang="ja-JP"/>
              <a:t>Master text</a:t>
            </a:r>
            <a:endParaRPr kumimoji="1" lang="ja-JP" altLang="en-US"/>
          </a:p>
        </p:txBody>
      </p:sp>
      <p:sp>
        <p:nvSpPr>
          <p:cNvPr id="11" name="Footer Placeholder 8">
            <a:extLst>
              <a:ext uri="{FF2B5EF4-FFF2-40B4-BE49-F238E27FC236}">
                <a16:creationId xmlns:a16="http://schemas.microsoft.com/office/drawing/2014/main" id="{44E43001-C216-284A-9EBD-E54B5DD295CE}"/>
              </a:ext>
            </a:extLst>
          </p:cNvPr>
          <p:cNvSpPr>
            <a:spLocks noGrp="1"/>
          </p:cNvSpPr>
          <p:nvPr>
            <p:ph type="ftr" sz="quarter" idx="3"/>
          </p:nvPr>
        </p:nvSpPr>
        <p:spPr>
          <a:xfrm>
            <a:off x="7766050" y="6489701"/>
            <a:ext cx="4114800" cy="229432"/>
          </a:xfrm>
          <a:prstGeom prst="rect">
            <a:avLst/>
          </a:prstGeom>
        </p:spPr>
        <p:txBody>
          <a:bodyPr vert="horz" lIns="91440" tIns="45720" rIns="91440" bIns="45720" rtlCol="0" anchor="ctr"/>
          <a:lstStyle>
            <a:lvl1pPr algn="r">
              <a:defRPr sz="800" b="1" spc="100" baseline="0">
                <a:solidFill>
                  <a:schemeClr val="tx1"/>
                </a:solidFill>
              </a:defRPr>
            </a:lvl1pPr>
          </a:lstStyle>
          <a:p>
            <a:r>
              <a:rPr lang="en-JP"/>
              <a:t> </a:t>
            </a:r>
          </a:p>
        </p:txBody>
      </p:sp>
      <p:sp>
        <p:nvSpPr>
          <p:cNvPr id="9" name="タイトル プレースホルダ 1">
            <a:extLst>
              <a:ext uri="{FF2B5EF4-FFF2-40B4-BE49-F238E27FC236}">
                <a16:creationId xmlns:a16="http://schemas.microsoft.com/office/drawing/2014/main" id="{D7981A12-E00B-604C-B863-7CBF31AA6408}"/>
              </a:ext>
            </a:extLst>
          </p:cNvPr>
          <p:cNvSpPr>
            <a:spLocks noGrp="1"/>
          </p:cNvSpPr>
          <p:nvPr>
            <p:ph type="title"/>
          </p:nvPr>
        </p:nvSpPr>
        <p:spPr>
          <a:xfrm>
            <a:off x="606078" y="161605"/>
            <a:ext cx="9895084" cy="685801"/>
          </a:xfrm>
          <a:prstGeom prst="rect">
            <a:avLst/>
          </a:prstGeom>
        </p:spPr>
        <p:txBody>
          <a:bodyPr vert="horz" lIns="0" tIns="0" rIns="0" bIns="0" rtlCol="0" anchor="ctr">
            <a:normAutofit/>
          </a:bodyPr>
          <a:lstStyle/>
          <a:p>
            <a:r>
              <a:rPr kumimoji="1" lang="en-US" altLang="ja-JP"/>
              <a:t>Master title</a:t>
            </a:r>
            <a:endParaRPr kumimoji="1" lang="ja-JP" altLang="en-US"/>
          </a:p>
        </p:txBody>
      </p:sp>
      <p:sp>
        <p:nvSpPr>
          <p:cNvPr id="13" name="スライド番号プレースホルダ 5">
            <a:extLst>
              <a:ext uri="{FF2B5EF4-FFF2-40B4-BE49-F238E27FC236}">
                <a16:creationId xmlns:a16="http://schemas.microsoft.com/office/drawing/2014/main" id="{C7AA5A17-3F2F-B94B-9342-A137057B898D}"/>
              </a:ext>
            </a:extLst>
          </p:cNvPr>
          <p:cNvSpPr>
            <a:spLocks noGrp="1"/>
          </p:cNvSpPr>
          <p:nvPr>
            <p:ph type="sldNum" sz="quarter" idx="4"/>
          </p:nvPr>
        </p:nvSpPr>
        <p:spPr>
          <a:xfrm>
            <a:off x="311150" y="6489701"/>
            <a:ext cx="589856" cy="229432"/>
          </a:xfrm>
          <a:prstGeom prst="rect">
            <a:avLst/>
          </a:prstGeom>
        </p:spPr>
        <p:txBody>
          <a:bodyPr vert="horz" lIns="0" tIns="45710" rIns="0" bIns="45710" rtlCol="0" anchor="ctr"/>
          <a:lstStyle>
            <a:lvl1pPr algn="l">
              <a:defRPr sz="800" b="1" i="0">
                <a:solidFill>
                  <a:schemeClr val="tx1"/>
                </a:solidFill>
                <a:latin typeface="Calibri" panose="020F0502020204030204" pitchFamily="34" charset="0"/>
                <a:ea typeface="メイリオ" pitchFamily="50" charset="-128"/>
                <a:cs typeface="Calibri" panose="020F0502020204030204" pitchFamily="34" charset="0"/>
              </a:defRPr>
            </a:lvl1pPr>
          </a:lstStyle>
          <a:p>
            <a:pPr defTabSz="1218810"/>
            <a:fld id="{E9B57936-92EF-4126-AE48-1D9D36D15E98}" type="slidenum">
              <a:rPr lang="ja-JP" altLang="en-US" smtClean="0"/>
              <a:pPr defTabSz="1218810"/>
              <a:t>‹#›</a:t>
            </a:fld>
            <a:endParaRPr lang="ja-JP" altLang="en-US"/>
          </a:p>
        </p:txBody>
      </p:sp>
    </p:spTree>
    <p:extLst>
      <p:ext uri="{BB962C8B-B14F-4D97-AF65-F5344CB8AC3E}">
        <p14:creationId xmlns:p14="http://schemas.microsoft.com/office/powerpoint/2010/main" val="2304401252"/>
      </p:ext>
    </p:extLst>
  </p:cSld>
  <p:clrMap bg1="lt1" tx1="dk1" bg2="lt2" tx2="dk2" accent1="accent1" accent2="accent2" accent3="accent3" accent4="accent4" accent5="accent5" accent6="accent6" hlink="hlink" folHlink="folHlink"/>
  <p:sldLayoutIdLst>
    <p:sldLayoutId id="2147483999" r:id="rId20"/>
    <p:sldLayoutId id="2147484000" r:id="rId21"/>
    <p:sldLayoutId id="2147484001" r:id="rId22"/>
  </p:sldLayoutIdLst>
  <p:transition spd="slow">
    <p:push dir="u"/>
  </p:transition>
  <p:hf hdr="0" dt="0"/>
  <p:txStyles>
    <p:titleStyle>
      <a:lvl1pPr algn="l" defTabSz="914150" rtl="0" eaLnBrk="1" latinLnBrk="0" hangingPunct="1">
        <a:lnSpc>
          <a:spcPts val="2800"/>
        </a:lnSpc>
        <a:spcBef>
          <a:spcPct val="0"/>
        </a:spcBef>
        <a:buNone/>
        <a:defRPr kumimoji="1" sz="2800" b="1" i="0" kern="1200" baseline="0">
          <a:solidFill>
            <a:schemeClr val="tx1"/>
          </a:solidFill>
          <a:latin typeface="Calibri" panose="020F0502020204030204" pitchFamily="34" charset="0"/>
          <a:ea typeface="メイリオ" pitchFamily="50" charset="-128"/>
          <a:cs typeface="Calibri" pitchFamily="34" charset="0"/>
        </a:defRPr>
      </a:lvl1pPr>
    </p:titleStyle>
    <p:bodyStyle>
      <a:lvl1pPr marL="457071" indent="-457071" algn="l" defTabSz="914150" rtl="0" eaLnBrk="1" latinLnBrk="0" hangingPunct="1">
        <a:spcBef>
          <a:spcPct val="20000"/>
        </a:spcBef>
        <a:buClr>
          <a:srgbClr val="4C4948"/>
        </a:buClr>
        <a:buFont typeface="Arial" panose="020B0604020202020204"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1pPr>
      <a:lvl2pPr marL="742745" indent="-285677" algn="l" defTabSz="914150" rtl="0" eaLnBrk="1" latinLnBrk="0" hangingPunct="1">
        <a:spcBef>
          <a:spcPct val="20000"/>
        </a:spcBef>
        <a:buClr>
          <a:srgbClr val="4C4948"/>
        </a:buClr>
        <a:buFont typeface="Arial" pitchFamily="34" charset="0"/>
        <a:buChar char="–"/>
        <a:defRPr kumimoji="1" sz="2000" b="0" i="0" kern="1200">
          <a:solidFill>
            <a:schemeClr val="tx1"/>
          </a:solidFill>
          <a:latin typeface="Calibri" panose="020F0502020204030204" pitchFamily="34" charset="0"/>
          <a:ea typeface="メイリオ" pitchFamily="50" charset="-128"/>
          <a:cs typeface="Calibri" pitchFamily="34" charset="0"/>
        </a:defRPr>
      </a:lvl2pPr>
      <a:lvl3pPr marL="114269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3pPr>
      <a:lvl4pPr marL="1599760"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4pPr>
      <a:lvl5pPr marL="2056831" indent="-228541" algn="l" defTabSz="914150" rtl="0" eaLnBrk="1" latinLnBrk="0" hangingPunct="1">
        <a:spcBef>
          <a:spcPct val="20000"/>
        </a:spcBef>
        <a:buClr>
          <a:srgbClr val="4C4948"/>
        </a:buClr>
        <a:buFont typeface="Arial" pitchFamily="34" charset="0"/>
        <a:buChar char="»"/>
        <a:defRPr kumimoji="1" sz="2000" b="0" i="0" kern="1200" baseline="0">
          <a:solidFill>
            <a:schemeClr val="tx1"/>
          </a:solidFill>
          <a:latin typeface="Calibri" panose="020F0502020204030204" pitchFamily="34" charset="0"/>
          <a:ea typeface="メイリオ" pitchFamily="50" charset="-128"/>
          <a:cs typeface="Calibri" pitchFamily="34" charset="0"/>
        </a:defRPr>
      </a:lvl5pPr>
      <a:lvl6pPr marL="2513910"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0986"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8061"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5142" indent="-228541" algn="l" defTabSz="91415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150" rtl="0" eaLnBrk="1" latinLnBrk="0" hangingPunct="1">
        <a:defRPr kumimoji="1" sz="1867" kern="1200">
          <a:solidFill>
            <a:schemeClr val="tx1"/>
          </a:solidFill>
          <a:latin typeface="+mn-lt"/>
          <a:ea typeface="+mn-ea"/>
          <a:cs typeface="+mn-cs"/>
        </a:defRPr>
      </a:lvl1pPr>
      <a:lvl2pPr marL="457071" algn="l" defTabSz="914150" rtl="0" eaLnBrk="1" latinLnBrk="0" hangingPunct="1">
        <a:defRPr kumimoji="1" sz="1867" kern="1200">
          <a:solidFill>
            <a:schemeClr val="tx1"/>
          </a:solidFill>
          <a:latin typeface="+mn-lt"/>
          <a:ea typeface="+mn-ea"/>
          <a:cs typeface="+mn-cs"/>
        </a:defRPr>
      </a:lvl2pPr>
      <a:lvl3pPr marL="914150" algn="l" defTabSz="914150" rtl="0" eaLnBrk="1" latinLnBrk="0" hangingPunct="1">
        <a:defRPr kumimoji="1" sz="1867" kern="1200">
          <a:solidFill>
            <a:schemeClr val="tx1"/>
          </a:solidFill>
          <a:latin typeface="+mn-lt"/>
          <a:ea typeface="+mn-ea"/>
          <a:cs typeface="+mn-cs"/>
        </a:defRPr>
      </a:lvl3pPr>
      <a:lvl4pPr marL="1371226" algn="l" defTabSz="914150" rtl="0" eaLnBrk="1" latinLnBrk="0" hangingPunct="1">
        <a:defRPr kumimoji="1" sz="1867" kern="1200">
          <a:solidFill>
            <a:schemeClr val="tx1"/>
          </a:solidFill>
          <a:latin typeface="+mn-lt"/>
          <a:ea typeface="+mn-ea"/>
          <a:cs typeface="+mn-cs"/>
        </a:defRPr>
      </a:lvl4pPr>
      <a:lvl5pPr marL="1828301" algn="l" defTabSz="914150" rtl="0" eaLnBrk="1" latinLnBrk="0" hangingPunct="1">
        <a:defRPr kumimoji="1" sz="1867" kern="1200">
          <a:solidFill>
            <a:schemeClr val="tx1"/>
          </a:solidFill>
          <a:latin typeface="+mn-lt"/>
          <a:ea typeface="+mn-ea"/>
          <a:cs typeface="+mn-cs"/>
        </a:defRPr>
      </a:lvl5pPr>
      <a:lvl6pPr marL="2285382" algn="l" defTabSz="914150" rtl="0" eaLnBrk="1" latinLnBrk="0" hangingPunct="1">
        <a:defRPr kumimoji="1" sz="1867" kern="1200">
          <a:solidFill>
            <a:schemeClr val="tx1"/>
          </a:solidFill>
          <a:latin typeface="+mn-lt"/>
          <a:ea typeface="+mn-ea"/>
          <a:cs typeface="+mn-cs"/>
        </a:defRPr>
      </a:lvl6pPr>
      <a:lvl7pPr marL="2742450" algn="l" defTabSz="914150" rtl="0" eaLnBrk="1" latinLnBrk="0" hangingPunct="1">
        <a:defRPr kumimoji="1" sz="1867" kern="1200">
          <a:solidFill>
            <a:schemeClr val="tx1"/>
          </a:solidFill>
          <a:latin typeface="+mn-lt"/>
          <a:ea typeface="+mn-ea"/>
          <a:cs typeface="+mn-cs"/>
        </a:defRPr>
      </a:lvl7pPr>
      <a:lvl8pPr marL="3199520" algn="l" defTabSz="914150" rtl="0" eaLnBrk="1" latinLnBrk="0" hangingPunct="1">
        <a:defRPr kumimoji="1" sz="1867" kern="1200">
          <a:solidFill>
            <a:schemeClr val="tx1"/>
          </a:solidFill>
          <a:latin typeface="+mn-lt"/>
          <a:ea typeface="+mn-ea"/>
          <a:cs typeface="+mn-cs"/>
        </a:defRPr>
      </a:lvl8pPr>
      <a:lvl9pPr marL="3656591" algn="l" defTabSz="914150" rtl="0" eaLnBrk="1" latinLnBrk="0" hangingPunct="1">
        <a:defRPr kumimoji="1" sz="186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77">
          <p15:clr>
            <a:srgbClr val="F26B43"/>
          </p15:clr>
        </p15:guide>
        <p15:guide id="2" pos="189">
          <p15:clr>
            <a:srgbClr val="F26B43"/>
          </p15:clr>
        </p15:guide>
        <p15:guide id="3" pos="7491">
          <p15:clr>
            <a:srgbClr val="F26B43"/>
          </p15:clr>
        </p15:guide>
        <p15:guide id="4" orient="horz" pos="4042">
          <p15:clr>
            <a:srgbClr val="F26B43"/>
          </p15:clr>
        </p15:guide>
        <p15:guide id="5" pos="370">
          <p15:clr>
            <a:srgbClr val="F26B43"/>
          </p15:clr>
        </p15:guide>
        <p15:guide id="6" orient="horz" pos="4088">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4BC40847-AF8B-4097-9A07-2349A751A051}"/>
              </a:ext>
            </a:extLst>
          </p:cNvPr>
          <p:cNvGraphicFramePr>
            <a:graphicFrameLocks/>
          </p:cNvGraphicFramePr>
          <p:nvPr userDrawn="1">
            <p:custDataLst>
              <p:tags r:id="rId19"/>
            </p:custDataLst>
            <p:extLst>
              <p:ext uri="{D42A27DB-BD31-4B8C-83A1-F6EECF244321}">
                <p14:modId xmlns:p14="http://schemas.microsoft.com/office/powerpoint/2010/main" val="19045642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0" imgW="413" imgH="416" progId="TCLayout.ActiveDocument.1">
                  <p:embed/>
                </p:oleObj>
              </mc:Choice>
              <mc:Fallback>
                <p:oleObj name="think-cell Slide" r:id="rId40" imgW="413" imgH="416" progId="TCLayout.ActiveDocument.1">
                  <p:embed/>
                  <p:pic>
                    <p:nvPicPr>
                      <p:cNvPr id="3" name="Object 6" hidden="1">
                        <a:extLst>
                          <a:ext uri="{FF2B5EF4-FFF2-40B4-BE49-F238E27FC236}">
                            <a16:creationId xmlns:a16="http://schemas.microsoft.com/office/drawing/2014/main" id="{4BC40847-AF8B-4097-9A07-2349A751A051}"/>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5B28737-798E-48D4-BBDB-8EB35CB9FFFB}"/>
              </a:ext>
            </a:extLst>
          </p:cNvPr>
          <p:cNvSpPr/>
          <p:nvPr userDrawn="1">
            <p:custDataLst>
              <p:tags r:id="rId20"/>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700" b="1" i="0" baseline="0">
              <a:solidFill>
                <a:schemeClr val="bg1"/>
              </a:solidFill>
              <a:latin typeface="Calibri" panose="020F0502020204030204" pitchFamily="34" charset="0"/>
              <a:ea typeface="+mj-ea"/>
              <a:cs typeface="+mj-cs"/>
              <a:sym typeface="Calibri" panose="020F0502020204030204" pitchFamily="34" charset="0"/>
            </a:endParaRP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21"/>
            </p:custDataLst>
          </p:nvPr>
        </p:nvSpPr>
        <p:spPr>
          <a:xfrm>
            <a:off x="553972" y="6278400"/>
            <a:ext cx="7278624" cy="123111"/>
          </a:xfrm>
          <a:prstGeom prst="rect">
            <a:avLst/>
          </a:prstGeom>
          <a:noFill/>
        </p:spPr>
        <p:txBody>
          <a:bodyPr wrap="square" lIns="0" tIns="0" rIns="0" bIns="0" rtlCol="0" anchor="b">
            <a:noAutofit/>
          </a:bodyPr>
          <a:lstStyle>
            <a:defPPr>
              <a:defRPr lang="en-US"/>
            </a:defPPr>
            <a:lvl1pPr marL="203200" marR="0" lvl="0" indent="-212725" fontAlgn="auto">
              <a:lnSpc>
                <a:spcPct val="100000"/>
              </a:lnSpc>
              <a:spcBef>
                <a:spcPts val="0"/>
              </a:spcBef>
              <a:spcAft>
                <a:spcPts val="0"/>
              </a:spcAft>
              <a:buClrTx/>
              <a:buSzTx/>
              <a:buFontTx/>
              <a:buNone/>
              <a:tabLst/>
              <a:defRPr sz="800">
                <a:cs typeface="Arial" panose="020B0604020202020204" pitchFamily="34" charset="0"/>
              </a:defRPr>
            </a:lvl1pPr>
          </a:lstStyle>
          <a:p>
            <a:pPr lvl="0"/>
            <a:r>
              <a:rPr lang="en-US"/>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2"/>
            </p:custDataLst>
          </p:nvPr>
        </p:nvSpPr>
        <p:spPr>
          <a:xfrm>
            <a:off x="554736" y="172212"/>
            <a:ext cx="11082528" cy="731520"/>
          </a:xfrm>
          <a:prstGeom prst="rect">
            <a:avLst/>
          </a:prstGeom>
        </p:spPr>
        <p:txBody>
          <a:bodyPr vert="horz" wrap="square" lIns="0" tIns="0" rIns="0" bIns="0" rtlCol="0" anchor="ctr" anchorCtr="0">
            <a:noAutofit/>
          </a:bodyPr>
          <a:lstStyle/>
          <a:p>
            <a:pPr lvl="0"/>
            <a:r>
              <a:rPr lang="en-US"/>
              <a:t>Click to edit Master title style</a:t>
            </a:r>
          </a:p>
        </p:txBody>
      </p:sp>
      <p:grpSp>
        <p:nvGrpSpPr>
          <p:cNvPr id="59" name="Grid" hidden="1">
            <a:extLst>
              <a:ext uri="{FF2B5EF4-FFF2-40B4-BE49-F238E27FC236}">
                <a16:creationId xmlns:a16="http://schemas.microsoft.com/office/drawing/2014/main" id="{D35250B8-D61E-4F1A-9ACD-6E1BB958B78E}"/>
              </a:ext>
            </a:extLst>
          </p:cNvPr>
          <p:cNvGrpSpPr/>
          <p:nvPr userDrawn="1"/>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sp>
        <p:nvSpPr>
          <p:cNvPr id="4" name="Sticker" hidden="1">
            <a:extLst>
              <a:ext uri="{FF2B5EF4-FFF2-40B4-BE49-F238E27FC236}">
                <a16:creationId xmlns:a16="http://schemas.microsoft.com/office/drawing/2014/main" id="{F9BB011A-568C-4B05-AE57-EB000B2FD8BB}"/>
              </a:ext>
            </a:extLst>
          </p:cNvPr>
          <p:cNvSpPr txBox="1"/>
          <p:nvPr userDrawn="1"/>
        </p:nvSpPr>
        <p:spPr>
          <a:xfrm>
            <a:off x="554736" y="1289273"/>
            <a:ext cx="344646" cy="123111"/>
          </a:xfrm>
          <a:prstGeom prst="rect">
            <a:avLst/>
          </a:prstGeom>
          <a:noFill/>
          <a:ln w="6350">
            <a:noFill/>
            <a:miter lim="800000"/>
          </a:ln>
        </p:spPr>
        <p:txBody>
          <a:bodyPr vert="horz" wrap="none" lIns="0" tIns="0" rIns="0" bIns="0" rtlCol="0">
            <a:spAutoFit/>
          </a:bodyPr>
          <a:lstStyle>
            <a:defPPr>
              <a:defRPr lang="en-US"/>
            </a:defPPr>
            <a:lvl1pPr>
              <a:spcBef>
                <a:spcPts val="300"/>
              </a:spcBef>
              <a:spcAft>
                <a:spcPts val="300"/>
              </a:spcAft>
              <a:buNone/>
              <a:defRPr sz="800" b="1" cap="all" baseline="0"/>
            </a:lvl1pPr>
          </a:lstStyle>
          <a:p>
            <a:pPr lvl="0"/>
            <a:r>
              <a:rPr lang="en-US"/>
              <a:t>STICKER</a:t>
            </a:r>
          </a:p>
        </p:txBody>
      </p:sp>
      <p:sp>
        <p:nvSpPr>
          <p:cNvPr id="169" name="ACET" hidden="1">
            <a:extLst>
              <a:ext uri="{FF2B5EF4-FFF2-40B4-BE49-F238E27FC236}">
                <a16:creationId xmlns:a16="http://schemas.microsoft.com/office/drawing/2014/main" id="{62CF7362-20CB-4908-AFFE-D4E2B9A5DF3B}"/>
              </a:ext>
            </a:extLst>
          </p:cNvPr>
          <p:cNvSpPr txBox="1"/>
          <p:nvPr userDrawn="1">
            <p:custDataLst>
              <p:tags r:id="rId23"/>
            </p:custDataLst>
          </p:nvPr>
        </p:nvSpPr>
        <p:spPr>
          <a:xfrm>
            <a:off x="5987738" y="2170800"/>
            <a:ext cx="3049253" cy="569387"/>
          </a:xfrm>
          <a:prstGeom prst="rect">
            <a:avLst/>
          </a:prstGeom>
        </p:spPr>
        <p:txBody>
          <a:bodyPr vert="horz" wrap="square" lIns="0" tIns="0" rIns="0" bIns="0" rtlCol="0">
            <a:spAutoFit/>
          </a:bodyPr>
          <a:lstStyle>
            <a:defPPr>
              <a:defRPr lang="en-US"/>
            </a:defPPr>
            <a:lvl1pPr lvl="0" indent="0">
              <a:lnSpc>
                <a:spcPct val="100000"/>
              </a:lnSpc>
              <a:spcBef>
                <a:spcPts val="0"/>
              </a:spcBef>
              <a:spcAft>
                <a:spcPts val="600"/>
              </a:spcAft>
              <a:buFont typeface="Segoe UI" panose="020B0502040204020203" pitchFamily="34" charset="0"/>
              <a:buChar char="​"/>
              <a:defRPr sz="1600" b="1">
                <a:cs typeface="Arial" panose="020B0604020202020204" pitchFamily="34" charset="0"/>
              </a:defRPr>
            </a:lvl1pPr>
            <a:lvl2pPr marL="228600" lvl="1" indent="-225425">
              <a:lnSpc>
                <a:spcPct val="100000"/>
              </a:lnSpc>
              <a:spcBef>
                <a:spcPts val="0"/>
              </a:spcBef>
              <a:spcAft>
                <a:spcPts val="300"/>
              </a:spcAft>
              <a:buSzPct val="110000"/>
              <a:buFont typeface="Wingdings" panose="05000000000000000000" pitchFamily="2" charset="2"/>
              <a:buChar char=""/>
              <a:defRPr sz="1600"/>
            </a:lvl2pPr>
            <a:lvl3pPr marL="442913" lvl="2" indent="-214313">
              <a:lnSpc>
                <a:spcPct val="100000"/>
              </a:lnSpc>
              <a:spcBef>
                <a:spcPts val="0"/>
              </a:spcBef>
              <a:spcAft>
                <a:spcPts val="300"/>
              </a:spcAft>
              <a:buSzPct val="110000"/>
              <a:buFont typeface="Arial" panose="020B0604020202020204" pitchFamily="34" charset="0"/>
              <a:buChar char="‒"/>
              <a:defRPr sz="1600"/>
            </a:lvl3pPr>
            <a:lvl4pPr marL="598488" lvl="3" indent="-152400">
              <a:lnSpc>
                <a:spcPct val="100000"/>
              </a:lnSpc>
              <a:spcBef>
                <a:spcPts val="0"/>
              </a:spcBef>
              <a:spcAft>
                <a:spcPts val="300"/>
              </a:spcAft>
              <a:buFont typeface="Arial" panose="020B0604020202020204" pitchFamily="34" charset="0"/>
              <a:buChar char="•"/>
              <a:defRPr sz="1600"/>
            </a:lvl4pPr>
            <a:lvl5pPr marL="817563" lvl="4" indent="-147638">
              <a:lnSpc>
                <a:spcPct val="100000"/>
              </a:lnSpc>
              <a:spcBef>
                <a:spcPts val="0"/>
              </a:spcBef>
              <a:spcAft>
                <a:spcPts val="300"/>
              </a:spcAft>
              <a:buSzPct val="100000"/>
              <a:buFont typeface="Arial" panose="020B0604020202020204" pitchFamily="34" charset="0"/>
              <a:buChar char="̶"/>
              <a:defRPr sz="160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Above Chart Exhibit Title</a:t>
            </a:r>
          </a:p>
          <a:p>
            <a:pPr lvl="0"/>
            <a:r>
              <a:rPr lang="en-US" b="0"/>
              <a:t>Unit of Measure</a:t>
            </a:r>
          </a:p>
        </p:txBody>
      </p:sp>
      <p:sp>
        <p:nvSpPr>
          <p:cNvPr id="5" name="Text Placeholder 4">
            <a:extLst>
              <a:ext uri="{FF2B5EF4-FFF2-40B4-BE49-F238E27FC236}">
                <a16:creationId xmlns:a16="http://schemas.microsoft.com/office/drawing/2014/main" id="{4C1F3293-4EFE-461D-940D-7EE66BAE31C5}"/>
              </a:ext>
            </a:extLst>
          </p:cNvPr>
          <p:cNvSpPr>
            <a:spLocks noGrp="1"/>
          </p:cNvSpPr>
          <p:nvPr>
            <p:ph type="body" idx="1"/>
          </p:nvPr>
        </p:nvSpPr>
        <p:spPr>
          <a:xfrm>
            <a:off x="554736" y="2170800"/>
            <a:ext cx="2463688" cy="1231106"/>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70" name="LegendLines" hidden="1">
            <a:extLst>
              <a:ext uri="{FF2B5EF4-FFF2-40B4-BE49-F238E27FC236}">
                <a16:creationId xmlns:a16="http://schemas.microsoft.com/office/drawing/2014/main" id="{D14F964E-4CDF-45F4-9B2A-8CBA8FE56452}"/>
              </a:ext>
            </a:extLst>
          </p:cNvPr>
          <p:cNvGrpSpPr/>
          <p:nvPr userDrawn="1"/>
        </p:nvGrpSpPr>
        <p:grpSpPr>
          <a:xfrm>
            <a:off x="10317304" y="3150223"/>
            <a:ext cx="1251160" cy="958286"/>
            <a:chOff x="10162879" y="3243772"/>
            <a:chExt cx="1251160" cy="958286"/>
          </a:xfrm>
        </p:grpSpPr>
        <p:sp>
          <p:nvSpPr>
            <p:cNvPr id="171" name="Legend1">
              <a:extLst>
                <a:ext uri="{FF2B5EF4-FFF2-40B4-BE49-F238E27FC236}">
                  <a16:creationId xmlns:a16="http://schemas.microsoft.com/office/drawing/2014/main" id="{8E6DF3B9-5988-4935-91B7-D9B9B6110809}"/>
                </a:ext>
              </a:extLst>
            </p:cNvPr>
            <p:cNvSpPr txBox="1"/>
            <p:nvPr/>
          </p:nvSpPr>
          <p:spPr>
            <a:xfrm>
              <a:off x="10886522" y="3243772"/>
              <a:ext cx="527517" cy="215444"/>
            </a:xfrm>
            <a:prstGeom prst="rect">
              <a:avLst/>
            </a:prstGeom>
            <a:noFill/>
            <a:ln>
              <a:noFill/>
              <a:miter lim="800000"/>
            </a:ln>
          </p:spPr>
          <p:txBody>
            <a:bodyPr wrap="none" lIns="0" tIns="0" rIns="0" bIns="0" rtlCol="0" anchor="t" anchorCtr="0">
              <a:spAutoFit/>
            </a:bodyPr>
            <a:lstStyle/>
            <a:p>
              <a:pPr>
                <a:spcAft>
                  <a:spcPts val="600"/>
                </a:spcAft>
              </a:pPr>
              <a:r>
                <a:rPr lang="en-US" sz="1400"/>
                <a:t>Legend</a:t>
              </a:r>
            </a:p>
          </p:txBody>
        </p:sp>
        <p:sp>
          <p:nvSpPr>
            <p:cNvPr id="172" name="Legend2">
              <a:extLst>
                <a:ext uri="{FF2B5EF4-FFF2-40B4-BE49-F238E27FC236}">
                  <a16:creationId xmlns:a16="http://schemas.microsoft.com/office/drawing/2014/main" id="{D915CCD1-0414-4977-A317-EC619579A142}"/>
                </a:ext>
              </a:extLst>
            </p:cNvPr>
            <p:cNvSpPr txBox="1"/>
            <p:nvPr/>
          </p:nvSpPr>
          <p:spPr>
            <a:xfrm>
              <a:off x="10886522" y="3615193"/>
              <a:ext cx="527517" cy="215444"/>
            </a:xfrm>
            <a:prstGeom prst="rect">
              <a:avLst/>
            </a:prstGeom>
            <a:noFill/>
            <a:ln>
              <a:noFill/>
              <a:miter lim="800000"/>
            </a:ln>
          </p:spPr>
          <p:txBody>
            <a:bodyPr wrap="none" lIns="0" tIns="0" rIns="0" bIns="0" rtlCol="0" anchor="t" anchorCtr="0">
              <a:spAutoFit/>
            </a:bodyPr>
            <a:lstStyle/>
            <a:p>
              <a:pPr>
                <a:spcAft>
                  <a:spcPts val="600"/>
                </a:spcAft>
              </a:pPr>
              <a:r>
                <a:rPr lang="en-US" sz="1400"/>
                <a:t>Legend</a:t>
              </a:r>
            </a:p>
          </p:txBody>
        </p:sp>
        <p:sp>
          <p:nvSpPr>
            <p:cNvPr id="173" name="Legend3">
              <a:extLst>
                <a:ext uri="{FF2B5EF4-FFF2-40B4-BE49-F238E27FC236}">
                  <a16:creationId xmlns:a16="http://schemas.microsoft.com/office/drawing/2014/main" id="{A1231E8A-7130-4EA4-940F-B758DC31005F}"/>
                </a:ext>
              </a:extLst>
            </p:cNvPr>
            <p:cNvSpPr txBox="1"/>
            <p:nvPr/>
          </p:nvSpPr>
          <p:spPr>
            <a:xfrm>
              <a:off x="10886522" y="3986614"/>
              <a:ext cx="527517" cy="215444"/>
            </a:xfrm>
            <a:prstGeom prst="rect">
              <a:avLst/>
            </a:prstGeom>
            <a:noFill/>
            <a:ln>
              <a:noFill/>
              <a:miter lim="800000"/>
            </a:ln>
          </p:spPr>
          <p:txBody>
            <a:bodyPr wrap="none" lIns="0" tIns="0" rIns="0" bIns="0" rtlCol="0" anchor="t" anchorCtr="0">
              <a:spAutoFit/>
            </a:bodyPr>
            <a:lstStyle/>
            <a:p>
              <a:pPr>
                <a:spcAft>
                  <a:spcPts val="600"/>
                </a:spcAft>
              </a:pPr>
              <a:r>
                <a:rPr lang="en-US" sz="1400"/>
                <a:t>Legend</a:t>
              </a:r>
            </a:p>
          </p:txBody>
        </p:sp>
        <p:sp>
          <p:nvSpPr>
            <p:cNvPr id="174" name="LineLegend3">
              <a:extLst>
                <a:ext uri="{FF2B5EF4-FFF2-40B4-BE49-F238E27FC236}">
                  <a16:creationId xmlns:a16="http://schemas.microsoft.com/office/drawing/2014/main" id="{0589DB53-29B9-4EA2-97D1-50474630F577}"/>
                </a:ext>
              </a:extLst>
            </p:cNvPr>
            <p:cNvSpPr>
              <a:spLocks noChangeShapeType="1"/>
            </p:cNvSpPr>
            <p:nvPr/>
          </p:nvSpPr>
          <p:spPr bwMode="gray">
            <a:xfrm>
              <a:off x="10162879" y="4092784"/>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endParaRPr lang="en-US" sz="1400" baseline="0">
                <a:ea typeface="+mn-ea"/>
              </a:endParaRPr>
            </a:p>
          </p:txBody>
        </p:sp>
        <p:sp>
          <p:nvSpPr>
            <p:cNvPr id="175" name="LineLegend2">
              <a:extLst>
                <a:ext uri="{FF2B5EF4-FFF2-40B4-BE49-F238E27FC236}">
                  <a16:creationId xmlns:a16="http://schemas.microsoft.com/office/drawing/2014/main" id="{D6A7AF2B-1AF9-4862-8DE8-7E39DE6EBB5C}"/>
                </a:ext>
              </a:extLst>
            </p:cNvPr>
            <p:cNvSpPr>
              <a:spLocks noChangeShapeType="1"/>
            </p:cNvSpPr>
            <p:nvPr/>
          </p:nvSpPr>
          <p:spPr bwMode="gray">
            <a:xfrm>
              <a:off x="10162879" y="3719425"/>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endParaRPr lang="en-US" sz="1400" baseline="0">
                <a:ea typeface="+mn-ea"/>
              </a:endParaRPr>
            </a:p>
          </p:txBody>
        </p:sp>
        <p:sp>
          <p:nvSpPr>
            <p:cNvPr id="176" name="LineLegend1">
              <a:extLst>
                <a:ext uri="{FF2B5EF4-FFF2-40B4-BE49-F238E27FC236}">
                  <a16:creationId xmlns:a16="http://schemas.microsoft.com/office/drawing/2014/main" id="{77CC8945-991B-4F1F-9B34-085B42D89092}"/>
                </a:ext>
              </a:extLst>
            </p:cNvPr>
            <p:cNvSpPr>
              <a:spLocks noChangeShapeType="1"/>
            </p:cNvSpPr>
            <p:nvPr/>
          </p:nvSpPr>
          <p:spPr bwMode="gray">
            <a:xfrm>
              <a:off x="10162879" y="3351494"/>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t"/>
            <a:lstStyle/>
            <a:p>
              <a:endParaRPr lang="en-US" sz="1400" baseline="0">
                <a:ea typeface="+mn-ea"/>
              </a:endParaRPr>
            </a:p>
          </p:txBody>
        </p:sp>
      </p:grpSp>
      <p:grpSp>
        <p:nvGrpSpPr>
          <p:cNvPr id="177" name="LegendMoons" hidden="1">
            <a:extLst>
              <a:ext uri="{FF2B5EF4-FFF2-40B4-BE49-F238E27FC236}">
                <a16:creationId xmlns:a16="http://schemas.microsoft.com/office/drawing/2014/main" id="{5EAB1FEA-341D-4C62-8834-BD13D82A3464}"/>
              </a:ext>
            </a:extLst>
          </p:cNvPr>
          <p:cNvGrpSpPr/>
          <p:nvPr userDrawn="1"/>
        </p:nvGrpSpPr>
        <p:grpSpPr>
          <a:xfrm>
            <a:off x="10688315" y="1145373"/>
            <a:ext cx="880149" cy="1731859"/>
            <a:chOff x="7723680" y="1702457"/>
            <a:chExt cx="880149" cy="1731859"/>
          </a:xfrm>
        </p:grpSpPr>
        <p:sp>
          <p:nvSpPr>
            <p:cNvPr id="178" name="Legend1">
              <a:extLst>
                <a:ext uri="{FF2B5EF4-FFF2-40B4-BE49-F238E27FC236}">
                  <a16:creationId xmlns:a16="http://schemas.microsoft.com/office/drawing/2014/main" id="{BE12B3BB-1FCF-428E-8725-3BC2A59E07E6}"/>
                </a:ext>
              </a:extLst>
            </p:cNvPr>
            <p:cNvSpPr txBox="1"/>
            <p:nvPr/>
          </p:nvSpPr>
          <p:spPr>
            <a:xfrm>
              <a:off x="8076312" y="1709816"/>
              <a:ext cx="527517" cy="215444"/>
            </a:xfrm>
            <a:prstGeom prst="rect">
              <a:avLst/>
            </a:prstGeom>
            <a:noFill/>
            <a:ln>
              <a:noFill/>
              <a:miter lim="800000"/>
            </a:ln>
          </p:spPr>
          <p:txBody>
            <a:bodyPr wrap="none" lIns="0" tIns="0" rIns="0" bIns="0" rtlCol="0" anchor="t" anchorCtr="0">
              <a:spAutoFit/>
            </a:bodyPr>
            <a:lstStyle/>
            <a:p>
              <a:pPr>
                <a:spcAft>
                  <a:spcPts val="600"/>
                </a:spcAft>
              </a:pPr>
              <a:r>
                <a:rPr lang="en-US" sz="1400"/>
                <a:t>Legend</a:t>
              </a:r>
            </a:p>
          </p:txBody>
        </p:sp>
        <p:sp>
          <p:nvSpPr>
            <p:cNvPr id="186" name="Legend2">
              <a:extLst>
                <a:ext uri="{FF2B5EF4-FFF2-40B4-BE49-F238E27FC236}">
                  <a16:creationId xmlns:a16="http://schemas.microsoft.com/office/drawing/2014/main" id="{2D7EA3F5-CF95-45C1-854F-C96A61765958}"/>
                </a:ext>
              </a:extLst>
            </p:cNvPr>
            <p:cNvSpPr txBox="1"/>
            <p:nvPr/>
          </p:nvSpPr>
          <p:spPr>
            <a:xfrm>
              <a:off x="8076312" y="2085275"/>
              <a:ext cx="527517" cy="215444"/>
            </a:xfrm>
            <a:prstGeom prst="rect">
              <a:avLst/>
            </a:prstGeom>
            <a:noFill/>
            <a:ln>
              <a:noFill/>
              <a:miter lim="800000"/>
            </a:ln>
          </p:spPr>
          <p:txBody>
            <a:bodyPr wrap="none" lIns="0" tIns="0" rIns="0" bIns="0" rtlCol="0" anchor="t" anchorCtr="0">
              <a:spAutoFit/>
            </a:bodyPr>
            <a:lstStyle/>
            <a:p>
              <a:pPr>
                <a:spcAft>
                  <a:spcPts val="600"/>
                </a:spcAft>
              </a:pPr>
              <a:r>
                <a:rPr lang="en-US" sz="1400"/>
                <a:t>Legend</a:t>
              </a:r>
            </a:p>
          </p:txBody>
        </p:sp>
        <p:sp>
          <p:nvSpPr>
            <p:cNvPr id="198" name="Legend3">
              <a:extLst>
                <a:ext uri="{FF2B5EF4-FFF2-40B4-BE49-F238E27FC236}">
                  <a16:creationId xmlns:a16="http://schemas.microsoft.com/office/drawing/2014/main" id="{1A57B597-E067-44DD-B5A8-AFA9E3D61C9B}"/>
                </a:ext>
              </a:extLst>
            </p:cNvPr>
            <p:cNvSpPr txBox="1"/>
            <p:nvPr/>
          </p:nvSpPr>
          <p:spPr>
            <a:xfrm>
              <a:off x="8076312" y="2460734"/>
              <a:ext cx="527517" cy="215444"/>
            </a:xfrm>
            <a:prstGeom prst="rect">
              <a:avLst/>
            </a:prstGeom>
            <a:noFill/>
            <a:ln>
              <a:noFill/>
              <a:miter lim="800000"/>
            </a:ln>
          </p:spPr>
          <p:txBody>
            <a:bodyPr wrap="none" lIns="0" tIns="0" rIns="0" bIns="0" rtlCol="0" anchor="t" anchorCtr="0">
              <a:spAutoFit/>
            </a:bodyPr>
            <a:lstStyle/>
            <a:p>
              <a:pPr>
                <a:spcAft>
                  <a:spcPts val="600"/>
                </a:spcAft>
              </a:pPr>
              <a:r>
                <a:rPr lang="en-US" sz="1400"/>
                <a:t>Legend</a:t>
              </a:r>
            </a:p>
          </p:txBody>
        </p:sp>
        <p:sp>
          <p:nvSpPr>
            <p:cNvPr id="199" name="Legend4">
              <a:extLst>
                <a:ext uri="{FF2B5EF4-FFF2-40B4-BE49-F238E27FC236}">
                  <a16:creationId xmlns:a16="http://schemas.microsoft.com/office/drawing/2014/main" id="{54903BAB-5ABC-46E4-B7AF-37F8A2E80C86}"/>
                </a:ext>
              </a:extLst>
            </p:cNvPr>
            <p:cNvSpPr txBox="1"/>
            <p:nvPr/>
          </p:nvSpPr>
          <p:spPr>
            <a:xfrm>
              <a:off x="8076312" y="2836193"/>
              <a:ext cx="527517" cy="215444"/>
            </a:xfrm>
            <a:prstGeom prst="rect">
              <a:avLst/>
            </a:prstGeom>
            <a:noFill/>
            <a:ln>
              <a:noFill/>
              <a:miter lim="800000"/>
            </a:ln>
          </p:spPr>
          <p:txBody>
            <a:bodyPr wrap="none" lIns="0" tIns="0" rIns="0" bIns="0" rtlCol="0" anchor="t" anchorCtr="0">
              <a:spAutoFit/>
            </a:bodyPr>
            <a:lstStyle/>
            <a:p>
              <a:pPr>
                <a:spcAft>
                  <a:spcPts val="600"/>
                </a:spcAft>
              </a:pPr>
              <a:r>
                <a:rPr lang="en-US" sz="1400"/>
                <a:t>Legend</a:t>
              </a:r>
            </a:p>
          </p:txBody>
        </p:sp>
        <p:sp>
          <p:nvSpPr>
            <p:cNvPr id="200" name="Legend5">
              <a:extLst>
                <a:ext uri="{FF2B5EF4-FFF2-40B4-BE49-F238E27FC236}">
                  <a16:creationId xmlns:a16="http://schemas.microsoft.com/office/drawing/2014/main" id="{6E8B7BCB-667B-4272-A549-A47E4D32ED78}"/>
                </a:ext>
              </a:extLst>
            </p:cNvPr>
            <p:cNvSpPr txBox="1"/>
            <p:nvPr/>
          </p:nvSpPr>
          <p:spPr>
            <a:xfrm>
              <a:off x="8076312" y="3211654"/>
              <a:ext cx="527517" cy="215444"/>
            </a:xfrm>
            <a:prstGeom prst="rect">
              <a:avLst/>
            </a:prstGeom>
            <a:noFill/>
            <a:ln>
              <a:noFill/>
              <a:miter lim="800000"/>
            </a:ln>
          </p:spPr>
          <p:txBody>
            <a:bodyPr wrap="none" lIns="0" tIns="0" rIns="0" bIns="0" rtlCol="0" anchor="t" anchorCtr="0">
              <a:spAutoFit/>
            </a:bodyPr>
            <a:lstStyle/>
            <a:p>
              <a:pPr>
                <a:spcAft>
                  <a:spcPts val="600"/>
                </a:spcAft>
              </a:pPr>
              <a:r>
                <a:rPr lang="en-US" sz="1400"/>
                <a:t>Legend</a:t>
              </a:r>
            </a:p>
          </p:txBody>
        </p:sp>
        <p:grpSp>
          <p:nvGrpSpPr>
            <p:cNvPr id="201" name="MoonLegend1">
              <a:extLst>
                <a:ext uri="{FF2B5EF4-FFF2-40B4-BE49-F238E27FC236}">
                  <a16:creationId xmlns:a16="http://schemas.microsoft.com/office/drawing/2014/main" id="{3CBB9239-1F27-4583-B6F1-391BE80735BA}"/>
                </a:ext>
              </a:extLst>
            </p:cNvPr>
            <p:cNvGrpSpPr>
              <a:grpSpLocks noChangeAspect="1"/>
            </p:cNvGrpSpPr>
            <p:nvPr>
              <p:custDataLst>
                <p:tags r:id="rId25"/>
              </p:custDataLst>
            </p:nvPr>
          </p:nvGrpSpPr>
          <p:grpSpPr>
            <a:xfrm>
              <a:off x="7723680" y="1702457"/>
              <a:ext cx="228600" cy="228600"/>
              <a:chOff x="762000" y="1270000"/>
              <a:chExt cx="254000" cy="254000"/>
            </a:xfrm>
          </p:grpSpPr>
          <p:sp>
            <p:nvSpPr>
              <p:cNvPr id="214" name="Oval 213">
                <a:extLst>
                  <a:ext uri="{FF2B5EF4-FFF2-40B4-BE49-F238E27FC236}">
                    <a16:creationId xmlns:a16="http://schemas.microsoft.com/office/drawing/2014/main" id="{05D1BA01-22DA-4C6A-8A98-4F4F028B07E8}"/>
                  </a:ext>
                </a:extLst>
              </p:cNvPr>
              <p:cNvSpPr/>
              <p:nvPr>
                <p:custDataLst>
                  <p:tags r:id="rId3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00">
                  <a:solidFill>
                    <a:schemeClr val="tx1"/>
                  </a:solidFill>
                </a:endParaRPr>
              </a:p>
            </p:txBody>
          </p:sp>
          <p:sp>
            <p:nvSpPr>
              <p:cNvPr id="215" name="Arc 214">
                <a:extLst>
                  <a:ext uri="{FF2B5EF4-FFF2-40B4-BE49-F238E27FC236}">
                    <a16:creationId xmlns:a16="http://schemas.microsoft.com/office/drawing/2014/main" id="{4A1A1D05-C157-4891-963D-716CA3C1F268}"/>
                  </a:ext>
                </a:extLst>
              </p:cNvPr>
              <p:cNvSpPr/>
              <p:nvPr>
                <p:custDataLst>
                  <p:tags r:id="rId3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a:endParaRPr lang="en-US" sz="1400"/>
              </a:p>
            </p:txBody>
          </p:sp>
        </p:grpSp>
        <p:grpSp>
          <p:nvGrpSpPr>
            <p:cNvPr id="202" name="MoonLegend2">
              <a:extLst>
                <a:ext uri="{FF2B5EF4-FFF2-40B4-BE49-F238E27FC236}">
                  <a16:creationId xmlns:a16="http://schemas.microsoft.com/office/drawing/2014/main" id="{32927616-8874-40D1-BD52-E32084E1E7EA}"/>
                </a:ext>
              </a:extLst>
            </p:cNvPr>
            <p:cNvGrpSpPr>
              <a:grpSpLocks noChangeAspect="1"/>
            </p:cNvGrpSpPr>
            <p:nvPr>
              <p:custDataLst>
                <p:tags r:id="rId26"/>
              </p:custDataLst>
            </p:nvPr>
          </p:nvGrpSpPr>
          <p:grpSpPr>
            <a:xfrm>
              <a:off x="7723680" y="2078270"/>
              <a:ext cx="228600" cy="228600"/>
              <a:chOff x="762000" y="1270000"/>
              <a:chExt cx="254000" cy="254000"/>
            </a:xfrm>
          </p:grpSpPr>
          <p:sp>
            <p:nvSpPr>
              <p:cNvPr id="212" name="Oval 211">
                <a:extLst>
                  <a:ext uri="{FF2B5EF4-FFF2-40B4-BE49-F238E27FC236}">
                    <a16:creationId xmlns:a16="http://schemas.microsoft.com/office/drawing/2014/main" id="{D58969B3-6905-40F3-AF7C-E00A7E0EC721}"/>
                  </a:ext>
                </a:extLst>
              </p:cNvPr>
              <p:cNvSpPr/>
              <p:nvPr>
                <p:custDataLst>
                  <p:tags r:id="rId3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00">
                  <a:solidFill>
                    <a:schemeClr val="tx1"/>
                  </a:solidFill>
                </a:endParaRPr>
              </a:p>
            </p:txBody>
          </p:sp>
          <p:sp>
            <p:nvSpPr>
              <p:cNvPr id="213" name="Arc 212">
                <a:extLst>
                  <a:ext uri="{FF2B5EF4-FFF2-40B4-BE49-F238E27FC236}">
                    <a16:creationId xmlns:a16="http://schemas.microsoft.com/office/drawing/2014/main" id="{1898F4FE-3304-4091-9951-A12376CA372C}"/>
                  </a:ext>
                </a:extLst>
              </p:cNvPr>
              <p:cNvSpPr/>
              <p:nvPr>
                <p:custDataLst>
                  <p:tags r:id="rId37"/>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a:endParaRPr lang="en-US" sz="1400"/>
              </a:p>
            </p:txBody>
          </p:sp>
        </p:grpSp>
        <p:grpSp>
          <p:nvGrpSpPr>
            <p:cNvPr id="203" name="MoonLegend3">
              <a:extLst>
                <a:ext uri="{FF2B5EF4-FFF2-40B4-BE49-F238E27FC236}">
                  <a16:creationId xmlns:a16="http://schemas.microsoft.com/office/drawing/2014/main" id="{3A5CAA34-95DA-44E0-896A-D2A8F223F029}"/>
                </a:ext>
              </a:extLst>
            </p:cNvPr>
            <p:cNvGrpSpPr>
              <a:grpSpLocks noChangeAspect="1"/>
            </p:cNvGrpSpPr>
            <p:nvPr>
              <p:custDataLst>
                <p:tags r:id="rId27"/>
              </p:custDataLst>
            </p:nvPr>
          </p:nvGrpSpPr>
          <p:grpSpPr>
            <a:xfrm>
              <a:off x="7723680" y="2454085"/>
              <a:ext cx="228600" cy="228600"/>
              <a:chOff x="762000" y="1270000"/>
              <a:chExt cx="254000" cy="254000"/>
            </a:xfrm>
          </p:grpSpPr>
          <p:sp>
            <p:nvSpPr>
              <p:cNvPr id="210" name="Oval 209">
                <a:extLst>
                  <a:ext uri="{FF2B5EF4-FFF2-40B4-BE49-F238E27FC236}">
                    <a16:creationId xmlns:a16="http://schemas.microsoft.com/office/drawing/2014/main" id="{ACFF48AE-E1AB-47E2-B297-B23206BA5FF5}"/>
                  </a:ext>
                </a:extLst>
              </p:cNvPr>
              <p:cNvSpPr/>
              <p:nvPr>
                <p:custDataLst>
                  <p:tags r:id="rId3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00">
                  <a:solidFill>
                    <a:schemeClr val="tx1"/>
                  </a:solidFill>
                </a:endParaRPr>
              </a:p>
            </p:txBody>
          </p:sp>
          <p:sp>
            <p:nvSpPr>
              <p:cNvPr id="211" name="Arc 210">
                <a:extLst>
                  <a:ext uri="{FF2B5EF4-FFF2-40B4-BE49-F238E27FC236}">
                    <a16:creationId xmlns:a16="http://schemas.microsoft.com/office/drawing/2014/main" id="{C6B452C9-BE55-42FB-80BC-14211BB2641A}"/>
                  </a:ext>
                </a:extLst>
              </p:cNvPr>
              <p:cNvSpPr/>
              <p:nvPr>
                <p:custDataLst>
                  <p:tags r:id="rId35"/>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a:endParaRPr lang="en-US" sz="1400"/>
              </a:p>
            </p:txBody>
          </p:sp>
        </p:grpSp>
        <p:grpSp>
          <p:nvGrpSpPr>
            <p:cNvPr id="204" name="MoonLegend4">
              <a:extLst>
                <a:ext uri="{FF2B5EF4-FFF2-40B4-BE49-F238E27FC236}">
                  <a16:creationId xmlns:a16="http://schemas.microsoft.com/office/drawing/2014/main" id="{02D2ACBE-0506-406D-BFC6-58C176A33580}"/>
                </a:ext>
              </a:extLst>
            </p:cNvPr>
            <p:cNvGrpSpPr>
              <a:grpSpLocks noChangeAspect="1"/>
            </p:cNvGrpSpPr>
            <p:nvPr>
              <p:custDataLst>
                <p:tags r:id="rId28"/>
              </p:custDataLst>
            </p:nvPr>
          </p:nvGrpSpPr>
          <p:grpSpPr>
            <a:xfrm>
              <a:off x="7723680" y="2829900"/>
              <a:ext cx="228600" cy="228600"/>
              <a:chOff x="762000" y="1270000"/>
              <a:chExt cx="254000" cy="254000"/>
            </a:xfrm>
          </p:grpSpPr>
          <p:sp>
            <p:nvSpPr>
              <p:cNvPr id="208" name="Oval 207">
                <a:extLst>
                  <a:ext uri="{FF2B5EF4-FFF2-40B4-BE49-F238E27FC236}">
                    <a16:creationId xmlns:a16="http://schemas.microsoft.com/office/drawing/2014/main" id="{E1CEFF7C-F789-4899-8002-D5CEFD54B664}"/>
                  </a:ext>
                </a:extLst>
              </p:cNvPr>
              <p:cNvSpPr/>
              <p:nvPr>
                <p:custDataLst>
                  <p:tags r:id="rId3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00">
                  <a:solidFill>
                    <a:schemeClr val="tx1"/>
                  </a:solidFill>
                </a:endParaRPr>
              </a:p>
            </p:txBody>
          </p:sp>
          <p:sp>
            <p:nvSpPr>
              <p:cNvPr id="209" name="Arc 208">
                <a:extLst>
                  <a:ext uri="{FF2B5EF4-FFF2-40B4-BE49-F238E27FC236}">
                    <a16:creationId xmlns:a16="http://schemas.microsoft.com/office/drawing/2014/main" id="{2680E041-6165-4A29-B424-153119C2A521}"/>
                  </a:ext>
                </a:extLst>
              </p:cNvPr>
              <p:cNvSpPr/>
              <p:nvPr>
                <p:custDataLst>
                  <p:tags r:id="rId33"/>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a:endParaRPr lang="en-US" sz="1400"/>
              </a:p>
            </p:txBody>
          </p:sp>
        </p:grpSp>
        <p:grpSp>
          <p:nvGrpSpPr>
            <p:cNvPr id="205" name="MoonLegend5">
              <a:extLst>
                <a:ext uri="{FF2B5EF4-FFF2-40B4-BE49-F238E27FC236}">
                  <a16:creationId xmlns:a16="http://schemas.microsoft.com/office/drawing/2014/main" id="{BA03CC5D-2A54-4B41-B8D8-A2086A344553}"/>
                </a:ext>
              </a:extLst>
            </p:cNvPr>
            <p:cNvGrpSpPr>
              <a:grpSpLocks noChangeAspect="1"/>
            </p:cNvGrpSpPr>
            <p:nvPr>
              <p:custDataLst>
                <p:tags r:id="rId29"/>
              </p:custDataLst>
            </p:nvPr>
          </p:nvGrpSpPr>
          <p:grpSpPr>
            <a:xfrm>
              <a:off x="7723680" y="3205716"/>
              <a:ext cx="228600" cy="228600"/>
              <a:chOff x="762000" y="1270000"/>
              <a:chExt cx="254000" cy="254000"/>
            </a:xfrm>
          </p:grpSpPr>
          <p:sp>
            <p:nvSpPr>
              <p:cNvPr id="206" name="Oval 205">
                <a:extLst>
                  <a:ext uri="{FF2B5EF4-FFF2-40B4-BE49-F238E27FC236}">
                    <a16:creationId xmlns:a16="http://schemas.microsoft.com/office/drawing/2014/main" id="{8189F409-A4E1-4AAB-AFDC-2A46BA68DEA6}"/>
                  </a:ext>
                </a:extLst>
              </p:cNvPr>
              <p:cNvSpPr/>
              <p:nvPr>
                <p:custDataLst>
                  <p:tags r:id="rId3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00">
                  <a:solidFill>
                    <a:schemeClr val="tx1"/>
                  </a:solidFill>
                </a:endParaRPr>
              </a:p>
            </p:txBody>
          </p:sp>
          <p:sp>
            <p:nvSpPr>
              <p:cNvPr id="207" name="Arc 206">
                <a:extLst>
                  <a:ext uri="{FF2B5EF4-FFF2-40B4-BE49-F238E27FC236}">
                    <a16:creationId xmlns:a16="http://schemas.microsoft.com/office/drawing/2014/main" id="{AA635450-A796-4899-806F-7D80877FBA42}"/>
                  </a:ext>
                </a:extLst>
              </p:cNvPr>
              <p:cNvSpPr/>
              <p:nvPr>
                <p:custDataLst>
                  <p:tags r:id="rId31"/>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t"/>
              <a:lstStyle/>
              <a:p>
                <a:pPr algn="ctr"/>
                <a:endParaRPr lang="en-US" sz="1400"/>
              </a:p>
            </p:txBody>
          </p:sp>
        </p:grpSp>
      </p:grpSp>
      <p:grpSp>
        <p:nvGrpSpPr>
          <p:cNvPr id="216" name="LegendBoxes" hidden="1">
            <a:extLst>
              <a:ext uri="{FF2B5EF4-FFF2-40B4-BE49-F238E27FC236}">
                <a16:creationId xmlns:a16="http://schemas.microsoft.com/office/drawing/2014/main" id="{303BFC46-07A2-48A1-8ACA-0308B4992C09}"/>
              </a:ext>
            </a:extLst>
          </p:cNvPr>
          <p:cNvGrpSpPr/>
          <p:nvPr userDrawn="1"/>
        </p:nvGrpSpPr>
        <p:grpSpPr>
          <a:xfrm>
            <a:off x="10714801" y="4381500"/>
            <a:ext cx="853663" cy="1717282"/>
            <a:chOff x="10652400" y="4322824"/>
            <a:chExt cx="853663" cy="1717282"/>
          </a:xfrm>
        </p:grpSpPr>
        <p:sp>
          <p:nvSpPr>
            <p:cNvPr id="217" name="RectangleLegend1">
              <a:extLst>
                <a:ext uri="{FF2B5EF4-FFF2-40B4-BE49-F238E27FC236}">
                  <a16:creationId xmlns:a16="http://schemas.microsoft.com/office/drawing/2014/main" id="{DCA039FA-6680-4AC5-A8C1-E636DF4D786F}"/>
                </a:ext>
              </a:extLst>
            </p:cNvPr>
            <p:cNvSpPr/>
            <p:nvPr/>
          </p:nvSpPr>
          <p:spPr>
            <a:xfrm>
              <a:off x="10652400" y="4344182"/>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1400">
                <a:solidFill>
                  <a:schemeClr val="tx1"/>
                </a:solidFill>
              </a:endParaRPr>
            </a:p>
          </p:txBody>
        </p:sp>
        <p:sp>
          <p:nvSpPr>
            <p:cNvPr id="218" name="RectangleLegend2">
              <a:extLst>
                <a:ext uri="{FF2B5EF4-FFF2-40B4-BE49-F238E27FC236}">
                  <a16:creationId xmlns:a16="http://schemas.microsoft.com/office/drawing/2014/main" id="{98B3E0C3-FF5E-4800-B605-ACFE1133BCD3}"/>
                </a:ext>
              </a:extLst>
            </p:cNvPr>
            <p:cNvSpPr/>
            <p:nvPr/>
          </p:nvSpPr>
          <p:spPr>
            <a:xfrm>
              <a:off x="10652400" y="4723680"/>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1400">
                <a:solidFill>
                  <a:schemeClr val="tx1"/>
                </a:solidFill>
              </a:endParaRPr>
            </a:p>
          </p:txBody>
        </p:sp>
        <p:sp>
          <p:nvSpPr>
            <p:cNvPr id="219" name="RectangleLegend3">
              <a:extLst>
                <a:ext uri="{FF2B5EF4-FFF2-40B4-BE49-F238E27FC236}">
                  <a16:creationId xmlns:a16="http://schemas.microsoft.com/office/drawing/2014/main" id="{DF297D99-19AE-4637-AB9B-68E950E99BB9}"/>
                </a:ext>
              </a:extLst>
            </p:cNvPr>
            <p:cNvSpPr/>
            <p:nvPr/>
          </p:nvSpPr>
          <p:spPr>
            <a:xfrm>
              <a:off x="10652400" y="5097276"/>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1400">
                <a:solidFill>
                  <a:schemeClr val="tx1"/>
                </a:solidFill>
              </a:endParaRPr>
            </a:p>
          </p:txBody>
        </p:sp>
        <p:sp>
          <p:nvSpPr>
            <p:cNvPr id="220" name="RectangleLegend4">
              <a:extLst>
                <a:ext uri="{FF2B5EF4-FFF2-40B4-BE49-F238E27FC236}">
                  <a16:creationId xmlns:a16="http://schemas.microsoft.com/office/drawing/2014/main" id="{3A83CD70-BE01-4D4B-9DCB-C9BCD5A3575D}"/>
                </a:ext>
              </a:extLst>
            </p:cNvPr>
            <p:cNvSpPr/>
            <p:nvPr/>
          </p:nvSpPr>
          <p:spPr>
            <a:xfrm>
              <a:off x="10652400" y="5470872"/>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1400">
                <a:solidFill>
                  <a:schemeClr val="tx1"/>
                </a:solidFill>
              </a:endParaRPr>
            </a:p>
          </p:txBody>
        </p:sp>
        <p:sp>
          <p:nvSpPr>
            <p:cNvPr id="221" name="RectangleLegend5">
              <a:extLst>
                <a:ext uri="{FF2B5EF4-FFF2-40B4-BE49-F238E27FC236}">
                  <a16:creationId xmlns:a16="http://schemas.microsoft.com/office/drawing/2014/main" id="{7FEA4258-3EFA-46F2-8F80-4BD86136988F}"/>
                </a:ext>
              </a:extLst>
            </p:cNvPr>
            <p:cNvSpPr/>
            <p:nvPr/>
          </p:nvSpPr>
          <p:spPr>
            <a:xfrm>
              <a:off x="10652400" y="5844468"/>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sz="1400">
                <a:solidFill>
                  <a:schemeClr val="tx1"/>
                </a:solidFill>
              </a:endParaRPr>
            </a:p>
          </p:txBody>
        </p:sp>
        <p:sp>
          <p:nvSpPr>
            <p:cNvPr id="222" name="Legend1">
              <a:extLst>
                <a:ext uri="{FF2B5EF4-FFF2-40B4-BE49-F238E27FC236}">
                  <a16:creationId xmlns:a16="http://schemas.microsoft.com/office/drawing/2014/main" id="{F47CB87D-CDA8-4DF4-9D68-D812103F9808}"/>
                </a:ext>
              </a:extLst>
            </p:cNvPr>
            <p:cNvSpPr txBox="1"/>
            <p:nvPr/>
          </p:nvSpPr>
          <p:spPr>
            <a:xfrm>
              <a:off x="10978546" y="4322824"/>
              <a:ext cx="527517" cy="215444"/>
            </a:xfrm>
            <a:prstGeom prst="rect">
              <a:avLst/>
            </a:prstGeom>
            <a:noFill/>
            <a:ln>
              <a:noFill/>
              <a:miter lim="800000"/>
            </a:ln>
          </p:spPr>
          <p:txBody>
            <a:bodyPr wrap="none" lIns="0" tIns="0" rIns="0" bIns="0" rtlCol="0" anchor="t" anchorCtr="0">
              <a:spAutoFit/>
            </a:bodyPr>
            <a:lstStyle/>
            <a:p>
              <a:pPr>
                <a:spcAft>
                  <a:spcPts val="600"/>
                </a:spcAft>
              </a:pPr>
              <a:r>
                <a:rPr lang="en-US" sz="1400"/>
                <a:t>Legend</a:t>
              </a:r>
            </a:p>
          </p:txBody>
        </p:sp>
        <p:sp>
          <p:nvSpPr>
            <p:cNvPr id="223" name="Legend2">
              <a:extLst>
                <a:ext uri="{FF2B5EF4-FFF2-40B4-BE49-F238E27FC236}">
                  <a16:creationId xmlns:a16="http://schemas.microsoft.com/office/drawing/2014/main" id="{5B751458-E553-4AA8-BF8E-DCFD41B8A93E}"/>
                </a:ext>
              </a:extLst>
            </p:cNvPr>
            <p:cNvSpPr txBox="1"/>
            <p:nvPr/>
          </p:nvSpPr>
          <p:spPr>
            <a:xfrm>
              <a:off x="10978546" y="4702322"/>
              <a:ext cx="527517" cy="215444"/>
            </a:xfrm>
            <a:prstGeom prst="rect">
              <a:avLst/>
            </a:prstGeom>
            <a:noFill/>
            <a:ln>
              <a:noFill/>
              <a:miter lim="800000"/>
            </a:ln>
          </p:spPr>
          <p:txBody>
            <a:bodyPr wrap="none" lIns="0" tIns="0" rIns="0" bIns="0" rtlCol="0" anchor="t" anchorCtr="0">
              <a:spAutoFit/>
            </a:bodyPr>
            <a:lstStyle/>
            <a:p>
              <a:pPr>
                <a:spcAft>
                  <a:spcPts val="600"/>
                </a:spcAft>
              </a:pPr>
              <a:r>
                <a:rPr lang="en-US" sz="1400"/>
                <a:t>Legend</a:t>
              </a:r>
            </a:p>
          </p:txBody>
        </p:sp>
        <p:sp>
          <p:nvSpPr>
            <p:cNvPr id="224" name="Legend3">
              <a:extLst>
                <a:ext uri="{FF2B5EF4-FFF2-40B4-BE49-F238E27FC236}">
                  <a16:creationId xmlns:a16="http://schemas.microsoft.com/office/drawing/2014/main" id="{63398902-05B6-485E-8D33-CE4ADF9C0BB8}"/>
                </a:ext>
              </a:extLst>
            </p:cNvPr>
            <p:cNvSpPr txBox="1"/>
            <p:nvPr/>
          </p:nvSpPr>
          <p:spPr>
            <a:xfrm>
              <a:off x="10978546" y="5081820"/>
              <a:ext cx="527517" cy="215444"/>
            </a:xfrm>
            <a:prstGeom prst="rect">
              <a:avLst/>
            </a:prstGeom>
            <a:noFill/>
            <a:ln>
              <a:noFill/>
              <a:miter lim="800000"/>
            </a:ln>
          </p:spPr>
          <p:txBody>
            <a:bodyPr wrap="none" lIns="0" tIns="0" rIns="0" bIns="0" rtlCol="0" anchor="t" anchorCtr="0">
              <a:spAutoFit/>
            </a:bodyPr>
            <a:lstStyle/>
            <a:p>
              <a:pPr>
                <a:spcAft>
                  <a:spcPts val="600"/>
                </a:spcAft>
              </a:pPr>
              <a:r>
                <a:rPr lang="en-US" sz="1400"/>
                <a:t>Legend</a:t>
              </a:r>
            </a:p>
          </p:txBody>
        </p:sp>
        <p:sp>
          <p:nvSpPr>
            <p:cNvPr id="225" name="Legend4">
              <a:extLst>
                <a:ext uri="{FF2B5EF4-FFF2-40B4-BE49-F238E27FC236}">
                  <a16:creationId xmlns:a16="http://schemas.microsoft.com/office/drawing/2014/main" id="{CFE7C5B4-CCAD-41E0-99B7-E92F06CE6866}"/>
                </a:ext>
              </a:extLst>
            </p:cNvPr>
            <p:cNvSpPr txBox="1"/>
            <p:nvPr/>
          </p:nvSpPr>
          <p:spPr>
            <a:xfrm>
              <a:off x="10978546" y="5453241"/>
              <a:ext cx="527517" cy="215444"/>
            </a:xfrm>
            <a:prstGeom prst="rect">
              <a:avLst/>
            </a:prstGeom>
            <a:noFill/>
            <a:ln>
              <a:noFill/>
              <a:miter lim="800000"/>
            </a:ln>
          </p:spPr>
          <p:txBody>
            <a:bodyPr wrap="none" lIns="0" tIns="0" rIns="0" bIns="0" rtlCol="0" anchor="t" anchorCtr="0">
              <a:spAutoFit/>
            </a:bodyPr>
            <a:lstStyle/>
            <a:p>
              <a:pPr>
                <a:spcAft>
                  <a:spcPts val="600"/>
                </a:spcAft>
              </a:pPr>
              <a:r>
                <a:rPr lang="en-US" sz="1400"/>
                <a:t>Legend</a:t>
              </a:r>
            </a:p>
          </p:txBody>
        </p:sp>
        <p:sp>
          <p:nvSpPr>
            <p:cNvPr id="226" name="Legend5">
              <a:extLst>
                <a:ext uri="{FF2B5EF4-FFF2-40B4-BE49-F238E27FC236}">
                  <a16:creationId xmlns:a16="http://schemas.microsoft.com/office/drawing/2014/main" id="{5666F9B6-9300-4849-B6DA-2696BFE110B6}"/>
                </a:ext>
              </a:extLst>
            </p:cNvPr>
            <p:cNvSpPr txBox="1"/>
            <p:nvPr/>
          </p:nvSpPr>
          <p:spPr>
            <a:xfrm>
              <a:off x="10978545" y="5824662"/>
              <a:ext cx="527517" cy="215444"/>
            </a:xfrm>
            <a:prstGeom prst="rect">
              <a:avLst/>
            </a:prstGeom>
            <a:noFill/>
            <a:ln>
              <a:noFill/>
              <a:miter lim="800000"/>
            </a:ln>
          </p:spPr>
          <p:txBody>
            <a:bodyPr wrap="none" lIns="0" tIns="0" rIns="0" bIns="0" rtlCol="0" anchor="t" anchorCtr="0">
              <a:spAutoFit/>
            </a:bodyPr>
            <a:lstStyle/>
            <a:p>
              <a:pPr>
                <a:spcAft>
                  <a:spcPts val="600"/>
                </a:spcAft>
              </a:pPr>
              <a:r>
                <a:rPr lang="en-US" sz="1400"/>
                <a:t>Legend</a:t>
              </a:r>
            </a:p>
          </p:txBody>
        </p:sp>
      </p:grpSp>
      <p:sp>
        <p:nvSpPr>
          <p:cNvPr id="148" name="Rectangle 6">
            <a:extLst>
              <a:ext uri="{FF2B5EF4-FFF2-40B4-BE49-F238E27FC236}">
                <a16:creationId xmlns:a16="http://schemas.microsoft.com/office/drawing/2014/main" id="{D2430D3E-918E-4FD5-8971-6EB1998AD08F}"/>
              </a:ext>
            </a:extLst>
          </p:cNvPr>
          <p:cNvSpPr>
            <a:spLocks/>
          </p:cNvSpPr>
          <p:nvPr userDrawn="1"/>
        </p:nvSpPr>
        <p:spPr>
          <a:xfrm>
            <a:off x="-3334" y="172212"/>
            <a:ext cx="143339"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endParaRPr kumimoji="0" lang="en-US" altLang="en-US" sz="1800">
              <a:solidFill>
                <a:srgbClr val="FFFFFF"/>
              </a:solidFill>
            </a:endParaRPr>
          </a:p>
        </p:txBody>
      </p:sp>
      <p:cxnSp>
        <p:nvCxnSpPr>
          <p:cNvPr id="149" name="Straight Connector 148">
            <a:extLst>
              <a:ext uri="{FF2B5EF4-FFF2-40B4-BE49-F238E27FC236}">
                <a16:creationId xmlns:a16="http://schemas.microsoft.com/office/drawing/2014/main" id="{C82A50C1-013E-4B1E-AD8E-5788C1DA9815}"/>
              </a:ext>
            </a:extLst>
          </p:cNvPr>
          <p:cNvCxnSpPr>
            <a:cxnSpLocks/>
          </p:cNvCxnSpPr>
          <p:nvPr userDrawn="1"/>
        </p:nvCxnSpPr>
        <p:spPr>
          <a:xfrm>
            <a:off x="492443" y="6644188"/>
            <a:ext cx="0" cy="101498"/>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51" name="Picture 2">
            <a:extLst>
              <a:ext uri="{FF2B5EF4-FFF2-40B4-BE49-F238E27FC236}">
                <a16:creationId xmlns:a16="http://schemas.microsoft.com/office/drawing/2014/main" id="{DCCFBE19-85FE-4DA2-84F9-C207E4DF9B40}"/>
              </a:ext>
            </a:extLst>
          </p:cNvPr>
          <p:cNvPicPr>
            <a:picLocks noChangeAspect="1" noChangeArrowheads="1"/>
          </p:cNvPicPr>
          <p:nvPr userDrawn="1"/>
        </p:nvPicPr>
        <p:blipFill>
          <a:blip r:embed="rId42" cstate="print">
            <a:extLst>
              <a:ext uri="{28A0092B-C50C-407E-A947-70E740481C1C}">
                <a14:useLocalDpi xmlns:a14="http://schemas.microsoft.com/office/drawing/2010/main" val="0"/>
              </a:ext>
            </a:extLst>
          </a:blip>
          <a:stretch>
            <a:fillRect/>
          </a:stretch>
        </p:blipFill>
        <p:spPr bwMode="auto">
          <a:xfrm>
            <a:off x="8724089" y="6588268"/>
            <a:ext cx="2932034" cy="17592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2" name="Slide Number">
            <a:extLst>
              <a:ext uri="{FF2B5EF4-FFF2-40B4-BE49-F238E27FC236}">
                <a16:creationId xmlns:a16="http://schemas.microsoft.com/office/drawing/2014/main" id="{C40AD52A-ADB8-46CF-90C1-562B18AE661C}"/>
              </a:ext>
            </a:extLst>
          </p:cNvPr>
          <p:cNvSpPr>
            <a:spLocks noChangeArrowheads="1"/>
          </p:cNvSpPr>
          <p:nvPr userDrawn="1">
            <p:custDataLst>
              <p:tags r:id="rId24"/>
            </p:custDataLst>
          </p:nvPr>
        </p:nvSpPr>
        <p:spPr bwMode="black">
          <a:xfrm>
            <a:off x="86131" y="6641079"/>
            <a:ext cx="325501" cy="123111"/>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800" b="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800" b="0">
              <a:solidFill>
                <a:schemeClr val="tx1"/>
              </a:solidFill>
              <a:latin typeface="+mn-lt"/>
              <a:ea typeface="+mn-ea"/>
              <a:cs typeface="Arial" panose="020B0604020202020204" pitchFamily="34" charset="0"/>
            </a:endParaRPr>
          </a:p>
        </p:txBody>
      </p:sp>
      <p:sp>
        <p:nvSpPr>
          <p:cNvPr id="150" name="TextBox 149">
            <a:extLst>
              <a:ext uri="{FF2B5EF4-FFF2-40B4-BE49-F238E27FC236}">
                <a16:creationId xmlns:a16="http://schemas.microsoft.com/office/drawing/2014/main" id="{5DFDA3D8-8FDE-4EFB-9152-9468D96C06C3}"/>
              </a:ext>
            </a:extLst>
          </p:cNvPr>
          <p:cNvSpPr txBox="1"/>
          <p:nvPr userDrawn="1"/>
        </p:nvSpPr>
        <p:spPr>
          <a:xfrm>
            <a:off x="573253" y="6633385"/>
            <a:ext cx="1489190" cy="123111"/>
          </a:xfrm>
          <a:prstGeom prst="rect">
            <a:avLst/>
          </a:prstGeom>
        </p:spPr>
        <p:txBody>
          <a:bodyPr vert="horz" wrap="none" lIns="0" tIns="0" rIns="0" bIns="0" rtlCol="0" anchor="ctr">
            <a:spAutoFit/>
          </a:bodyPr>
          <a:lstStyle>
            <a:defPPr>
              <a:defRPr lang="en-US"/>
            </a:defPPr>
            <a:lvl1pPr>
              <a:defRPr sz="800"/>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4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4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4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4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r>
              <a:rPr lang="en-US"/>
              <a:t>Confidential – For Internal Use Only</a:t>
            </a:r>
          </a:p>
        </p:txBody>
      </p:sp>
    </p:spTree>
    <p:extLst>
      <p:ext uri="{BB962C8B-B14F-4D97-AF65-F5344CB8AC3E}">
        <p14:creationId xmlns:p14="http://schemas.microsoft.com/office/powerpoint/2010/main" val="3967675150"/>
      </p:ext>
    </p:extLst>
  </p:cSld>
  <p:clrMap bg1="lt1" tx1="dk1" bg2="lt2" tx2="dk2" accent1="accent1" accent2="accent2" accent3="accent3" accent4="accent4" accent5="accent5" accent6="accent6" hlink="hlink" folHlink="folHlink"/>
  <p:sldLayoutIdLst>
    <p:sldLayoutId id="2147484008" r:id="rId6"/>
  </p:sldLayoutIdLst>
  <p:hf sldNum="0" hdr="0" ftr="0"/>
  <p:txStyles>
    <p:titleStyle>
      <a:lvl1pPr algn="l" defTabSz="914400" rtl="0" eaLnBrk="1" latinLnBrk="0" hangingPunct="1">
        <a:lnSpc>
          <a:spcPct val="100000"/>
        </a:lnSpc>
        <a:spcBef>
          <a:spcPct val="0"/>
        </a:spcBef>
        <a:buNone/>
        <a:defRPr lang="en-US" sz="2700" b="1" kern="1200" spc="0" baseline="0" dirty="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14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lang="en-US" sz="1400" kern="1200" dirty="0">
          <a:solidFill>
            <a:schemeClr val="tx1"/>
          </a:solidFill>
          <a:latin typeface="+mn-lt"/>
          <a:ea typeface="+mn-ea"/>
          <a:cs typeface="+mn-cs"/>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lang="en-US" sz="1400" kern="1200" dirty="0">
          <a:solidFill>
            <a:schemeClr val="tx1"/>
          </a:solidFill>
          <a:latin typeface="+mn-lt"/>
          <a:ea typeface="+mn-ea"/>
          <a:cs typeface="+mn-cs"/>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chemeClr val="tx1"/>
          </a:solidFill>
          <a:latin typeface="+mn-lt"/>
          <a:ea typeface="+mn-ea"/>
          <a:cs typeface="+mn-cs"/>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lang="en-US" sz="1400" kern="1200" dirty="0">
          <a:solidFill>
            <a:schemeClr val="tx1"/>
          </a:solidFill>
          <a:latin typeface="+mn-lt"/>
          <a:ea typeface="+mn-ea"/>
          <a:cs typeface="+mn-cs"/>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91s2wmrLno._6pCV7LnEi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91s2wmrLno._6pCV7LnEi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91s2wmrLno._6pCV7LnEi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91s2wmrLno._6pCV7LnEi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91s2wmrLno._6pCV7LnEi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xcgoWEzLgA0_64VDvMxGGg"/>
</p:tagLst>
</file>

<file path=ppt/tags/tag14.xml><?xml version="1.0" encoding="utf-8"?>
<p:tagLst xmlns:a="http://schemas.openxmlformats.org/drawingml/2006/main" xmlns:r="http://schemas.openxmlformats.org/officeDocument/2006/relationships" xmlns:p="http://schemas.openxmlformats.org/presentationml/2006/main">
  <p:tag name="SHAPENAME" val="4. Footnote"/>
</p:tagLst>
</file>

<file path=ppt/tags/tag1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xml><?xml version="1.0" encoding="utf-8"?>
<p:tagLst xmlns:a="http://schemas.openxmlformats.org/drawingml/2006/main" xmlns:r="http://schemas.openxmlformats.org/officeDocument/2006/relationships" xmlns:p="http://schemas.openxmlformats.org/presentationml/2006/main">
  <p:tag name="NAME" val="ACET"/>
</p:tagLst>
</file>

<file path=ppt/tags/tag1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xml><?xml version="1.0" encoding="utf-8"?>
<p:tagLst xmlns:a="http://schemas.openxmlformats.org/drawingml/2006/main" xmlns:r="http://schemas.openxmlformats.org/officeDocument/2006/relationships" xmlns:p="http://schemas.openxmlformats.org/presentationml/2006/main">
  <p:tag name="NAME" val="Moon"/>
</p:tagLst>
</file>

<file path=ppt/tags/tag19.xml><?xml version="1.0" encoding="utf-8"?>
<p:tagLst xmlns:a="http://schemas.openxmlformats.org/drawingml/2006/main" xmlns:r="http://schemas.openxmlformats.org/officeDocument/2006/relationships" xmlns:p="http://schemas.openxmlformats.org/presentationml/2006/main">
  <p:tag name="NAME" val="Moon"/>
</p:tagLst>
</file>

<file path=ppt/tags/tag20.xml><?xml version="1.0" encoding="utf-8"?>
<p:tagLst xmlns:a="http://schemas.openxmlformats.org/drawingml/2006/main" xmlns:r="http://schemas.openxmlformats.org/officeDocument/2006/relationships" xmlns:p="http://schemas.openxmlformats.org/presentationml/2006/main">
  <p:tag name="NAME" val="Moon"/>
</p:tagLst>
</file>

<file path=ppt/tags/tag21.xml><?xml version="1.0" encoding="utf-8"?>
<p:tagLst xmlns:a="http://schemas.openxmlformats.org/drawingml/2006/main" xmlns:r="http://schemas.openxmlformats.org/officeDocument/2006/relationships" xmlns:p="http://schemas.openxmlformats.org/presentationml/2006/main">
  <p:tag name="NAME" val="Moon"/>
</p:tagLst>
</file>

<file path=ppt/tags/tag22.xml><?xml version="1.0" encoding="utf-8"?>
<p:tagLst xmlns:a="http://schemas.openxmlformats.org/drawingml/2006/main" xmlns:r="http://schemas.openxmlformats.org/officeDocument/2006/relationships" xmlns:p="http://schemas.openxmlformats.org/presentationml/2006/main">
  <p:tag name="NAME" val="Moon"/>
</p:tagLst>
</file>

<file path=ppt/tags/tag23.xml><?xml version="1.0" encoding="utf-8"?>
<p:tagLst xmlns:a="http://schemas.openxmlformats.org/drawingml/2006/main" xmlns:r="http://schemas.openxmlformats.org/officeDocument/2006/relationships" xmlns:p="http://schemas.openxmlformats.org/presentationml/2006/main">
  <p:tag name="ANGLE" val="5"/>
</p:tagLst>
</file>

<file path=ppt/tags/tag24.xml><?xml version="1.0" encoding="utf-8"?>
<p:tagLst xmlns:a="http://schemas.openxmlformats.org/drawingml/2006/main" xmlns:r="http://schemas.openxmlformats.org/officeDocument/2006/relationships" xmlns:p="http://schemas.openxmlformats.org/presentationml/2006/main">
  <p:tag name="ANGLE" val="5"/>
</p:tagLst>
</file>

<file path=ppt/tags/tag25.xml><?xml version="1.0" encoding="utf-8"?>
<p:tagLst xmlns:a="http://schemas.openxmlformats.org/drawingml/2006/main" xmlns:r="http://schemas.openxmlformats.org/officeDocument/2006/relationships" xmlns:p="http://schemas.openxmlformats.org/presentationml/2006/main">
  <p:tag name="ANGLE" val="4"/>
</p:tagLst>
</file>

<file path=ppt/tags/tag26.xml><?xml version="1.0" encoding="utf-8"?>
<p:tagLst xmlns:a="http://schemas.openxmlformats.org/drawingml/2006/main" xmlns:r="http://schemas.openxmlformats.org/officeDocument/2006/relationships" xmlns:p="http://schemas.openxmlformats.org/presentationml/2006/main">
  <p:tag name="ANGLE" val="4"/>
</p:tagLst>
</file>

<file path=ppt/tags/tag27.xml><?xml version="1.0" encoding="utf-8"?>
<p:tagLst xmlns:a="http://schemas.openxmlformats.org/drawingml/2006/main" xmlns:r="http://schemas.openxmlformats.org/officeDocument/2006/relationships" xmlns:p="http://schemas.openxmlformats.org/presentationml/2006/main">
  <p:tag name="ANGLE" val="3"/>
</p:tagLst>
</file>

<file path=ppt/tags/tag28.xml><?xml version="1.0" encoding="utf-8"?>
<p:tagLst xmlns:a="http://schemas.openxmlformats.org/drawingml/2006/main" xmlns:r="http://schemas.openxmlformats.org/officeDocument/2006/relationships" xmlns:p="http://schemas.openxmlformats.org/presentationml/2006/main">
  <p:tag name="ANGLE" val="3"/>
</p:tagLst>
</file>

<file path=ppt/tags/tag29.xml><?xml version="1.0" encoding="utf-8"?>
<p:tagLst xmlns:a="http://schemas.openxmlformats.org/drawingml/2006/main" xmlns:r="http://schemas.openxmlformats.org/officeDocument/2006/relationships" xmlns:p="http://schemas.openxmlformats.org/presentationml/2006/main">
  <p:tag name="ANGLE" val="2"/>
</p:tagLst>
</file>

<file path=ppt/tags/tag30.xml><?xml version="1.0" encoding="utf-8"?>
<p:tagLst xmlns:a="http://schemas.openxmlformats.org/drawingml/2006/main" xmlns:r="http://schemas.openxmlformats.org/officeDocument/2006/relationships" xmlns:p="http://schemas.openxmlformats.org/presentationml/2006/main">
  <p:tag name="ANGLE" val="2"/>
</p:tagLst>
</file>

<file path=ppt/tags/tag31.xml><?xml version="1.0" encoding="utf-8"?>
<p:tagLst xmlns:a="http://schemas.openxmlformats.org/drawingml/2006/main" xmlns:r="http://schemas.openxmlformats.org/officeDocument/2006/relationships" xmlns:p="http://schemas.openxmlformats.org/presentationml/2006/main">
  <p:tag name="ANGLE" val="1"/>
</p:tagLst>
</file>

<file path=ppt/tags/tag32.xml><?xml version="1.0" encoding="utf-8"?>
<p:tagLst xmlns:a="http://schemas.openxmlformats.org/drawingml/2006/main" xmlns:r="http://schemas.openxmlformats.org/officeDocument/2006/relationships" xmlns:p="http://schemas.openxmlformats.org/presentationml/2006/main">
  <p:tag name="ANGLE" val="1"/>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Wz9_f.d6YGbJCbK0.Pg2_A"/>
</p:tagLst>
</file>

<file path=ppt/tags/tag35.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36.xml><?xml version="1.0" encoding="utf-8"?>
<p:tagLst xmlns:a="http://schemas.openxmlformats.org/drawingml/2006/main" xmlns:r="http://schemas.openxmlformats.org/officeDocument/2006/relationships" xmlns:p="http://schemas.openxmlformats.org/presentationml/2006/main">
  <p:tag name="SHAPENAME" val="Subtitle"/>
</p:tagLst>
</file>

<file path=ppt/tags/tag37.xml><?xml version="1.0" encoding="utf-8"?>
<p:tagLst xmlns:a="http://schemas.openxmlformats.org/drawingml/2006/main" xmlns:r="http://schemas.openxmlformats.org/officeDocument/2006/relationships" xmlns:p="http://schemas.openxmlformats.org/presentationml/2006/main">
  <p:tag name="SHAPENAME" val="Titl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xml><?xml version="1.0" encoding="utf-8"?>
<p:tagLst xmlns:a="http://schemas.openxmlformats.org/drawingml/2006/main" xmlns:r="http://schemas.openxmlformats.org/officeDocument/2006/relationships" xmlns:p="http://schemas.openxmlformats.org/presentationml/2006/main">
  <p:tag name="SHAPENAME" val="3. Subtitle"/>
</p:tagLst>
</file>

<file path=ppt/tags/tag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xml><?xml version="1.0" encoding="utf-8"?>
<p:tagLst xmlns:a="http://schemas.openxmlformats.org/drawingml/2006/main" xmlns:r="http://schemas.openxmlformats.org/officeDocument/2006/relationships" xmlns:p="http://schemas.openxmlformats.org/presentationml/2006/main">
  <p:tag name="SHAPENAME" val="5. Sourc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4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7.xml><?xml version="1.0" encoding="utf-8"?>
<p:tagLst xmlns:a="http://schemas.openxmlformats.org/drawingml/2006/main" xmlns:r="http://schemas.openxmlformats.org/officeDocument/2006/relationships" xmlns:p="http://schemas.openxmlformats.org/presentationml/2006/main">
  <p:tag name="SHAPENAME" val="3. Subtitle"/>
</p:tagLst>
</file>

<file path=ppt/tags/tag4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9.xml><?xml version="1.0" encoding="utf-8"?>
<p:tagLst xmlns:a="http://schemas.openxmlformats.org/drawingml/2006/main" xmlns:r="http://schemas.openxmlformats.org/officeDocument/2006/relationships" xmlns:p="http://schemas.openxmlformats.org/presentationml/2006/main">
  <p:tag name="SHAPENAME" val="5. Sourc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rZ96ctUUqJsGDCugslwBCg"/>
</p:tagLst>
</file>

<file path=ppt/tags/tag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4.xml><?xml version="1.0" encoding="utf-8"?>
<p:tagLst xmlns:a="http://schemas.openxmlformats.org/drawingml/2006/main" xmlns:r="http://schemas.openxmlformats.org/officeDocument/2006/relationships" xmlns:p="http://schemas.openxmlformats.org/presentationml/2006/main">
  <p:tag name="SHAPENAME" val="5. Sourc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AvhTnprpZIIVVQCOTQtpLw"/>
</p:tagLst>
</file>

<file path=ppt/tags/tag5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9.xml><?xml version="1.0" encoding="utf-8"?>
<p:tagLst xmlns:a="http://schemas.openxmlformats.org/drawingml/2006/main" xmlns:r="http://schemas.openxmlformats.org/officeDocument/2006/relationships" xmlns:p="http://schemas.openxmlformats.org/presentationml/2006/main">
  <p:tag name="SHAPENAME" val="5. Sourc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Vvs3CU0mhZ0iF9VK3Gc_gQ"/>
</p:tagLst>
</file>

<file path=ppt/tags/tag6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4.xml><?xml version="1.0" encoding="utf-8"?>
<p:tagLst xmlns:a="http://schemas.openxmlformats.org/drawingml/2006/main" xmlns:r="http://schemas.openxmlformats.org/officeDocument/2006/relationships" xmlns:p="http://schemas.openxmlformats.org/presentationml/2006/main">
  <p:tag name="SHAPENAME" val="5. Sourc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NrcAbB4u0quRffFN3bn3Xw"/>
</p:tagLst>
</file>

<file path=ppt/tags/tag6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8.xml><?xml version="1.0" encoding="utf-8"?>
<p:tagLst xmlns:a="http://schemas.openxmlformats.org/drawingml/2006/main" xmlns:r="http://schemas.openxmlformats.org/officeDocument/2006/relationships" xmlns:p="http://schemas.openxmlformats.org/presentationml/2006/main">
  <p:tag name="SHAPENAME" val="3. Subtitle"/>
</p:tagLst>
</file>

<file path=ppt/tags/tag6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0.xml><?xml version="1.0" encoding="utf-8"?>
<p:tagLst xmlns:a="http://schemas.openxmlformats.org/drawingml/2006/main" xmlns:r="http://schemas.openxmlformats.org/officeDocument/2006/relationships" xmlns:p="http://schemas.openxmlformats.org/presentationml/2006/main">
  <p:tag name="SHAPENAME" val="5. Sourc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YG_9mniplMrafceMpP.Qwg"/>
</p:tagLst>
</file>

<file path=ppt/tags/tag7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xml><?xml version="1.0" encoding="utf-8"?>
<p:tagLst xmlns:a="http://schemas.openxmlformats.org/drawingml/2006/main" xmlns:r="http://schemas.openxmlformats.org/officeDocument/2006/relationships" xmlns:p="http://schemas.openxmlformats.org/presentationml/2006/main">
  <p:tag name="SHAPENAME" val="3. Subtitle"/>
</p:tagLst>
</file>

<file path=ppt/tags/tag7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7.xml><?xml version="1.0" encoding="utf-8"?>
<p:tagLst xmlns:a="http://schemas.openxmlformats.org/drawingml/2006/main" xmlns:r="http://schemas.openxmlformats.org/officeDocument/2006/relationships" xmlns:p="http://schemas.openxmlformats.org/presentationml/2006/main">
  <p:tag name="SHAPENAME" val="5. Source"/>
</p:tagLst>
</file>

<file path=ppt/tags/tag7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bEQ8aI7AKzsdxigcAG3ZA"/>
</p:tagLst>
</file>

<file path=ppt/tags/tag8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3.xml><?xml version="1.0" encoding="utf-8"?>
<p:tagLst xmlns:a="http://schemas.openxmlformats.org/drawingml/2006/main" xmlns:r="http://schemas.openxmlformats.org/officeDocument/2006/relationships" xmlns:p="http://schemas.openxmlformats.org/presentationml/2006/main">
  <p:tag name="SHAPENAME" val="3. Subtitle"/>
</p:tagLst>
</file>

<file path=ppt/tags/tag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5.xml><?xml version="1.0" encoding="utf-8"?>
<p:tagLst xmlns:a="http://schemas.openxmlformats.org/drawingml/2006/main" xmlns:r="http://schemas.openxmlformats.org/officeDocument/2006/relationships" xmlns:p="http://schemas.openxmlformats.org/presentationml/2006/main">
  <p:tag name="SHAPENAME" val="5. Source"/>
</p:tagLst>
</file>

<file path=ppt/tags/tag8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BLvs1S2qnQw1aA01IUaglg"/>
</p:tagLst>
</file>

<file path=ppt/tags/tag8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9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3.xml><?xml version="1.0" encoding="utf-8"?>
<p:tagLst xmlns:a="http://schemas.openxmlformats.org/drawingml/2006/main" xmlns:r="http://schemas.openxmlformats.org/officeDocument/2006/relationships" xmlns:p="http://schemas.openxmlformats.org/presentationml/2006/main">
  <p:tag name="SHAPENAME" val="5. Source"/>
</p:tagLst>
</file>

<file path=ppt/tags/tag9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qUyDlDqWonv3hoAx.p9Rsw"/>
</p:tagLst>
</file>

<file path=ppt/tags/tag9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1.xml><?xml version="1.0" encoding="utf-8"?>
<p:tagLst xmlns:a="http://schemas.openxmlformats.org/drawingml/2006/main" xmlns:r="http://schemas.openxmlformats.org/officeDocument/2006/relationships" xmlns:p="http://schemas.openxmlformats.org/presentationml/2006/main">
  <p:tag name="SHAPENAME" val="5. Source"/>
</p:tagLst>
</file>

<file path=ppt/tags/tag10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o9xgrPArEB1mEiMOhB5KGA"/>
</p:tagLst>
</file>

<file path=ppt/tags/tag105.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9.xml><?xml version="1.0" encoding="utf-8"?>
<p:tagLst xmlns:a="http://schemas.openxmlformats.org/drawingml/2006/main" xmlns:r="http://schemas.openxmlformats.org/officeDocument/2006/relationships" xmlns:p="http://schemas.openxmlformats.org/presentationml/2006/main">
  <p:tag name="SHAPENAME" val="5. Source"/>
</p:tagLst>
</file>

<file path=ppt/tags/tag11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xNguF4Gw2mJIhuiFXm5tKQ"/>
</p:tagLst>
</file>

<file path=ppt/tags/tag11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5.xml><?xml version="1.0" encoding="utf-8"?>
<p:tagLst xmlns:a="http://schemas.openxmlformats.org/drawingml/2006/main" xmlns:r="http://schemas.openxmlformats.org/officeDocument/2006/relationships" xmlns:p="http://schemas.openxmlformats.org/presentationml/2006/main">
  <p:tag name="SHAPENAME" val="5. Source"/>
</p:tagLst>
</file>

<file path=ppt/tags/tag11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SHAPENAME" val="5. Sourc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1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3.xml><?xml version="1.0" encoding="utf-8"?>
<p:tagLst xmlns:a="http://schemas.openxmlformats.org/drawingml/2006/main" xmlns:r="http://schemas.openxmlformats.org/officeDocument/2006/relationships" xmlns:p="http://schemas.openxmlformats.org/presentationml/2006/main">
  <p:tag name="SHAPENAME" val="5. Source"/>
</p:tagLst>
</file>

<file path=ppt/tags/tag12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25.xml><?xml version="1.0" encoding="utf-8"?>
<p:tagLst xmlns:a="http://schemas.openxmlformats.org/drawingml/2006/main" xmlns:r="http://schemas.openxmlformats.org/officeDocument/2006/relationships" xmlns:p="http://schemas.openxmlformats.org/presentationml/2006/main">
  <p:tag name="SHAPENAME" val="3. Subtitle"/>
</p:tagLst>
</file>

<file path=ppt/tags/tag126.xml><?xml version="1.0" encoding="utf-8"?>
<p:tagLst xmlns:a="http://schemas.openxmlformats.org/drawingml/2006/main" xmlns:r="http://schemas.openxmlformats.org/officeDocument/2006/relationships" xmlns:p="http://schemas.openxmlformats.org/presentationml/2006/main">
  <p:tag name="PARENTID" val="0016"/>
  <p:tag name="SLIDEID" val="0016"/>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SHAPENAME" val="5. Source"/>
</p:tagLst>
</file>

<file path=ppt/tags/tag129.xml><?xml version="1.0" encoding="utf-8"?>
<p:tagLst xmlns:a="http://schemas.openxmlformats.org/drawingml/2006/main" xmlns:r="http://schemas.openxmlformats.org/officeDocument/2006/relationships" xmlns:p="http://schemas.openxmlformats.org/presentationml/2006/main">
  <p:tag name="NAME" val="Flow"/>
</p:tagLst>
</file>

<file path=ppt/tags/tag130.xml><?xml version="1.0" encoding="utf-8"?>
<p:tagLst xmlns:a="http://schemas.openxmlformats.org/drawingml/2006/main" xmlns:r="http://schemas.openxmlformats.org/officeDocument/2006/relationships" xmlns:p="http://schemas.openxmlformats.org/presentationml/2006/main">
  <p:tag name="NAME" val="Flow"/>
</p:tagLst>
</file>

<file path=ppt/tags/tag131.xml><?xml version="1.0" encoding="utf-8"?>
<p:tagLst xmlns:a="http://schemas.openxmlformats.org/drawingml/2006/main" xmlns:r="http://schemas.openxmlformats.org/officeDocument/2006/relationships" xmlns:p="http://schemas.openxmlformats.org/presentationml/2006/main">
  <p:tag name="NAME" val="Flow"/>
</p:tagLst>
</file>

<file path=ppt/tags/tag132.xml><?xml version="1.0" encoding="utf-8"?>
<p:tagLst xmlns:a="http://schemas.openxmlformats.org/drawingml/2006/main" xmlns:r="http://schemas.openxmlformats.org/officeDocument/2006/relationships" xmlns:p="http://schemas.openxmlformats.org/presentationml/2006/main">
  <p:tag name="NAME" val="Flow"/>
</p:tagLst>
</file>

<file path=ppt/tags/tag133.xml><?xml version="1.0" encoding="utf-8"?>
<p:tagLst xmlns:a="http://schemas.openxmlformats.org/drawingml/2006/main" xmlns:r="http://schemas.openxmlformats.org/officeDocument/2006/relationships" xmlns:p="http://schemas.openxmlformats.org/presentationml/2006/main">
  <p:tag name="NAME" val="Flow"/>
</p:tagLst>
</file>

<file path=ppt/tags/tag134.xml><?xml version="1.0" encoding="utf-8"?>
<p:tagLst xmlns:a="http://schemas.openxmlformats.org/drawingml/2006/main" xmlns:r="http://schemas.openxmlformats.org/officeDocument/2006/relationships" xmlns:p="http://schemas.openxmlformats.org/presentationml/2006/main">
  <p:tag name="NAME" val="Flow"/>
</p:tagLst>
</file>

<file path=ppt/tags/tag135.xml><?xml version="1.0" encoding="utf-8"?>
<p:tagLst xmlns:a="http://schemas.openxmlformats.org/drawingml/2006/main" xmlns:r="http://schemas.openxmlformats.org/officeDocument/2006/relationships" xmlns:p="http://schemas.openxmlformats.org/presentationml/2006/main">
  <p:tag name="NAME" val="SingleBoatShape"/>
</p:tagLst>
</file>

<file path=ppt/tags/tag136.xml><?xml version="1.0" encoding="utf-8"?>
<p:tagLst xmlns:a="http://schemas.openxmlformats.org/drawingml/2006/main" xmlns:r="http://schemas.openxmlformats.org/officeDocument/2006/relationships" xmlns:p="http://schemas.openxmlformats.org/presentationml/2006/main">
  <p:tag name="NAME" val="SingleBoatText"/>
</p:tagLst>
</file>

<file path=ppt/tags/tag137.xml><?xml version="1.0" encoding="utf-8"?>
<p:tagLst xmlns:a="http://schemas.openxmlformats.org/drawingml/2006/main" xmlns:r="http://schemas.openxmlformats.org/officeDocument/2006/relationships" xmlns:p="http://schemas.openxmlformats.org/presentationml/2006/main">
  <p:tag name="NAME" val="SingleBoatShape"/>
</p:tagLst>
</file>

<file path=ppt/tags/tag138.xml><?xml version="1.0" encoding="utf-8"?>
<p:tagLst xmlns:a="http://schemas.openxmlformats.org/drawingml/2006/main" xmlns:r="http://schemas.openxmlformats.org/officeDocument/2006/relationships" xmlns:p="http://schemas.openxmlformats.org/presentationml/2006/main">
  <p:tag name="NAME" val="SingleBoatText"/>
</p:tagLst>
</file>

<file path=ppt/tags/tag139.xml><?xml version="1.0" encoding="utf-8"?>
<p:tagLst xmlns:a="http://schemas.openxmlformats.org/drawingml/2006/main" xmlns:r="http://schemas.openxmlformats.org/officeDocument/2006/relationships" xmlns:p="http://schemas.openxmlformats.org/presentationml/2006/main">
  <p:tag name="NAME" val="SingleBoatShape"/>
</p:tagLst>
</file>

<file path=ppt/tags/tag140.xml><?xml version="1.0" encoding="utf-8"?>
<p:tagLst xmlns:a="http://schemas.openxmlformats.org/drawingml/2006/main" xmlns:r="http://schemas.openxmlformats.org/officeDocument/2006/relationships" xmlns:p="http://schemas.openxmlformats.org/presentationml/2006/main">
  <p:tag name="NAME" val="SingleBoatText"/>
</p:tagLst>
</file>

<file path=ppt/tags/tag141.xml><?xml version="1.0" encoding="utf-8"?>
<p:tagLst xmlns:a="http://schemas.openxmlformats.org/drawingml/2006/main" xmlns:r="http://schemas.openxmlformats.org/officeDocument/2006/relationships" xmlns:p="http://schemas.openxmlformats.org/presentationml/2006/main">
  <p:tag name="NAME" val="SingleBoatShape"/>
</p:tagLst>
</file>

<file path=ppt/tags/tag142.xml><?xml version="1.0" encoding="utf-8"?>
<p:tagLst xmlns:a="http://schemas.openxmlformats.org/drawingml/2006/main" xmlns:r="http://schemas.openxmlformats.org/officeDocument/2006/relationships" xmlns:p="http://schemas.openxmlformats.org/presentationml/2006/main">
  <p:tag name="NAME" val="SingleBoatText"/>
</p:tagLst>
</file>

<file path=ppt/tags/tag143.xml><?xml version="1.0" encoding="utf-8"?>
<p:tagLst xmlns:a="http://schemas.openxmlformats.org/drawingml/2006/main" xmlns:r="http://schemas.openxmlformats.org/officeDocument/2006/relationships" xmlns:p="http://schemas.openxmlformats.org/presentationml/2006/main">
  <p:tag name="NAME" val="SingleBoatShape"/>
</p:tagLst>
</file>

<file path=ppt/tags/tag144.xml><?xml version="1.0" encoding="utf-8"?>
<p:tagLst xmlns:a="http://schemas.openxmlformats.org/drawingml/2006/main" xmlns:r="http://schemas.openxmlformats.org/officeDocument/2006/relationships" xmlns:p="http://schemas.openxmlformats.org/presentationml/2006/main">
  <p:tag name="NAME" val="SingleBoatText"/>
</p:tagLst>
</file>

<file path=ppt/tags/tag145.xml><?xml version="1.0" encoding="utf-8"?>
<p:tagLst xmlns:a="http://schemas.openxmlformats.org/drawingml/2006/main" xmlns:r="http://schemas.openxmlformats.org/officeDocument/2006/relationships" xmlns:p="http://schemas.openxmlformats.org/presentationml/2006/main">
  <p:tag name="NAME" val="SingleBoatShape"/>
</p:tagLst>
</file>

<file path=ppt/tags/tag146.xml><?xml version="1.0" encoding="utf-8"?>
<p:tagLst xmlns:a="http://schemas.openxmlformats.org/drawingml/2006/main" xmlns:r="http://schemas.openxmlformats.org/officeDocument/2006/relationships" xmlns:p="http://schemas.openxmlformats.org/presentationml/2006/main">
  <p:tag name="NAME" val="SingleBoatText"/>
</p:tagLst>
</file>

<file path=ppt/tags/tag147.xml><?xml version="1.0" encoding="utf-8"?>
<p:tagLst xmlns:a="http://schemas.openxmlformats.org/drawingml/2006/main" xmlns:r="http://schemas.openxmlformats.org/officeDocument/2006/relationships" xmlns:p="http://schemas.openxmlformats.org/presentationml/2006/main">
  <p:tag name="ANALYSISITEM" val="231cc0dd-d724-4178-a8ce-405aaae795b0"/>
</p:tagLst>
</file>

<file path=ppt/tags/tag148.xml><?xml version="1.0" encoding="utf-8"?>
<p:tagLst xmlns:a="http://schemas.openxmlformats.org/drawingml/2006/main" xmlns:r="http://schemas.openxmlformats.org/officeDocument/2006/relationships" xmlns:p="http://schemas.openxmlformats.org/presentationml/2006/main">
  <p:tag name="ANALYSISITEM" val="231cc0dd-d724-4178-a8ce-405aaae795b0"/>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MTNUMBER" val="0.557171829304272"/>
  <p:tag name="MTTABLE" val="HTitleDiv"/>
</p:tagLst>
</file>

<file path=ppt/tags/tag153.xml><?xml version="1.0" encoding="utf-8"?>
<p:tagLst xmlns:a="http://schemas.openxmlformats.org/drawingml/2006/main" xmlns:r="http://schemas.openxmlformats.org/officeDocument/2006/relationships" xmlns:p="http://schemas.openxmlformats.org/presentationml/2006/main">
  <p:tag name="SHAPENAME" val="5. Source"/>
</p:tagLst>
</file>

<file path=ppt/tags/tag154.xml><?xml version="1.0" encoding="utf-8"?>
<p:tagLst xmlns:a="http://schemas.openxmlformats.org/drawingml/2006/main" xmlns:r="http://schemas.openxmlformats.org/officeDocument/2006/relationships" xmlns:p="http://schemas.openxmlformats.org/presentationml/2006/main">
  <p:tag name="NAME" val="Flow"/>
</p:tagLst>
</file>

<file path=ppt/tags/tag155.xml><?xml version="1.0" encoding="utf-8"?>
<p:tagLst xmlns:a="http://schemas.openxmlformats.org/drawingml/2006/main" xmlns:r="http://schemas.openxmlformats.org/officeDocument/2006/relationships" xmlns:p="http://schemas.openxmlformats.org/presentationml/2006/main">
  <p:tag name="NAME" val="Flow"/>
</p:tagLst>
</file>

<file path=ppt/tags/tag156.xml><?xml version="1.0" encoding="utf-8"?>
<p:tagLst xmlns:a="http://schemas.openxmlformats.org/drawingml/2006/main" xmlns:r="http://schemas.openxmlformats.org/officeDocument/2006/relationships" xmlns:p="http://schemas.openxmlformats.org/presentationml/2006/main">
  <p:tag name="NAME" val="Flow"/>
</p:tagLst>
</file>

<file path=ppt/tags/tag157.xml><?xml version="1.0" encoding="utf-8"?>
<p:tagLst xmlns:a="http://schemas.openxmlformats.org/drawingml/2006/main" xmlns:r="http://schemas.openxmlformats.org/officeDocument/2006/relationships" xmlns:p="http://schemas.openxmlformats.org/presentationml/2006/main">
  <p:tag name="NAME" val="Flow"/>
</p:tagLst>
</file>

<file path=ppt/tags/tag158.xml><?xml version="1.0" encoding="utf-8"?>
<p:tagLst xmlns:a="http://schemas.openxmlformats.org/drawingml/2006/main" xmlns:r="http://schemas.openxmlformats.org/officeDocument/2006/relationships" xmlns:p="http://schemas.openxmlformats.org/presentationml/2006/main">
  <p:tag name="NAME" val="Flow"/>
</p:tagLst>
</file>

<file path=ppt/tags/tag159.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0.xml><?xml version="1.0" encoding="utf-8"?>
<p:tagLst xmlns:a="http://schemas.openxmlformats.org/drawingml/2006/main" xmlns:r="http://schemas.openxmlformats.org/officeDocument/2006/relationships" xmlns:p="http://schemas.openxmlformats.org/presentationml/2006/main">
  <p:tag name="NAME" val="SingleBoatText"/>
</p:tagLst>
</file>

<file path=ppt/tags/tag161.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2.xml><?xml version="1.0" encoding="utf-8"?>
<p:tagLst xmlns:a="http://schemas.openxmlformats.org/drawingml/2006/main" xmlns:r="http://schemas.openxmlformats.org/officeDocument/2006/relationships" xmlns:p="http://schemas.openxmlformats.org/presentationml/2006/main">
  <p:tag name="NAME" val="SingleBoatText"/>
</p:tagLst>
</file>

<file path=ppt/tags/tag163.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4.xml><?xml version="1.0" encoding="utf-8"?>
<p:tagLst xmlns:a="http://schemas.openxmlformats.org/drawingml/2006/main" xmlns:r="http://schemas.openxmlformats.org/officeDocument/2006/relationships" xmlns:p="http://schemas.openxmlformats.org/presentationml/2006/main">
  <p:tag name="NAME" val="SingleBoatText"/>
</p:tagLst>
</file>

<file path=ppt/tags/tag165.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6.xml><?xml version="1.0" encoding="utf-8"?>
<p:tagLst xmlns:a="http://schemas.openxmlformats.org/drawingml/2006/main" xmlns:r="http://schemas.openxmlformats.org/officeDocument/2006/relationships" xmlns:p="http://schemas.openxmlformats.org/presentationml/2006/main">
  <p:tag name="NAME" val="SingleBoatText"/>
</p:tagLst>
</file>

<file path=ppt/tags/tag167.xml><?xml version="1.0" encoding="utf-8"?>
<p:tagLst xmlns:a="http://schemas.openxmlformats.org/drawingml/2006/main" xmlns:r="http://schemas.openxmlformats.org/officeDocument/2006/relationships" xmlns:p="http://schemas.openxmlformats.org/presentationml/2006/main">
  <p:tag name="NAME" val="SingleBoatShape"/>
</p:tagLst>
</file>

<file path=ppt/tags/tag168.xml><?xml version="1.0" encoding="utf-8"?>
<p:tagLst xmlns:a="http://schemas.openxmlformats.org/drawingml/2006/main" xmlns:r="http://schemas.openxmlformats.org/officeDocument/2006/relationships" xmlns:p="http://schemas.openxmlformats.org/presentationml/2006/main">
  <p:tag name="NAME" val="SingleBoatText"/>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MTNUMBER" val="0.557171829304272"/>
  <p:tag name="MTTABLE" val="HTitleDiv"/>
</p:tagLst>
</file>

<file path=ppt/tags/tag171.xml><?xml version="1.0" encoding="utf-8"?>
<p:tagLst xmlns:a="http://schemas.openxmlformats.org/drawingml/2006/main" xmlns:r="http://schemas.openxmlformats.org/officeDocument/2006/relationships" xmlns:p="http://schemas.openxmlformats.org/presentationml/2006/main">
  <p:tag name="SHAPENAME" val="5. Source"/>
</p:tagLst>
</file>

<file path=ppt/tags/tag172.xml><?xml version="1.0" encoding="utf-8"?>
<p:tagLst xmlns:a="http://schemas.openxmlformats.org/drawingml/2006/main" xmlns:r="http://schemas.openxmlformats.org/officeDocument/2006/relationships" xmlns:p="http://schemas.openxmlformats.org/presentationml/2006/main">
  <p:tag name="NAME" val="Flow"/>
</p:tagLst>
</file>

<file path=ppt/tags/tag173.xml><?xml version="1.0" encoding="utf-8"?>
<p:tagLst xmlns:a="http://schemas.openxmlformats.org/drawingml/2006/main" xmlns:r="http://schemas.openxmlformats.org/officeDocument/2006/relationships" xmlns:p="http://schemas.openxmlformats.org/presentationml/2006/main">
  <p:tag name="NAME" val="Flow"/>
</p:tagLst>
</file>

<file path=ppt/tags/tag174.xml><?xml version="1.0" encoding="utf-8"?>
<p:tagLst xmlns:a="http://schemas.openxmlformats.org/drawingml/2006/main" xmlns:r="http://schemas.openxmlformats.org/officeDocument/2006/relationships" xmlns:p="http://schemas.openxmlformats.org/presentationml/2006/main">
  <p:tag name="NAME" val="Flow"/>
</p:tagLst>
</file>

<file path=ppt/tags/tag175.xml><?xml version="1.0" encoding="utf-8"?>
<p:tagLst xmlns:a="http://schemas.openxmlformats.org/drawingml/2006/main" xmlns:r="http://schemas.openxmlformats.org/officeDocument/2006/relationships" xmlns:p="http://schemas.openxmlformats.org/presentationml/2006/main">
  <p:tag name="NAME" val="Flow"/>
</p:tagLst>
</file>

<file path=ppt/tags/tag176.xml><?xml version="1.0" encoding="utf-8"?>
<p:tagLst xmlns:a="http://schemas.openxmlformats.org/drawingml/2006/main" xmlns:r="http://schemas.openxmlformats.org/officeDocument/2006/relationships" xmlns:p="http://schemas.openxmlformats.org/presentationml/2006/main">
  <p:tag name="NAME" val="Flow"/>
</p:tagLst>
</file>

<file path=ppt/tags/tag177.xml><?xml version="1.0" encoding="utf-8"?>
<p:tagLst xmlns:a="http://schemas.openxmlformats.org/drawingml/2006/main" xmlns:r="http://schemas.openxmlformats.org/officeDocument/2006/relationships" xmlns:p="http://schemas.openxmlformats.org/presentationml/2006/main">
  <p:tag name="NAME" val="SingleBoatShape"/>
</p:tagLst>
</file>

<file path=ppt/tags/tag178.xml><?xml version="1.0" encoding="utf-8"?>
<p:tagLst xmlns:a="http://schemas.openxmlformats.org/drawingml/2006/main" xmlns:r="http://schemas.openxmlformats.org/officeDocument/2006/relationships" xmlns:p="http://schemas.openxmlformats.org/presentationml/2006/main">
  <p:tag name="NAME" val="SingleBoatText"/>
</p:tagLst>
</file>

<file path=ppt/tags/tag179.xml><?xml version="1.0" encoding="utf-8"?>
<p:tagLst xmlns:a="http://schemas.openxmlformats.org/drawingml/2006/main" xmlns:r="http://schemas.openxmlformats.org/officeDocument/2006/relationships" xmlns:p="http://schemas.openxmlformats.org/presentationml/2006/main">
  <p:tag name="NAME" val="SingleBoatShape"/>
</p:tagLst>
</file>

<file path=ppt/tags/tag180.xml><?xml version="1.0" encoding="utf-8"?>
<p:tagLst xmlns:a="http://schemas.openxmlformats.org/drawingml/2006/main" xmlns:r="http://schemas.openxmlformats.org/officeDocument/2006/relationships" xmlns:p="http://schemas.openxmlformats.org/presentationml/2006/main">
  <p:tag name="NAME" val="SingleBoatText"/>
</p:tagLst>
</file>

<file path=ppt/tags/tag181.xml><?xml version="1.0" encoding="utf-8"?>
<p:tagLst xmlns:a="http://schemas.openxmlformats.org/drawingml/2006/main" xmlns:r="http://schemas.openxmlformats.org/officeDocument/2006/relationships" xmlns:p="http://schemas.openxmlformats.org/presentationml/2006/main">
  <p:tag name="NAME" val="SingleBoatShape"/>
</p:tagLst>
</file>

<file path=ppt/tags/tag182.xml><?xml version="1.0" encoding="utf-8"?>
<p:tagLst xmlns:a="http://schemas.openxmlformats.org/drawingml/2006/main" xmlns:r="http://schemas.openxmlformats.org/officeDocument/2006/relationships" xmlns:p="http://schemas.openxmlformats.org/presentationml/2006/main">
  <p:tag name="NAME" val="SingleBoatText"/>
</p:tagLst>
</file>

<file path=ppt/tags/tag183.xml><?xml version="1.0" encoding="utf-8"?>
<p:tagLst xmlns:a="http://schemas.openxmlformats.org/drawingml/2006/main" xmlns:r="http://schemas.openxmlformats.org/officeDocument/2006/relationships" xmlns:p="http://schemas.openxmlformats.org/presentationml/2006/main">
  <p:tag name="NAME" val="SingleBoatShape"/>
</p:tagLst>
</file>

<file path=ppt/tags/tag184.xml><?xml version="1.0" encoding="utf-8"?>
<p:tagLst xmlns:a="http://schemas.openxmlformats.org/drawingml/2006/main" xmlns:r="http://schemas.openxmlformats.org/officeDocument/2006/relationships" xmlns:p="http://schemas.openxmlformats.org/presentationml/2006/main">
  <p:tag name="NAME" val="SingleBoatText"/>
</p:tagLst>
</file>

<file path=ppt/tags/tag185.xml><?xml version="1.0" encoding="utf-8"?>
<p:tagLst xmlns:a="http://schemas.openxmlformats.org/drawingml/2006/main" xmlns:r="http://schemas.openxmlformats.org/officeDocument/2006/relationships" xmlns:p="http://schemas.openxmlformats.org/presentationml/2006/main">
  <p:tag name="NAME" val="SingleBoatShape"/>
</p:tagLst>
</file>

<file path=ppt/tags/tag186.xml><?xml version="1.0" encoding="utf-8"?>
<p:tagLst xmlns:a="http://schemas.openxmlformats.org/drawingml/2006/main" xmlns:r="http://schemas.openxmlformats.org/officeDocument/2006/relationships" xmlns:p="http://schemas.openxmlformats.org/presentationml/2006/main">
  <p:tag name="NAME" val="SingleBoatText"/>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MTNUMBER" val="0.557171829304272"/>
  <p:tag name="MTTABLE" val="HTitleDiv"/>
</p:tagLst>
</file>

<file path=ppt/tags/tag189.xml><?xml version="1.0" encoding="utf-8"?>
<p:tagLst xmlns:a="http://schemas.openxmlformats.org/drawingml/2006/main" xmlns:r="http://schemas.openxmlformats.org/officeDocument/2006/relationships" xmlns:p="http://schemas.openxmlformats.org/presentationml/2006/main">
  <p:tag name="SHAPENAME" val="5. Source"/>
</p:tagLst>
</file>

<file path=ppt/tags/tag190.xml><?xml version="1.0" encoding="utf-8"?>
<p:tagLst xmlns:a="http://schemas.openxmlformats.org/drawingml/2006/main" xmlns:r="http://schemas.openxmlformats.org/officeDocument/2006/relationships" xmlns:p="http://schemas.openxmlformats.org/presentationml/2006/main">
  <p:tag name="NAME" val="Flow"/>
</p:tagLst>
</file>

<file path=ppt/tags/tag191.xml><?xml version="1.0" encoding="utf-8"?>
<p:tagLst xmlns:a="http://schemas.openxmlformats.org/drawingml/2006/main" xmlns:r="http://schemas.openxmlformats.org/officeDocument/2006/relationships" xmlns:p="http://schemas.openxmlformats.org/presentationml/2006/main">
  <p:tag name="NAME" val="Flow"/>
</p:tagLst>
</file>

<file path=ppt/tags/tag192.xml><?xml version="1.0" encoding="utf-8"?>
<p:tagLst xmlns:a="http://schemas.openxmlformats.org/drawingml/2006/main" xmlns:r="http://schemas.openxmlformats.org/officeDocument/2006/relationships" xmlns:p="http://schemas.openxmlformats.org/presentationml/2006/main">
  <p:tag name="NAME" val="Flow"/>
</p:tagLst>
</file>

<file path=ppt/tags/tag193.xml><?xml version="1.0" encoding="utf-8"?>
<p:tagLst xmlns:a="http://schemas.openxmlformats.org/drawingml/2006/main" xmlns:r="http://schemas.openxmlformats.org/officeDocument/2006/relationships" xmlns:p="http://schemas.openxmlformats.org/presentationml/2006/main">
  <p:tag name="NAME" val="Flow"/>
</p:tagLst>
</file>

<file path=ppt/tags/tag194.xml><?xml version="1.0" encoding="utf-8"?>
<p:tagLst xmlns:a="http://schemas.openxmlformats.org/drawingml/2006/main" xmlns:r="http://schemas.openxmlformats.org/officeDocument/2006/relationships" xmlns:p="http://schemas.openxmlformats.org/presentationml/2006/main">
  <p:tag name="NAME" val="Flow"/>
</p:tagLst>
</file>

<file path=ppt/tags/tag195.xml><?xml version="1.0" encoding="utf-8"?>
<p:tagLst xmlns:a="http://schemas.openxmlformats.org/drawingml/2006/main" xmlns:r="http://schemas.openxmlformats.org/officeDocument/2006/relationships" xmlns:p="http://schemas.openxmlformats.org/presentationml/2006/main">
  <p:tag name="NAME" val="SingleBoatShape"/>
</p:tagLst>
</file>

<file path=ppt/tags/tag196.xml><?xml version="1.0" encoding="utf-8"?>
<p:tagLst xmlns:a="http://schemas.openxmlformats.org/drawingml/2006/main" xmlns:r="http://schemas.openxmlformats.org/officeDocument/2006/relationships" xmlns:p="http://schemas.openxmlformats.org/presentationml/2006/main">
  <p:tag name="NAME" val="SingleBoatText"/>
</p:tagLst>
</file>

<file path=ppt/tags/tag197.xml><?xml version="1.0" encoding="utf-8"?>
<p:tagLst xmlns:a="http://schemas.openxmlformats.org/drawingml/2006/main" xmlns:r="http://schemas.openxmlformats.org/officeDocument/2006/relationships" xmlns:p="http://schemas.openxmlformats.org/presentationml/2006/main">
  <p:tag name="NAME" val="SingleBoatShape"/>
</p:tagLst>
</file>

<file path=ppt/tags/tag198.xml><?xml version="1.0" encoding="utf-8"?>
<p:tagLst xmlns:a="http://schemas.openxmlformats.org/drawingml/2006/main" xmlns:r="http://schemas.openxmlformats.org/officeDocument/2006/relationships" xmlns:p="http://schemas.openxmlformats.org/presentationml/2006/main">
  <p:tag name="NAME" val="SingleBoatText"/>
</p:tagLst>
</file>

<file path=ppt/tags/tag199.xml><?xml version="1.0" encoding="utf-8"?>
<p:tagLst xmlns:a="http://schemas.openxmlformats.org/drawingml/2006/main" xmlns:r="http://schemas.openxmlformats.org/officeDocument/2006/relationships" xmlns:p="http://schemas.openxmlformats.org/presentationml/2006/main">
  <p:tag name="NAME" val="SingleBoatShape"/>
</p:tagLst>
</file>

<file path=ppt/tags/tag200.xml><?xml version="1.0" encoding="utf-8"?>
<p:tagLst xmlns:a="http://schemas.openxmlformats.org/drawingml/2006/main" xmlns:r="http://schemas.openxmlformats.org/officeDocument/2006/relationships" xmlns:p="http://schemas.openxmlformats.org/presentationml/2006/main">
  <p:tag name="NAME" val="SingleBoatText"/>
</p:tagLst>
</file>

<file path=ppt/tags/tag201.xml><?xml version="1.0" encoding="utf-8"?>
<p:tagLst xmlns:a="http://schemas.openxmlformats.org/drawingml/2006/main" xmlns:r="http://schemas.openxmlformats.org/officeDocument/2006/relationships" xmlns:p="http://schemas.openxmlformats.org/presentationml/2006/main">
  <p:tag name="NAME" val="SingleBoatShape"/>
</p:tagLst>
</file>

<file path=ppt/tags/tag202.xml><?xml version="1.0" encoding="utf-8"?>
<p:tagLst xmlns:a="http://schemas.openxmlformats.org/drawingml/2006/main" xmlns:r="http://schemas.openxmlformats.org/officeDocument/2006/relationships" xmlns:p="http://schemas.openxmlformats.org/presentationml/2006/main">
  <p:tag name="NAME" val="SingleBoatText"/>
</p:tagLst>
</file>

<file path=ppt/tags/tag203.xml><?xml version="1.0" encoding="utf-8"?>
<p:tagLst xmlns:a="http://schemas.openxmlformats.org/drawingml/2006/main" xmlns:r="http://schemas.openxmlformats.org/officeDocument/2006/relationships" xmlns:p="http://schemas.openxmlformats.org/presentationml/2006/main">
  <p:tag name="NAME" val="SingleBoatShape"/>
</p:tagLst>
</file>

<file path=ppt/tags/tag204.xml><?xml version="1.0" encoding="utf-8"?>
<p:tagLst xmlns:a="http://schemas.openxmlformats.org/drawingml/2006/main" xmlns:r="http://schemas.openxmlformats.org/officeDocument/2006/relationships" xmlns:p="http://schemas.openxmlformats.org/presentationml/2006/main">
  <p:tag name="NAME" val="SingleBoatText"/>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MTNUMBER" val="0.557171829304272"/>
  <p:tag name="MTTABLE" val="HTitleDiv"/>
</p:tagLst>
</file>

<file path=ppt/tags/tag207.xml><?xml version="1.0" encoding="utf-8"?>
<p:tagLst xmlns:a="http://schemas.openxmlformats.org/drawingml/2006/main" xmlns:r="http://schemas.openxmlformats.org/officeDocument/2006/relationships" xmlns:p="http://schemas.openxmlformats.org/presentationml/2006/main">
  <p:tag name="SHAPENAME" val="5. Source"/>
</p:tagLst>
</file>

<file path=ppt/tags/tag208.xml><?xml version="1.0" encoding="utf-8"?>
<p:tagLst xmlns:a="http://schemas.openxmlformats.org/drawingml/2006/main" xmlns:r="http://schemas.openxmlformats.org/officeDocument/2006/relationships" xmlns:p="http://schemas.openxmlformats.org/presentationml/2006/main">
  <p:tag name="NAME" val="Flow"/>
</p:tagLst>
</file>

<file path=ppt/tags/tag209.xml><?xml version="1.0" encoding="utf-8"?>
<p:tagLst xmlns:a="http://schemas.openxmlformats.org/drawingml/2006/main" xmlns:r="http://schemas.openxmlformats.org/officeDocument/2006/relationships" xmlns:p="http://schemas.openxmlformats.org/presentationml/2006/main">
  <p:tag name="NAME" val="Flow"/>
</p:tagLst>
</file>

<file path=ppt/tags/tag210.xml><?xml version="1.0" encoding="utf-8"?>
<p:tagLst xmlns:a="http://schemas.openxmlformats.org/drawingml/2006/main" xmlns:r="http://schemas.openxmlformats.org/officeDocument/2006/relationships" xmlns:p="http://schemas.openxmlformats.org/presentationml/2006/main">
  <p:tag name="NAME" val="Flow"/>
</p:tagLst>
</file>

<file path=ppt/tags/tag211.xml><?xml version="1.0" encoding="utf-8"?>
<p:tagLst xmlns:a="http://schemas.openxmlformats.org/drawingml/2006/main" xmlns:r="http://schemas.openxmlformats.org/officeDocument/2006/relationships" xmlns:p="http://schemas.openxmlformats.org/presentationml/2006/main">
  <p:tag name="NAME" val="Flow"/>
</p:tagLst>
</file>

<file path=ppt/tags/tag212.xml><?xml version="1.0" encoding="utf-8"?>
<p:tagLst xmlns:a="http://schemas.openxmlformats.org/drawingml/2006/main" xmlns:r="http://schemas.openxmlformats.org/officeDocument/2006/relationships" xmlns:p="http://schemas.openxmlformats.org/presentationml/2006/main">
  <p:tag name="NAME" val="Flow"/>
</p:tagLst>
</file>

<file path=ppt/tags/tag213.xml><?xml version="1.0" encoding="utf-8"?>
<p:tagLst xmlns:a="http://schemas.openxmlformats.org/drawingml/2006/main" xmlns:r="http://schemas.openxmlformats.org/officeDocument/2006/relationships" xmlns:p="http://schemas.openxmlformats.org/presentationml/2006/main">
  <p:tag name="NAME" val="SingleBoatShape"/>
</p:tagLst>
</file>

<file path=ppt/tags/tag214.xml><?xml version="1.0" encoding="utf-8"?>
<p:tagLst xmlns:a="http://schemas.openxmlformats.org/drawingml/2006/main" xmlns:r="http://schemas.openxmlformats.org/officeDocument/2006/relationships" xmlns:p="http://schemas.openxmlformats.org/presentationml/2006/main">
  <p:tag name="NAME" val="SingleBoatText"/>
</p:tagLst>
</file>

<file path=ppt/tags/tag215.xml><?xml version="1.0" encoding="utf-8"?>
<p:tagLst xmlns:a="http://schemas.openxmlformats.org/drawingml/2006/main" xmlns:r="http://schemas.openxmlformats.org/officeDocument/2006/relationships" xmlns:p="http://schemas.openxmlformats.org/presentationml/2006/main">
  <p:tag name="NAME" val="SingleBoatShape"/>
</p:tagLst>
</file>

<file path=ppt/tags/tag216.xml><?xml version="1.0" encoding="utf-8"?>
<p:tagLst xmlns:a="http://schemas.openxmlformats.org/drawingml/2006/main" xmlns:r="http://schemas.openxmlformats.org/officeDocument/2006/relationships" xmlns:p="http://schemas.openxmlformats.org/presentationml/2006/main">
  <p:tag name="NAME" val="SingleBoatText"/>
</p:tagLst>
</file>

<file path=ppt/tags/tag217.xml><?xml version="1.0" encoding="utf-8"?>
<p:tagLst xmlns:a="http://schemas.openxmlformats.org/drawingml/2006/main" xmlns:r="http://schemas.openxmlformats.org/officeDocument/2006/relationships" xmlns:p="http://schemas.openxmlformats.org/presentationml/2006/main">
  <p:tag name="NAME" val="SingleBoatShape"/>
</p:tagLst>
</file>

<file path=ppt/tags/tag218.xml><?xml version="1.0" encoding="utf-8"?>
<p:tagLst xmlns:a="http://schemas.openxmlformats.org/drawingml/2006/main" xmlns:r="http://schemas.openxmlformats.org/officeDocument/2006/relationships" xmlns:p="http://schemas.openxmlformats.org/presentationml/2006/main">
  <p:tag name="NAME" val="SingleBoatText"/>
</p:tagLst>
</file>

<file path=ppt/tags/tag219.xml><?xml version="1.0" encoding="utf-8"?>
<p:tagLst xmlns:a="http://schemas.openxmlformats.org/drawingml/2006/main" xmlns:r="http://schemas.openxmlformats.org/officeDocument/2006/relationships" xmlns:p="http://schemas.openxmlformats.org/presentationml/2006/main">
  <p:tag name="NAME" val="SingleBoatShape"/>
</p:tagLst>
</file>

<file path=ppt/tags/tag220.xml><?xml version="1.0" encoding="utf-8"?>
<p:tagLst xmlns:a="http://schemas.openxmlformats.org/drawingml/2006/main" xmlns:r="http://schemas.openxmlformats.org/officeDocument/2006/relationships" xmlns:p="http://schemas.openxmlformats.org/presentationml/2006/main">
  <p:tag name="NAME" val="SingleBoatText"/>
</p:tagLst>
</file>

<file path=ppt/tags/tag221.xml><?xml version="1.0" encoding="utf-8"?>
<p:tagLst xmlns:a="http://schemas.openxmlformats.org/drawingml/2006/main" xmlns:r="http://schemas.openxmlformats.org/officeDocument/2006/relationships" xmlns:p="http://schemas.openxmlformats.org/presentationml/2006/main">
  <p:tag name="NAME" val="SingleBoatShape"/>
</p:tagLst>
</file>

<file path=ppt/tags/tag222.xml><?xml version="1.0" encoding="utf-8"?>
<p:tagLst xmlns:a="http://schemas.openxmlformats.org/drawingml/2006/main" xmlns:r="http://schemas.openxmlformats.org/officeDocument/2006/relationships" xmlns:p="http://schemas.openxmlformats.org/presentationml/2006/main">
  <p:tag name="NAME" val="SingleBoatText"/>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9_Takeda Slide Master">
  <a:themeElements>
    <a:clrScheme name="Takeda 2021">
      <a:dk1>
        <a:srgbClr val="34373F"/>
      </a:dk1>
      <a:lt1>
        <a:srgbClr val="FFFFFF"/>
      </a:lt1>
      <a:dk2>
        <a:srgbClr val="34373F"/>
      </a:dk2>
      <a:lt2>
        <a:srgbClr val="FFFFFF"/>
      </a:lt2>
      <a:accent1>
        <a:srgbClr val="E1242A"/>
      </a:accent1>
      <a:accent2>
        <a:srgbClr val="891515"/>
      </a:accent2>
      <a:accent3>
        <a:srgbClr val="34373F"/>
      </a:accent3>
      <a:accent4>
        <a:srgbClr val="A1A4AC"/>
      </a:accent4>
      <a:accent5>
        <a:srgbClr val="EDF2F4"/>
      </a:accent5>
      <a:accent6>
        <a:srgbClr val="FFFFFF"/>
      </a:accent6>
      <a:hlink>
        <a:srgbClr val="34373F"/>
      </a:hlink>
      <a:folHlink>
        <a:srgbClr val="34373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8575">
          <a:noFill/>
        </a:ln>
      </a:spPr>
      <a:bodyPr wrap="none" rtlCol="0" anchor="ctr"/>
      <a:lstStyle>
        <a:defPPr algn="ctr">
          <a:defRPr kumimoji="1" dirty="0"/>
        </a:defPPr>
      </a:lstStyle>
      <a:style>
        <a:lnRef idx="1">
          <a:schemeClr val="accent1"/>
        </a:lnRef>
        <a:fillRef idx="0">
          <a:schemeClr val="accent1"/>
        </a:fillRef>
        <a:effectRef idx="0">
          <a:schemeClr val="accent1"/>
        </a:effectRef>
        <a:fontRef idx="minor">
          <a:schemeClr val="tx1"/>
        </a:fontRef>
      </a:style>
    </a:spDef>
    <a:txDef>
      <a:spPr/>
      <a:bodyPr vert="horz" lIns="91440" tIns="45720" rIns="91440" bIns="45720" rtlCol="0" anchor="ctr">
        <a:noAutofit/>
      </a:bodyPr>
      <a:lstStyle>
        <a:defPPr algn="l">
          <a:defRPr sz="4200" dirty="0">
            <a:solidFill>
              <a:schemeClr val="tx1"/>
            </a:solidFill>
          </a:defRPr>
        </a:defPPr>
      </a:lstStyle>
    </a:txDef>
  </a:objectDefaults>
  <a:extraClrSchemeLst/>
  <a:extLst>
    <a:ext uri="{05A4C25C-085E-4340-85A3-A5531E510DB2}">
      <thm15:themeFamily xmlns:thm15="http://schemas.microsoft.com/office/thememl/2012/main" name="Presentation1" id="{CC671639-4675-498F-8406-CC38EFAC0128}" vid="{D2ECA16B-CEDF-4EB1-A5E5-09346E461B18}"/>
    </a:ext>
  </a:extLst>
</a:theme>
</file>

<file path=ppt/theme/theme2.xml><?xml version="1.0" encoding="utf-8"?>
<a:theme xmlns:a="http://schemas.openxmlformats.org/drawingml/2006/main" name="2_ZS PPT 16x9">
  <a:themeElements>
    <a:clrScheme name="ZS Colors_Updated">
      <a:dk1>
        <a:srgbClr val="000000"/>
      </a:dk1>
      <a:lt1>
        <a:srgbClr val="FFFFFF"/>
      </a:lt1>
      <a:dk2>
        <a:srgbClr val="75737D"/>
      </a:dk2>
      <a:lt2>
        <a:srgbClr val="EC7200"/>
      </a:lt2>
      <a:accent1>
        <a:srgbClr val="1A1628"/>
      </a:accent1>
      <a:accent2>
        <a:srgbClr val="EC7200"/>
      </a:accent2>
      <a:accent3>
        <a:srgbClr val="32A29B"/>
      </a:accent3>
      <a:accent4>
        <a:srgbClr val="EAC959"/>
      </a:accent4>
      <a:accent5>
        <a:srgbClr val="408CFF"/>
      </a:accent5>
      <a:accent6>
        <a:srgbClr val="7FD07D"/>
      </a:accent6>
      <a:hlink>
        <a:srgbClr val="1A1628"/>
      </a:hlink>
      <a:folHlink>
        <a:srgbClr val="EC72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a:solidFill>
            <a:schemeClr val="tx2"/>
          </a:solidFill>
        </a:ln>
      </a:spPr>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defPPr algn="ctr">
          <a:spcBef>
            <a:spcPts val="600"/>
          </a:spcBef>
          <a:spcAft>
            <a:spcPts val="0"/>
          </a:spcAft>
          <a:defRPr sz="18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2"/>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a:noFill/>
          <a:miter lim="800000"/>
        </a:ln>
      </a:spPr>
      <a:bodyPr wrap="none" lIns="0" tIns="0" rIns="0" bIns="0" rtlCol="0">
        <a:noAutofit/>
      </a:bodyPr>
      <a:lstStyle>
        <a:defPPr algn="l">
          <a:spcBef>
            <a:spcPts val="600"/>
          </a:spcBef>
          <a:spcAft>
            <a:spcPts val="0"/>
          </a:spcAft>
          <a:defRPr sz="1800" dirty="0" err="1" smtClean="0">
            <a:solidFill>
              <a:schemeClr val="accent1"/>
            </a:solidFill>
          </a:defRPr>
        </a:defPPr>
      </a:lstStyle>
    </a:txDef>
  </a:objectDefaults>
  <a:extraClrSchemeLst/>
  <a:custClrLst>
    <a:custClr name="Purple">
      <a:srgbClr val="8F5AFF"/>
    </a:custClr>
    <a:custClr name="80% Gray">
      <a:srgbClr val="474554"/>
    </a:custClr>
    <a:custClr name="60% Gray">
      <a:srgbClr val="75737D"/>
    </a:custClr>
    <a:custClr name="40% Gray">
      <a:srgbClr val="A3A1A8"/>
    </a:custClr>
    <a:custClr name="20% Gray">
      <a:srgbClr val="D1D0D4"/>
    </a:custClr>
    <a:custClr name="Light Gray">
      <a:srgbClr val="F4F3F3"/>
    </a:custClr>
  </a:custClrLst>
  <a:extLst>
    <a:ext uri="{05A4C25C-085E-4340-85A3-A5531E510DB2}">
      <thm15:themeFamily xmlns:thm15="http://schemas.microsoft.com/office/thememl/2012/main" name="ZS PPT 16x9" id="{381CC936-1B34-421B-8F96-66BFFF71570D}" vid="{71C604CA-E00E-4013-B23E-39763F48A078}"/>
    </a:ext>
  </a:extLst>
</a:theme>
</file>

<file path=ppt/theme/theme3.xml><?xml version="1.0" encoding="utf-8"?>
<a:theme xmlns:a="http://schemas.openxmlformats.org/drawingml/2006/main" name="6_Takeda Slide Master">
  <a:themeElements>
    <a:clrScheme name="Takeda 2021">
      <a:dk1>
        <a:srgbClr val="34373F"/>
      </a:dk1>
      <a:lt1>
        <a:srgbClr val="FFFFFF"/>
      </a:lt1>
      <a:dk2>
        <a:srgbClr val="34373F"/>
      </a:dk2>
      <a:lt2>
        <a:srgbClr val="FFFFFF"/>
      </a:lt2>
      <a:accent1>
        <a:srgbClr val="E1242A"/>
      </a:accent1>
      <a:accent2>
        <a:srgbClr val="891515"/>
      </a:accent2>
      <a:accent3>
        <a:srgbClr val="34373F"/>
      </a:accent3>
      <a:accent4>
        <a:srgbClr val="A1A4AC"/>
      </a:accent4>
      <a:accent5>
        <a:srgbClr val="EDF2F4"/>
      </a:accent5>
      <a:accent6>
        <a:srgbClr val="FFFFFF"/>
      </a:accent6>
      <a:hlink>
        <a:srgbClr val="34373F"/>
      </a:hlink>
      <a:folHlink>
        <a:srgbClr val="34373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lumMod val="95000"/>
          </a:schemeClr>
        </a:solidFill>
        <a:ln w="28575">
          <a:noFill/>
        </a:ln>
      </a:spPr>
      <a:bodyPr wrap="none" rtlCol="0" anchor="ctr"/>
      <a:lstStyle>
        <a:defPPr algn="ctr">
          <a:defRPr kumimoji="1" dirty="0"/>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Presentation1" id="{CC671639-4675-498F-8406-CC38EFAC0128}" vid="{D2ECA16B-CEDF-4EB1-A5E5-09346E461B18}"/>
    </a:ext>
  </a:extLst>
</a:theme>
</file>

<file path=ppt/theme/theme4.xml><?xml version="1.0" encoding="utf-8"?>
<a:theme xmlns:a="http://schemas.openxmlformats.org/drawingml/2006/main" name="7_Takeda Slide Master">
  <a:themeElements>
    <a:clrScheme name="Takeda 2021">
      <a:dk1>
        <a:srgbClr val="34373F"/>
      </a:dk1>
      <a:lt1>
        <a:srgbClr val="FFFFFF"/>
      </a:lt1>
      <a:dk2>
        <a:srgbClr val="34373F"/>
      </a:dk2>
      <a:lt2>
        <a:srgbClr val="FFFFFF"/>
      </a:lt2>
      <a:accent1>
        <a:srgbClr val="E1242A"/>
      </a:accent1>
      <a:accent2>
        <a:srgbClr val="891515"/>
      </a:accent2>
      <a:accent3>
        <a:srgbClr val="34373F"/>
      </a:accent3>
      <a:accent4>
        <a:srgbClr val="A1A4AC"/>
      </a:accent4>
      <a:accent5>
        <a:srgbClr val="EDF2F4"/>
      </a:accent5>
      <a:accent6>
        <a:srgbClr val="FFFFFF"/>
      </a:accent6>
      <a:hlink>
        <a:srgbClr val="34373F"/>
      </a:hlink>
      <a:folHlink>
        <a:srgbClr val="34373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8575">
          <a:noFill/>
        </a:ln>
      </a:spPr>
      <a:bodyPr wrap="none" rtlCol="0" anchor="ctr"/>
      <a:lstStyle>
        <a:defPPr algn="ctr">
          <a:defRPr kumimoji="1" dirty="0"/>
        </a:defPPr>
      </a:lstStyle>
      <a:style>
        <a:lnRef idx="1">
          <a:schemeClr val="accent1"/>
        </a:lnRef>
        <a:fillRef idx="0">
          <a:schemeClr val="accent1"/>
        </a:fillRef>
        <a:effectRef idx="0">
          <a:schemeClr val="accent1"/>
        </a:effectRef>
        <a:fontRef idx="minor">
          <a:schemeClr val="tx1"/>
        </a:fontRef>
      </a:style>
    </a:spDef>
    <a:txDef>
      <a:spPr/>
      <a:bodyPr vert="horz" lIns="91440" tIns="45720" rIns="91440" bIns="45720" rtlCol="0" anchor="ctr">
        <a:noAutofit/>
      </a:bodyPr>
      <a:lstStyle>
        <a:defPPr algn="l">
          <a:defRPr sz="4200" dirty="0">
            <a:solidFill>
              <a:schemeClr val="tx1"/>
            </a:solidFill>
          </a:defRPr>
        </a:defPPr>
      </a:lstStyle>
    </a:txDef>
  </a:objectDefaults>
  <a:extraClrSchemeLst/>
  <a:extLst>
    <a:ext uri="{05A4C25C-085E-4340-85A3-A5531E510DB2}">
      <thm15:themeFamily xmlns:thm15="http://schemas.microsoft.com/office/thememl/2012/main" name="Presentation1" id="{CC671639-4675-498F-8406-CC38EFAC0128}" vid="{D2ECA16B-CEDF-4EB1-A5E5-09346E461B18}"/>
    </a:ext>
  </a:extLst>
</a:theme>
</file>

<file path=ppt/theme/theme5.xml><?xml version="1.0" encoding="utf-8"?>
<a:theme xmlns:a="http://schemas.openxmlformats.org/drawingml/2006/main" name="3_Takeda Slide Master">
  <a:themeElements>
    <a:clrScheme name="Takeda 2021">
      <a:dk1>
        <a:srgbClr val="34373F"/>
      </a:dk1>
      <a:lt1>
        <a:srgbClr val="FFFFFF"/>
      </a:lt1>
      <a:dk2>
        <a:srgbClr val="34373F"/>
      </a:dk2>
      <a:lt2>
        <a:srgbClr val="FFFFFF"/>
      </a:lt2>
      <a:accent1>
        <a:srgbClr val="E1242A"/>
      </a:accent1>
      <a:accent2>
        <a:srgbClr val="891515"/>
      </a:accent2>
      <a:accent3>
        <a:srgbClr val="34373F"/>
      </a:accent3>
      <a:accent4>
        <a:srgbClr val="A1A4AC"/>
      </a:accent4>
      <a:accent5>
        <a:srgbClr val="EDF2F4"/>
      </a:accent5>
      <a:accent6>
        <a:srgbClr val="FFFFFF"/>
      </a:accent6>
      <a:hlink>
        <a:srgbClr val="34373F"/>
      </a:hlink>
      <a:folHlink>
        <a:srgbClr val="34373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lumMod val="95000"/>
          </a:schemeClr>
        </a:solidFill>
        <a:ln w="28575">
          <a:noFill/>
        </a:ln>
      </a:spPr>
      <a:bodyPr wrap="none" rtlCol="0" anchor="ctr"/>
      <a:lstStyle>
        <a:defPPr algn="ctr">
          <a:defRPr kumimoji="1" dirty="0"/>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Presentation1" id="{CC671639-4675-498F-8406-CC38EFAC0128}" vid="{D2ECA16B-CEDF-4EB1-A5E5-09346E461B18}"/>
    </a:ext>
  </a:extLst>
</a:theme>
</file>

<file path=ppt/theme/theme6.xml><?xml version="1.0" encoding="utf-8"?>
<a:theme xmlns:a="http://schemas.openxmlformats.org/drawingml/2006/main" name="Takeda Slide Master">
  <a:themeElements>
    <a:clrScheme name="Takeda 2021">
      <a:dk1>
        <a:srgbClr val="34373F"/>
      </a:dk1>
      <a:lt1>
        <a:srgbClr val="FFFFFF"/>
      </a:lt1>
      <a:dk2>
        <a:srgbClr val="34373F"/>
      </a:dk2>
      <a:lt2>
        <a:srgbClr val="FFFFFF"/>
      </a:lt2>
      <a:accent1>
        <a:srgbClr val="E1242A"/>
      </a:accent1>
      <a:accent2>
        <a:srgbClr val="891515"/>
      </a:accent2>
      <a:accent3>
        <a:srgbClr val="34373F"/>
      </a:accent3>
      <a:accent4>
        <a:srgbClr val="A1A4AC"/>
      </a:accent4>
      <a:accent5>
        <a:srgbClr val="EDF2F4"/>
      </a:accent5>
      <a:accent6>
        <a:srgbClr val="FFFFFF"/>
      </a:accent6>
      <a:hlink>
        <a:srgbClr val="34373F"/>
      </a:hlink>
      <a:folHlink>
        <a:srgbClr val="34373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8575">
          <a:noFill/>
        </a:ln>
      </a:spPr>
      <a:bodyPr wrap="none" rtlCol="0" anchor="ctr"/>
      <a:lstStyle>
        <a:defPPr algn="ctr">
          <a:defRPr kumimoji="1" dirty="0"/>
        </a:defPPr>
      </a:lstStyle>
      <a:style>
        <a:lnRef idx="1">
          <a:schemeClr val="accent1"/>
        </a:lnRef>
        <a:fillRef idx="0">
          <a:schemeClr val="accent1"/>
        </a:fillRef>
        <a:effectRef idx="0">
          <a:schemeClr val="accent1"/>
        </a:effectRef>
        <a:fontRef idx="minor">
          <a:schemeClr val="tx1"/>
        </a:fontRef>
      </a:style>
    </a:spDef>
    <a:txDef>
      <a:spPr/>
      <a:bodyPr vert="horz" lIns="91440" tIns="45720" rIns="91440" bIns="45720" rtlCol="0" anchor="ctr">
        <a:noAutofit/>
      </a:bodyPr>
      <a:lstStyle>
        <a:defPPr algn="l">
          <a:defRPr sz="4200" dirty="0">
            <a:solidFill>
              <a:schemeClr val="tx1"/>
            </a:solidFill>
          </a:defRPr>
        </a:defPPr>
      </a:lstStyle>
    </a:txDef>
  </a:objectDefaults>
  <a:extraClrSchemeLst/>
  <a:extLst>
    <a:ext uri="{05A4C25C-085E-4340-85A3-A5531E510DB2}">
      <thm15:themeFamily xmlns:thm15="http://schemas.microsoft.com/office/thememl/2012/main" name="Presentation1" id="{CC671639-4675-498F-8406-CC38EFAC0128}" vid="{D2ECA16B-CEDF-4EB1-A5E5-09346E461B18}"/>
    </a:ext>
  </a:extLst>
</a:theme>
</file>

<file path=ppt/theme/theme7.xml><?xml version="1.0" encoding="utf-8"?>
<a:theme xmlns:a="http://schemas.openxmlformats.org/drawingml/2006/main" name="4_White">
  <a:themeElements>
    <a:clrScheme name="Scheme1">
      <a:dk1>
        <a:srgbClr val="4C4948"/>
      </a:dk1>
      <a:lt1>
        <a:srgbClr val="FFFFFF"/>
      </a:lt1>
      <a:dk2>
        <a:srgbClr val="FFFFFF"/>
      </a:dk2>
      <a:lt2>
        <a:srgbClr val="FFFFFF"/>
      </a:lt2>
      <a:accent1>
        <a:srgbClr val="EE1100"/>
      </a:accent1>
      <a:accent2>
        <a:srgbClr val="4C4948"/>
      </a:accent2>
      <a:accent3>
        <a:srgbClr val="898989"/>
      </a:accent3>
      <a:accent4>
        <a:srgbClr val="7030A0"/>
      </a:accent4>
      <a:accent5>
        <a:srgbClr val="009DAD"/>
      </a:accent5>
      <a:accent6>
        <a:srgbClr val="C60070"/>
      </a:accent6>
      <a:hlink>
        <a:srgbClr val="0000FF"/>
      </a:hlink>
      <a:folHlink>
        <a:srgbClr val="800080"/>
      </a:folHlink>
    </a:clrScheme>
    <a:fontScheme name="Custom">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1">
        <a:dk1>
          <a:srgbClr val="4C4948"/>
        </a:dk1>
        <a:lt1>
          <a:srgbClr val="FFFFFF"/>
        </a:lt1>
        <a:dk2>
          <a:srgbClr val="FFFFFF"/>
        </a:dk2>
        <a:lt2>
          <a:srgbClr val="FFFFFF"/>
        </a:lt2>
        <a:accent1>
          <a:srgbClr val="EE1100"/>
        </a:accent1>
        <a:accent2>
          <a:srgbClr val="4C4948"/>
        </a:accent2>
        <a:accent3>
          <a:srgbClr val="898989"/>
        </a:accent3>
        <a:accent4>
          <a:srgbClr val="7030A0"/>
        </a:accent4>
        <a:accent5>
          <a:srgbClr val="009DAD"/>
        </a:accent5>
        <a:accent6>
          <a:srgbClr val="C60070"/>
        </a:accent6>
        <a:hlink>
          <a:srgbClr val="0000FF"/>
        </a:hlink>
        <a:folHlink>
          <a:srgbClr val="800080"/>
        </a:folHlink>
      </a:clrScheme>
    </a:extraClrScheme>
  </a:extraClrSchemeLst>
  <a:custClrLst>
    <a:custClr name="Dark Gray">
      <a:srgbClr val="4D4D4D"/>
    </a:custClr>
    <a:custClr name="Mid Gray">
      <a:srgbClr val="7F7F7F"/>
    </a:custClr>
    <a:custClr name="Light Gray">
      <a:srgbClr val="B3B3B3"/>
    </a:custClr>
    <a:custClr name="Super Light Gray">
      <a:srgbClr val="D0D0D0"/>
    </a:custClr>
    <a:custClr name="Pale Gray">
      <a:srgbClr val="E6E6E6"/>
    </a:custClr>
  </a:custClrLst>
  <a:extLst>
    <a:ext uri="{05A4C25C-085E-4340-85A3-A5531E510DB2}">
      <thm15:themeFamily xmlns:thm15="http://schemas.microsoft.com/office/thememl/2012/main" name="Template.potx" id="{EC50C6B1-28CC-4030-A116-1985D82A786E}" vid="{13AD7CBD-F6A5-4016-87E1-118242D2B3A9}"/>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Stallergenes Greer NEW colours">
    <a:dk1>
      <a:srgbClr val="363636"/>
    </a:dk1>
    <a:lt1>
      <a:sysClr val="window" lastClr="FFFFFF"/>
    </a:lt1>
    <a:dk2>
      <a:srgbClr val="0069AA"/>
    </a:dk2>
    <a:lt2>
      <a:srgbClr val="E1001A"/>
    </a:lt2>
    <a:accent1>
      <a:srgbClr val="9BCBEB"/>
    </a:accent1>
    <a:accent2>
      <a:srgbClr val="49B6D4"/>
    </a:accent2>
    <a:accent3>
      <a:srgbClr val="CBD34B"/>
    </a:accent3>
    <a:accent4>
      <a:srgbClr val="90AF48"/>
    </a:accent4>
    <a:accent5>
      <a:srgbClr val="FFB549"/>
    </a:accent5>
    <a:accent6>
      <a:srgbClr val="EE7234"/>
    </a:accent6>
    <a:hlink>
      <a:srgbClr val="0069AA"/>
    </a:hlink>
    <a:folHlink>
      <a:srgbClr val="777777"/>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Stallergenes Greer NEW colours">
    <a:dk1>
      <a:srgbClr val="363636"/>
    </a:dk1>
    <a:lt1>
      <a:sysClr val="window" lastClr="FFFFFF"/>
    </a:lt1>
    <a:dk2>
      <a:srgbClr val="0069AA"/>
    </a:dk2>
    <a:lt2>
      <a:srgbClr val="E1001A"/>
    </a:lt2>
    <a:accent1>
      <a:srgbClr val="9BCBEB"/>
    </a:accent1>
    <a:accent2>
      <a:srgbClr val="49B6D4"/>
    </a:accent2>
    <a:accent3>
      <a:srgbClr val="CBD34B"/>
    </a:accent3>
    <a:accent4>
      <a:srgbClr val="90AF48"/>
    </a:accent4>
    <a:accent5>
      <a:srgbClr val="FFB549"/>
    </a:accent5>
    <a:accent6>
      <a:srgbClr val="EE7234"/>
    </a:accent6>
    <a:hlink>
      <a:srgbClr val="0069AA"/>
    </a:hlink>
    <a:folHlink>
      <a:srgbClr val="777777"/>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PMR">
    <a:dk1>
      <a:srgbClr val="4C4948"/>
    </a:dk1>
    <a:lt1>
      <a:srgbClr val="FFFFFF"/>
    </a:lt1>
    <a:dk2>
      <a:srgbClr val="FFCBCB"/>
    </a:dk2>
    <a:lt2>
      <a:srgbClr val="000000"/>
    </a:lt2>
    <a:accent1>
      <a:srgbClr val="FF0000"/>
    </a:accent1>
    <a:accent2>
      <a:srgbClr val="FECF5A"/>
    </a:accent2>
    <a:accent3>
      <a:srgbClr val="FFFF00"/>
    </a:accent3>
    <a:accent4>
      <a:srgbClr val="00B050"/>
    </a:accent4>
    <a:accent5>
      <a:srgbClr val="0070C0"/>
    </a:accent5>
    <a:accent6>
      <a:srgbClr val="7030A0"/>
    </a:accent6>
    <a:hlink>
      <a:srgbClr val="95908F"/>
    </a:hlink>
    <a:folHlink>
      <a:srgbClr val="6C6F6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PMR">
    <a:dk1>
      <a:srgbClr val="4C4948"/>
    </a:dk1>
    <a:lt1>
      <a:srgbClr val="FFFFFF"/>
    </a:lt1>
    <a:dk2>
      <a:srgbClr val="FFCBCB"/>
    </a:dk2>
    <a:lt2>
      <a:srgbClr val="000000"/>
    </a:lt2>
    <a:accent1>
      <a:srgbClr val="FF0000"/>
    </a:accent1>
    <a:accent2>
      <a:srgbClr val="FECF5A"/>
    </a:accent2>
    <a:accent3>
      <a:srgbClr val="FFFF00"/>
    </a:accent3>
    <a:accent4>
      <a:srgbClr val="00B050"/>
    </a:accent4>
    <a:accent5>
      <a:srgbClr val="0070C0"/>
    </a:accent5>
    <a:accent6>
      <a:srgbClr val="7030A0"/>
    </a:accent6>
    <a:hlink>
      <a:srgbClr val="95908F"/>
    </a:hlink>
    <a:folHlink>
      <a:srgbClr val="6C6F6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PMR">
    <a:dk1>
      <a:srgbClr val="4C4948"/>
    </a:dk1>
    <a:lt1>
      <a:srgbClr val="FFFFFF"/>
    </a:lt1>
    <a:dk2>
      <a:srgbClr val="FFCBCB"/>
    </a:dk2>
    <a:lt2>
      <a:srgbClr val="000000"/>
    </a:lt2>
    <a:accent1>
      <a:srgbClr val="FF0000"/>
    </a:accent1>
    <a:accent2>
      <a:srgbClr val="FECF5A"/>
    </a:accent2>
    <a:accent3>
      <a:srgbClr val="FFFF00"/>
    </a:accent3>
    <a:accent4>
      <a:srgbClr val="00B050"/>
    </a:accent4>
    <a:accent5>
      <a:srgbClr val="0070C0"/>
    </a:accent5>
    <a:accent6>
      <a:srgbClr val="7030A0"/>
    </a:accent6>
    <a:hlink>
      <a:srgbClr val="95908F"/>
    </a:hlink>
    <a:folHlink>
      <a:srgbClr val="6C6F6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PMR">
    <a:dk1>
      <a:srgbClr val="4C4948"/>
    </a:dk1>
    <a:lt1>
      <a:srgbClr val="FFFFFF"/>
    </a:lt1>
    <a:dk2>
      <a:srgbClr val="FFCBCB"/>
    </a:dk2>
    <a:lt2>
      <a:srgbClr val="000000"/>
    </a:lt2>
    <a:accent1>
      <a:srgbClr val="FF0000"/>
    </a:accent1>
    <a:accent2>
      <a:srgbClr val="FECF5A"/>
    </a:accent2>
    <a:accent3>
      <a:srgbClr val="FFFF00"/>
    </a:accent3>
    <a:accent4>
      <a:srgbClr val="00B050"/>
    </a:accent4>
    <a:accent5>
      <a:srgbClr val="0070C0"/>
    </a:accent5>
    <a:accent6>
      <a:srgbClr val="7030A0"/>
    </a:accent6>
    <a:hlink>
      <a:srgbClr val="95908F"/>
    </a:hlink>
    <a:folHlink>
      <a:srgbClr val="6C6F6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A6617C1-AF55-4147-8F96-54F5485A8424}">
  <we:reference id="bc854cf1-a8f8-4108-bb0c-7ead9d48d8ad" version="1.0.0.0"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2C6B555AB0AD74C93561670434837E9" ma:contentTypeVersion="3" ma:contentTypeDescription="Create a new document." ma:contentTypeScope="" ma:versionID="a6f9147d2bf0696d1c6ef7cdcccfb18f">
  <xsd:schema xmlns:xsd="http://www.w3.org/2001/XMLSchema" xmlns:xs="http://www.w3.org/2001/XMLSchema" xmlns:p="http://schemas.microsoft.com/office/2006/metadata/properties" xmlns:ns2="89c8bb15-9f2e-48b9-988f-46fafc446b57" targetNamespace="http://schemas.microsoft.com/office/2006/metadata/properties" ma:root="true" ma:fieldsID="9306f9ad5470d902137cf39cd420342c" ns2:_="">
    <xsd:import namespace="89c8bb15-9f2e-48b9-988f-46fafc446b5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c8bb15-9f2e-48b9-988f-46fafc446b5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AA2A633-BEDB-4682-B5C8-D00498C671B8}">
  <ds:schemaRefs>
    <ds:schemaRef ds:uri="http://schemas.microsoft.com/sharepoint/v3/contenttype/forms"/>
  </ds:schemaRefs>
</ds:datastoreItem>
</file>

<file path=customXml/itemProps2.xml><?xml version="1.0" encoding="utf-8"?>
<ds:datastoreItem xmlns:ds="http://schemas.openxmlformats.org/officeDocument/2006/customXml" ds:itemID="{81E915C9-1E00-4A32-9983-BFA71A27D7E3}">
  <ds:schemaRefs>
    <ds:schemaRef ds:uri="89c8bb15-9f2e-48b9-988f-46fafc446b5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98C4A1E-9780-4922-BA91-9A0B436C0098}">
  <ds:schemaRefs>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89c8bb15-9f2e-48b9-988f-46fafc446b57"/>
    <ds:schemaRef ds:uri="http://www.w3.org/XML/1998/namespace"/>
  </ds:schemaRefs>
</ds:datastoreItem>
</file>

<file path=docMetadata/LabelInfo.xml><?xml version="1.0" encoding="utf-8"?>
<clbl:labelList xmlns:clbl="http://schemas.microsoft.com/office/2020/mipLabelMetadata">
  <clbl:label id="{7ffb99db-04b0-4879-8e73-d3174e57b086}" enabled="1" method="Standard" siteId="{ec3c7dee-d552-494b-a393-7f941a90b985}" removed="0"/>
</clbl:labelList>
</file>

<file path=docProps/app.xml><?xml version="1.0" encoding="utf-8"?>
<Properties xmlns="http://schemas.openxmlformats.org/officeDocument/2006/extended-properties" xmlns:vt="http://schemas.openxmlformats.org/officeDocument/2006/docPropsVTypes">
  <TotalTime>0</TotalTime>
  <Words>30195</Words>
  <Application>Microsoft Office PowerPoint</Application>
  <PresentationFormat>Widescreen</PresentationFormat>
  <Paragraphs>4284</Paragraphs>
  <Slides>105</Slides>
  <Notes>90</Notes>
  <HiddenSlides>3</HiddenSlides>
  <MMClips>0</MMClips>
  <ScaleCrop>false</ScaleCrop>
  <HeadingPairs>
    <vt:vector size="8" baseType="variant">
      <vt:variant>
        <vt:lpstr>Fonts Used</vt:lpstr>
      </vt:variant>
      <vt:variant>
        <vt:i4>15</vt:i4>
      </vt:variant>
      <vt:variant>
        <vt:lpstr>Theme</vt:lpstr>
      </vt:variant>
      <vt:variant>
        <vt:i4>7</vt:i4>
      </vt:variant>
      <vt:variant>
        <vt:lpstr>Embedded OLE Servers</vt:lpstr>
      </vt:variant>
      <vt:variant>
        <vt:i4>1</vt:i4>
      </vt:variant>
      <vt:variant>
        <vt:lpstr>Slide Titles</vt:lpstr>
      </vt:variant>
      <vt:variant>
        <vt:i4>105</vt:i4>
      </vt:variant>
    </vt:vector>
  </HeadingPairs>
  <TitlesOfParts>
    <vt:vector size="128" baseType="lpstr">
      <vt:lpstr>メイリオ</vt:lpstr>
      <vt:lpstr>-apple-system</vt:lpstr>
      <vt:lpstr>Aptos</vt:lpstr>
      <vt:lpstr>Aptos Narrow</vt:lpstr>
      <vt:lpstr>Arial</vt:lpstr>
      <vt:lpstr>Arial Black</vt:lpstr>
      <vt:lpstr>Calibri</vt:lpstr>
      <vt:lpstr>Courier New</vt:lpstr>
      <vt:lpstr>Georgia</vt:lpstr>
      <vt:lpstr>Open Sans</vt:lpstr>
      <vt:lpstr>Segoe UI</vt:lpstr>
      <vt:lpstr>Times New Roman</vt:lpstr>
      <vt:lpstr>Verdana</vt:lpstr>
      <vt:lpstr>Wingdings</vt:lpstr>
      <vt:lpstr>Wingdings 2</vt:lpstr>
      <vt:lpstr>9_Takeda Slide Master</vt:lpstr>
      <vt:lpstr>2_ZS PPT 16x9</vt:lpstr>
      <vt:lpstr>6_Takeda Slide Master</vt:lpstr>
      <vt:lpstr>7_Takeda Slide Master</vt:lpstr>
      <vt:lpstr>3_Takeda Slide Master</vt:lpstr>
      <vt:lpstr>Takeda Slide Master</vt:lpstr>
      <vt:lpstr>4_White</vt:lpstr>
      <vt:lpstr>think-cell Slide</vt:lpstr>
      <vt:lpstr>ENTYVIO FACT   BOOK</vt:lpstr>
      <vt:lpstr>Table of contents</vt:lpstr>
      <vt:lpstr>PowerPoint Presentation</vt:lpstr>
      <vt:lpstr>Executive Summary</vt:lpstr>
      <vt:lpstr>Ulcerative colitis and Crohn’s disease are both driven by immune dysregulation, but differentiated by disease location and tissue involvement</vt:lpstr>
      <vt:lpstr>UC and CD are prevalent and growing slowly; both are more common in white populations and most often diagnosed between ages 20-29</vt:lpstr>
      <vt:lpstr>UC and CD largely follow a similar patient journey, with differences in symptom duration, acute care and willingness to initiate advanced therapy</vt:lpstr>
      <vt:lpstr>Pediatric journey is caregiver-led and coordinated across specialists to balance disease control, ongoing management, and a smooth transition to adulthood</vt:lpstr>
      <vt:lpstr>TBD</vt:lpstr>
      <vt:lpstr>PowerPoint Presentation</vt:lpstr>
      <vt:lpstr>Executive Summary</vt:lpstr>
      <vt:lpstr>Entyvio’s approval in UC and CD are supported by robust clinical evidence and a differentiated, gut-selective profile across indications</vt:lpstr>
      <vt:lpstr>Intravenous and subcutaneous options enabling administration in varied care settings to accommodate patient needs</vt:lpstr>
      <vt:lpstr>Entyvio is expanding evidence into new populations, including pediatrics, and exploring combination therapies to strengthen clinical utility</vt:lpstr>
      <vt:lpstr>Entyvio MyWay</vt:lpstr>
      <vt:lpstr>PowerPoint Presentation</vt:lpstr>
      <vt:lpstr>Executive Summary</vt:lpstr>
      <vt:lpstr>There’s a broad overlap of IBD therapies across UC and CD, with limited products available in both IV and SC formulations</vt:lpstr>
      <vt:lpstr>Despite broad approvals in UC and CD, real‑world use and preferences vary across products, differentiated by product and patient attributes</vt:lpstr>
      <vt:lpstr>Entyvio is expected to remain the UC market leader through 2030, while Rinvoq emerges as the strongest growth challenger</vt:lpstr>
      <vt:lpstr>Entyvio’s share in CD is expected to slowly decline as IL-23s and oral small molecules reshape the advanced therapy market</vt:lpstr>
      <vt:lpstr>Entyvio IV induction is among the more cost-efficient entry options in IBD, with a relatively low annual cost and balanced WAC-to-ASP spread</vt:lpstr>
      <vt:lpstr>Phase III pipeline assets are spread across mechanisms and sponsors with a focus on oral options and anti-fibrotic potential </vt:lpstr>
      <vt:lpstr>Phase II development in UC and CD remains highly active, reflecting robust mid‑stage momentum</vt:lpstr>
      <vt:lpstr>Vedo Biosimilars </vt:lpstr>
      <vt:lpstr>Combination advanced therapy use is uncommon, though HCPs expect it to increase modestly in future as combo trials read 2L+ CD</vt:lpstr>
      <vt:lpstr>The pediatric IBD basket is set to expand by 2027, with broader therapeutic choice in UC and CD</vt:lpstr>
      <vt:lpstr>Multiple UC treatments expected to gain pediatric approval are projected to each see slight increases in peak preference share among AT</vt:lpstr>
      <vt:lpstr>Anticipated pediatric approvals for Entyvio and Stelara will contribute to a modest increase in peak preference share in CD</vt:lpstr>
      <vt:lpstr>PowerPoint Presentation</vt:lpstr>
      <vt:lpstr>Executive Summary</vt:lpstr>
      <vt:lpstr>Entyvio maintains leadership in IBD largely due to its established safety and efficacy, while Skyrizi, Rinvoq and Tremfaya continue to gain traction</vt:lpstr>
      <vt:lpstr>Entyvio sustains strong UC leadership, differentiated by established safety and efficacy, as Skyrizi uptake rises and Humira and Remicade decline</vt:lpstr>
      <vt:lpstr>Skyrizi leads the CD branded market, while Entyvio holds a stable presence</vt:lpstr>
      <vt:lpstr>Entyvio continues to hold a strong position in UC, differentiated by H2H trial data, while bio-naïve new patient shares in CD are increasingly favoring Skyrizi</vt:lpstr>
      <vt:lpstr>Skyrizi continues to lead 2L+ switching across UC and CD, while Tremfya shows a meaningful uptick as an emerging alternative</vt:lpstr>
      <vt:lpstr>PEN Performance </vt:lpstr>
      <vt:lpstr>PowerPoint Presentation</vt:lpstr>
      <vt:lpstr>HCPs see Entyvio as a trusted UC therapy, led by safety and familiarity but tempered by pen access and convenience hurdles</vt:lpstr>
      <vt:lpstr>HCPs increasingly favor IL‑23s in CD, driven primarily by perceptions of an appealing efficacy/safety profile </vt:lpstr>
      <vt:lpstr>Entyvio and Skyrizi show the highest persistency among UC patients, while Entyvio and Infliximab (incl. biosimilars) lead persistency among CD patient </vt:lpstr>
      <vt:lpstr>Awareness/ KPIs</vt:lpstr>
      <vt:lpstr>Impact of promotional activity for Entyvio has risen in FY25 compared to FY24, due to increased competitive pressure and targeting efficiencies</vt:lpstr>
      <vt:lpstr>Expanded channels, increased competition, and improved targeting drove promotional impact to 52%, with DTC contributing significantly</vt:lpstr>
      <vt:lpstr>While Entyvio brand recognition among patients exceeds GI Norms, it does not win through any single channel when compared with Competitors</vt:lpstr>
      <vt:lpstr>PowerPoint Presentation</vt:lpstr>
      <vt:lpstr>Executive Summary</vt:lpstr>
      <vt:lpstr>Entyvio’s 2026 strategy centers on first‑line leadership in UC, early use in CD, and growth through Pen adoption and improved access</vt:lpstr>
      <vt:lpstr>The U Campaign establishes a single, consistent cross-audience brand system for Entyvio, with a selective focus on “gut”</vt:lpstr>
      <vt:lpstr>There are four distinct HCP segments defined by IBD patient volume and Entyvio use patterns</vt:lpstr>
      <vt:lpstr>HCP segments outline distinct prescribing behaviors and confidence levels toward Entyvio across UC and CD</vt:lpstr>
      <vt:lpstr>High UC/High CD HCPs are heaviest prescribers of IBD advanced therapy and Entyvio, with Entyvio Pen adoption is highest among this segment</vt:lpstr>
      <vt:lpstr>IBD patient segments reveal distinct behavioral and attitudinal profiles, from proactive prescription believers to surgery-averse, self-managing patients</vt:lpstr>
      <vt:lpstr>Accelerating advanced therapy use will require shifting stakeholders from step-up thinking to earlier treat-to-target intervention</vt:lpstr>
      <vt:lpstr>Entyvio’s path to 1L leadership hinges on deepening UC share and building confidence in earlier advanced therapy use for Crohn’s</vt:lpstr>
      <vt:lpstr>Entyvio plans to accelerate Pen adoption through coordinated patient education, HCP engagement, and strengthened access and support pathways</vt:lpstr>
      <vt:lpstr>Improving Entyvio access will require a cross-functional effort to simplify onboarding and strengthen provider and patient support</vt:lpstr>
      <vt:lpstr>Entyvio IV benefits from high coverage, while Entyvio Pen shows more variable and constrained access</vt:lpstr>
      <vt:lpstr>Within the pharmacy benefit, Entyvio Pen has strong commercial coverage, but remains underpenetrated in Medicare</vt:lpstr>
      <vt:lpstr>Entyvio Pen sees lower shares of approval rates than Entyvio IV within their product class</vt:lpstr>
      <vt:lpstr>Denial drivers vary significantly by brand and by payer, suggesting no single access barrier across the market</vt:lpstr>
      <vt:lpstr>Entyvio, supported by a 225-rep sales force, is competing strongly against leading players in the market</vt:lpstr>
      <vt:lpstr>For UC, Entyvio rep conversations skew towards admin, safety &amp; gut-focused MoA, while efficacy messages show higher impact</vt:lpstr>
      <vt:lpstr>For CD, conversations skew towards admin, safety &amp; gut-focused MoA, with lower discussion of high-impact efficacy messages</vt:lpstr>
      <vt:lpstr>PowerPoint Presentation</vt:lpstr>
      <vt:lpstr>UC-IV: Primary drop-offs around AT initiation, Entyvio preference, and long-term persistence; with varying degrees of ability to impact</vt:lpstr>
      <vt:lpstr>UC-Pen: Primary drop-offs around AT initiation, Entyvio preference, and long-term persistence; with varying degrees of ability to impact</vt:lpstr>
      <vt:lpstr>CD-IV: Primary drop-offs around AT initiation, Entyvio preference, and long-term persistence; with varying degrees of ability to impact</vt:lpstr>
      <vt:lpstr>CD-Pen: Primary drop-offs around AT initiation, Entyvio preference, and long-term persistence; with varying degrees of ability to impact</vt:lpstr>
      <vt:lpstr>Ulcerative colitis presents with earlier, fluctuating symptoms, while Crohn’s disease is marked by delayed consultation following symptom escalation</vt:lpstr>
      <vt:lpstr>GI specialist serves as the central touchpoint in the diagnosis and care planning for both Ulcerative colitis &amp; Crohn’s disease</vt:lpstr>
      <vt:lpstr>Conventional therapies are the primary first-line treatment for both UC and CD, with steroids and 5-ASAs most commonly used</vt:lpstr>
      <vt:lpstr>ATs are typically initiated after QoL deterioration, with faster escalation in CD vs. UC due to more delayed acceptance of patients’ disease status</vt:lpstr>
      <vt:lpstr>Switch to 2L therapy is driven by persistent symptoms, shifting focus from control to finding an “acceptable” QoL amid limited options</vt:lpstr>
      <vt:lpstr>Remicade is an IV‑only, long‑established TNF‑α therapy, and the first biologic to enter pediatric IBD market </vt:lpstr>
      <vt:lpstr>Humira is a first-to-market, SC‑administered TNF‑α inhibitor approved across UC and CD indications</vt:lpstr>
      <vt:lpstr>Entyvio is the only integrin inhibitor approved for both UC and CD, with a favorable safety profile driven by its gut focused mechanism</vt:lpstr>
      <vt:lpstr>Stelara is a first-to-market IL-12/23p40 inhibitor for UC and CD, delivered via IV induction and SC maintenance</vt:lpstr>
      <vt:lpstr>Rinvoq is a selective oral JAK-1 inhibitor approved for both Ulcerative colitis and Crohn’s disease</vt:lpstr>
      <vt:lpstr>Skyrizi is a selective IL-23p19 inhibitor approved across both Ulcerative colitis and Crohn’s disease</vt:lpstr>
      <vt:lpstr>Velsipity is an oral S1P modulator, reported as the first advanced therapy to demonstrate efficacy specifically in UC-associated proctitis</vt:lpstr>
      <vt:lpstr>Omvoh is a first selective IL-23p19 inhibitor approved in Ulcerative colitis, however for Crohn’s disease, approval followed Skyrizi</vt:lpstr>
      <vt:lpstr>Tremfya is a selective IL-23p19 and CD64 inhibitor, offering a convenient SC-only regimen from treatment initiation</vt:lpstr>
      <vt:lpstr>Information Coverage Overview</vt:lpstr>
      <vt:lpstr>Information Coverage Overview</vt:lpstr>
      <vt:lpstr>Information Coverage Overview</vt:lpstr>
      <vt:lpstr>Information Coverage Overview</vt:lpstr>
      <vt:lpstr>Information Coverage Overview</vt:lpstr>
      <vt:lpstr>Information Coverage Overview</vt:lpstr>
      <vt:lpstr>Slides to remove</vt:lpstr>
      <vt:lpstr>Once approved, Pediatric HCPs expect SC maintenance to support gradual growth in Entyvio prescribing as less disruptive ROA options are preferred</vt:lpstr>
      <vt:lpstr>Entyvio prescribing for UC is driven by its safety and gut focus, while slow onset remains the clearest barrier</vt:lpstr>
      <vt:lpstr>Like UC, Entyvio’s CD use is driven by safety and gut focus, though this selectivity, along with slow onset, also contribute to key barriers</vt:lpstr>
      <vt:lpstr>PowerPoint Presentation</vt:lpstr>
      <vt:lpstr>PowerPoint Presentation</vt:lpstr>
      <vt:lpstr>Patients prioritize Entyvio for its safety profile, but it loses ground when they seek faster results or simpler dosing</vt:lpstr>
      <vt:lpstr>For CD patients, Entyvio offers safety reassurance, but slower onset, weaker disease fit, and reimbursement hurdles reduce appeal</vt:lpstr>
      <vt:lpstr>Impact of promotional activity for Entyvio has risen in FY25 compared to FY24, due to increased competitive pressure and targeting efficiencies</vt:lpstr>
      <vt:lpstr>Entyvio has maintained sustained new patient volume despite competition, unlike other mature brands </vt:lpstr>
      <vt:lpstr>ROA perceptions show HCPs appreciate IV due to familiarity and control over compliance, while Pen adoption is often patient-lead, but access dependent</vt:lpstr>
      <vt:lpstr>Patient ROA perceptions highlight a preference toward SC maintenance for convenience, while IV remains favored by those who prefer less responsibility</vt:lpstr>
      <vt:lpstr>Entyvio’s three connected HCP targeting capabilities power a precise and personalized customer experience dynamically</vt:lpstr>
      <vt:lpstr>Dynamic Targeting for Entyvio provides reps with a focused call plan, while surfacing new opportunities through weekly suggestions</vt:lpstr>
      <vt:lpstr>Entyvio call plan is developed using a balanced approach that incorporates both HCP valuation and field insights</vt:lpstr>
      <vt:lpstr>PowerPoint Presentation</vt:lpstr>
    </vt:vector>
  </TitlesOfParts>
  <Company>ZS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Geetika Sharma</dc:creator>
  <cp:lastModifiedBy>Clara Gabbay (ZS)</cp:lastModifiedBy>
  <cp:revision>2</cp:revision>
  <dcterms:created xsi:type="dcterms:W3CDTF">2026-03-13T10:29:40Z</dcterms:created>
  <dcterms:modified xsi:type="dcterms:W3CDTF">2026-06-10T12:00:26Z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0x010100F2C6B555AB0AD74C93561670434837E9</vt:lpwstr>
  </property>
  <property fmtid="{D5CDD505-2E9C-101B-9397-08002B2CF9AE}" pid="3" name="pdobSourceOriginalWidth">
    <vt:r8>0</vt:r8>
  </property>
  <property fmtid="{D5CDD505-2E9C-101B-9397-08002B2CF9AE}" pid="4" name="pdobSourceOriginalHeight">
    <vt:r8>0</vt:r8>
  </property>
  <property fmtid="{D5CDD505-2E9C-101B-9397-08002B2CF9AE}" pid="5" name="pdobSourceCropLeft">
    <vt:r8>0</vt:r8>
  </property>
  <property fmtid="{D5CDD505-2E9C-101B-9397-08002B2CF9AE}" pid="6" name="pdobSourceCropRight">
    <vt:r8>0</vt:r8>
  </property>
  <property fmtid="{D5CDD505-2E9C-101B-9397-08002B2CF9AE}" pid="7" name="pdobSourceCropTop">
    <vt:r8>0</vt:r8>
  </property>
  <property fmtid="{D5CDD505-2E9C-101B-9397-08002B2CF9AE}" pid="8" name="pdobSourceCropBottom">
    <vt:r8>0</vt:r8>
  </property>
  <property fmtid="{D5CDD505-2E9C-101B-9397-08002B2CF9AE}" pid="9" name="pintSourceSlideIndex">
    <vt:i4>77</vt:i4>
  </property>
  <property fmtid="{D5CDD505-2E9C-101B-9397-08002B2CF9AE}" pid="10" name="pstrSourceShapeName">
    <vt:lpwstr>Freeform 4xxx</vt:lpwstr>
  </property>
  <property fmtid="{D5CDD505-2E9C-101B-9397-08002B2CF9AE}" pid="11" name="pdobSourceLeft">
    <vt:r8>28.0435428619385</vt:r8>
  </property>
  <property fmtid="{D5CDD505-2E9C-101B-9397-08002B2CF9AE}" pid="12" name="pdobSourceWidth">
    <vt:r8>388.956451416016</vt:r8>
  </property>
  <property fmtid="{D5CDD505-2E9C-101B-9397-08002B2CF9AE}" pid="13" name="pdobSourceHeight">
    <vt:r8>29.5288982391357</vt:r8>
  </property>
  <property fmtid="{D5CDD505-2E9C-101B-9397-08002B2CF9AE}" pid="14" name="pdobSourceTop">
    <vt:r8>178.204879760742</vt:r8>
  </property>
</Properties>
</file>