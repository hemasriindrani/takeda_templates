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8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915" r:id="rId4"/>
    <p:sldMasterId id="2147484109" r:id="rId5"/>
    <p:sldMasterId id="2147484140" r:id="rId6"/>
    <p:sldMasterId id="2147484105" r:id="rId7"/>
    <p:sldMasterId id="2147484101" r:id="rId8"/>
  </p:sldMasterIdLst>
  <p:notesMasterIdLst>
    <p:notesMasterId r:id="rId45"/>
  </p:notesMasterIdLst>
  <p:handoutMasterIdLst>
    <p:handoutMasterId r:id="rId46"/>
  </p:handoutMasterIdLst>
  <p:sldIdLst>
    <p:sldId id="2145707099" r:id="rId9"/>
    <p:sldId id="2145707157" r:id="rId10"/>
    <p:sldId id="2145707093" r:id="rId11"/>
    <p:sldId id="2145707127" r:id="rId12"/>
    <p:sldId id="2145707138" r:id="rId13"/>
    <p:sldId id="2145707124" r:id="rId14"/>
    <p:sldId id="2145707135" r:id="rId15"/>
    <p:sldId id="2145707139" r:id="rId16"/>
    <p:sldId id="2145707140" r:id="rId17"/>
    <p:sldId id="2145707143" r:id="rId18"/>
    <p:sldId id="2145707147" r:id="rId19"/>
    <p:sldId id="2145707149" r:id="rId20"/>
    <p:sldId id="2145707150" r:id="rId21"/>
    <p:sldId id="2145707148" r:id="rId22"/>
    <p:sldId id="2145707128" r:id="rId23"/>
    <p:sldId id="2145707136" r:id="rId24"/>
    <p:sldId id="2145707151" r:id="rId25"/>
    <p:sldId id="2145707152" r:id="rId26"/>
    <p:sldId id="2145707137" r:id="rId27"/>
    <p:sldId id="2145707141" r:id="rId28"/>
    <p:sldId id="2145707142" r:id="rId29"/>
    <p:sldId id="2145707120" r:id="rId30"/>
    <p:sldId id="2145707132" r:id="rId31"/>
    <p:sldId id="1955" r:id="rId32"/>
    <p:sldId id="1954" r:id="rId33"/>
    <p:sldId id="1956" r:id="rId34"/>
    <p:sldId id="1957" r:id="rId35"/>
    <p:sldId id="2145707118" r:id="rId36"/>
    <p:sldId id="2145707131" r:id="rId37"/>
    <p:sldId id="2145707133" r:id="rId38"/>
    <p:sldId id="2145707134" r:id="rId39"/>
    <p:sldId id="9545" r:id="rId40"/>
    <p:sldId id="2145707123" r:id="rId41"/>
    <p:sldId id="2145707146" r:id="rId42"/>
    <p:sldId id="1969" r:id="rId43"/>
    <p:sldId id="1964" r:id="rId44"/>
  </p:sldIdLst>
  <p:sldSz cx="12192000" cy="6858000"/>
  <p:notesSz cx="6805613" cy="9939338"/>
  <p:custDataLst>
    <p:tags r:id="rId4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Templates" id="{8AFEB654-B8ED-8C45-AB6D-98CCE957F84B}">
          <p14:sldIdLst>
            <p14:sldId id="2145707099"/>
            <p14:sldId id="2145707157"/>
            <p14:sldId id="2145707093"/>
            <p14:sldId id="2145707127"/>
            <p14:sldId id="2145707138"/>
            <p14:sldId id="2145707124"/>
            <p14:sldId id="2145707135"/>
            <p14:sldId id="2145707139"/>
            <p14:sldId id="2145707140"/>
            <p14:sldId id="2145707143"/>
            <p14:sldId id="2145707147"/>
            <p14:sldId id="2145707149"/>
            <p14:sldId id="2145707150"/>
            <p14:sldId id="2145707148"/>
            <p14:sldId id="2145707128"/>
            <p14:sldId id="2145707136"/>
            <p14:sldId id="2145707151"/>
            <p14:sldId id="2145707152"/>
            <p14:sldId id="2145707137"/>
            <p14:sldId id="2145707141"/>
            <p14:sldId id="2145707142"/>
            <p14:sldId id="2145707120"/>
            <p14:sldId id="2145707132"/>
            <p14:sldId id="1955"/>
            <p14:sldId id="1954"/>
            <p14:sldId id="1956"/>
            <p14:sldId id="1957"/>
            <p14:sldId id="2145707118"/>
            <p14:sldId id="2145707131"/>
            <p14:sldId id="2145707133"/>
            <p14:sldId id="2145707134"/>
            <p14:sldId id="9545"/>
            <p14:sldId id="2145707123"/>
            <p14:sldId id="2145707146"/>
            <p14:sldId id="1969"/>
            <p14:sldId id="1964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3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BFED43-ACC7-69D6-45AF-1D2F35AD3C92}" name="Tame, Joseph" initials="TJ" userId="S::joseph.tame@takeda.com::200f3c50-5114-44e0-a3b7-354d8548514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20" clrIdx="0"/>
  <p:cmAuthor id="2" name="Pascal Santoso" initials="PS" lastIdx="1" clrIdx="1">
    <p:extLst>
      <p:ext uri="{19B8F6BF-5375-455C-9EA6-DF929625EA0E}">
        <p15:presenceInfo xmlns:p15="http://schemas.microsoft.com/office/powerpoint/2012/main" userId="Pascal Santos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8E0"/>
    <a:srgbClr val="450A0A"/>
    <a:srgbClr val="BD120A"/>
    <a:srgbClr val="F78C85"/>
    <a:srgbClr val="EB6C70"/>
    <a:srgbClr val="1A1918"/>
    <a:srgbClr val="000000"/>
    <a:srgbClr val="E1242A"/>
    <a:srgbClr val="EE1100"/>
    <a:srgbClr val="636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384"/>
  </p:normalViewPr>
  <p:slideViewPr>
    <p:cSldViewPr snapToGrid="0">
      <p:cViewPr varScale="1">
        <p:scale>
          <a:sx n="115" d="100"/>
          <a:sy n="115" d="100"/>
        </p:scale>
        <p:origin x="936" y="200"/>
      </p:cViewPr>
      <p:guideLst>
        <p:guide pos="3840"/>
        <p:guide orient="horz" pos="21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tags" Target="tags/tag1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notesMaster" Target="notesMasters/notesMaster1.xml"/><Relationship Id="rId53" Type="http://schemas.microsoft.com/office/2018/10/relationships/authors" Target="author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commentAuthors" Target="commentAuthors.xml"/><Relationship Id="rId8" Type="http://schemas.openxmlformats.org/officeDocument/2006/relationships/slideMaster" Target="slideMasters/slideMaster5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184604589351805E-2"/>
          <c:y val="5.2378068338775903E-2"/>
          <c:w val="0.91891984237082602"/>
          <c:h val="0.8143677873907728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40-E445-AC83-21C4B067C5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40-E445-AC83-21C4B067C5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40-E445-AC83-21C4B067C5B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140-E445-AC83-21C4B067C5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1"/>
        <c:overlap val="100"/>
        <c:axId val="1745264144"/>
        <c:axId val="1745259664"/>
      </c:barChart>
      <c:catAx>
        <c:axId val="1745264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45259664"/>
        <c:crosses val="autoZero"/>
        <c:auto val="1"/>
        <c:lblAlgn val="ctr"/>
        <c:lblOffset val="100"/>
        <c:noMultiLvlLbl val="0"/>
      </c:catAx>
      <c:valAx>
        <c:axId val="1745259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1745264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9D3-4B4B-873D-A9001C602887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9D3-4B4B-873D-A9001C602887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9D3-4B4B-873D-A9001C602887}"/>
              </c:ext>
            </c:extLst>
          </c:dPt>
          <c:dPt>
            <c:idx val="3"/>
            <c:bubble3D val="0"/>
            <c:spPr>
              <a:solidFill>
                <a:srgbClr val="F78C85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9D3-4B4B-873D-A9001C602887}"/>
              </c:ext>
            </c:extLst>
          </c:dPt>
          <c:dPt>
            <c:idx val="4"/>
            <c:bubble3D val="0"/>
            <c:spPr>
              <a:solidFill>
                <a:schemeClr val="accent4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9D3-4B4B-873D-A9001C602887}"/>
              </c:ext>
            </c:extLst>
          </c:dPt>
          <c:dPt>
            <c:idx val="5"/>
            <c:bubble3D val="0"/>
            <c:spPr>
              <a:solidFill>
                <a:schemeClr val="accent5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9D3-4B4B-873D-A9001C602887}"/>
              </c:ext>
            </c:extLst>
          </c:dPt>
          <c:cat>
            <c:strRef>
              <c:f>Sheet1!$A$2:$A$7</c:f>
              <c:strCache>
                <c:ptCount val="6"/>
                <c:pt idx="0">
                  <c:v>GI</c:v>
                </c:pt>
                <c:pt idx="1">
                  <c:v>Rare</c:v>
                </c:pt>
                <c:pt idx="2">
                  <c:v>PDT</c:v>
                </c:pt>
                <c:pt idx="3">
                  <c:v>ONCOLOGY</c:v>
                </c:pt>
                <c:pt idx="4">
                  <c:v>NEUROSCIENCE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</c:v>
                </c:pt>
                <c:pt idx="1">
                  <c:v>20</c:v>
                </c:pt>
                <c:pt idx="2">
                  <c:v>12</c:v>
                </c:pt>
                <c:pt idx="3">
                  <c:v>13</c:v>
                </c:pt>
                <c:pt idx="4">
                  <c:v>13</c:v>
                </c:pt>
                <c:pt idx="5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9D3-4B4B-873D-A9001C6028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184604589351805E-2"/>
          <c:y val="5.2378068338775903E-2"/>
          <c:w val="0.91891984237082602"/>
          <c:h val="0.8143677873907728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12-444A-B21B-0D8196E9E8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12-444A-B21B-0D8196E9E8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12-444A-B21B-0D8196E9E87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F12-444A-B21B-0D8196E9E8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1745264144"/>
        <c:axId val="1745259664"/>
      </c:barChart>
      <c:catAx>
        <c:axId val="17452641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45259664"/>
        <c:crosses val="autoZero"/>
        <c:auto val="1"/>
        <c:lblAlgn val="ctr"/>
        <c:lblOffset val="100"/>
        <c:noMultiLvlLbl val="0"/>
      </c:catAx>
      <c:valAx>
        <c:axId val="17452596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1745264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184604589351805E-2"/>
          <c:y val="5.2378068338775903E-2"/>
          <c:w val="0.91891984237082602"/>
          <c:h val="0.81436778739077287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12-444A-B21B-0D8196E9E8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12-444A-B21B-0D8196E9E8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54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F12-444A-B21B-0D8196E9E87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2540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F12-444A-B21B-0D8196E9E8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45264144"/>
        <c:axId val="1745259664"/>
      </c:lineChart>
      <c:catAx>
        <c:axId val="1745264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45259664"/>
        <c:crosses val="autoZero"/>
        <c:auto val="1"/>
        <c:lblAlgn val="ctr"/>
        <c:lblOffset val="100"/>
        <c:noMultiLvlLbl val="0"/>
      </c:catAx>
      <c:valAx>
        <c:axId val="1745259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1745264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D4A-F74C-AA97-809CA715703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D4A-F74C-AA97-809CA7157036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D4A-F74C-AA97-809CA71570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184604589351805E-2"/>
          <c:y val="5.2378068338775903E-2"/>
          <c:w val="0.91891984237082602"/>
          <c:h val="0.908846745637969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3BD-DB49-BBF8-E5DE7143D4B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3BD-DB49-BBF8-E5DE7143D4B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3BD-DB49-BBF8-E5DE7143D4B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3BD-DB49-BBF8-E5DE7143D4B7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BD-DB49-BBF8-E5DE7143D4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1"/>
        <c:overlap val="100"/>
        <c:axId val="1745264144"/>
        <c:axId val="1745259664"/>
      </c:barChart>
      <c:catAx>
        <c:axId val="17452641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45259664"/>
        <c:crosses val="autoZero"/>
        <c:auto val="1"/>
        <c:lblAlgn val="ctr"/>
        <c:lblOffset val="100"/>
        <c:noMultiLvlLbl val="0"/>
      </c:catAx>
      <c:valAx>
        <c:axId val="1745259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1745264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338B53-DF04-6C44-DA63-87781356B5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1969E4-EAB4-E5FE-D533-6B46EAAE17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97BCF-4064-4F4A-A2AF-68CE3FBE952E}" type="datetimeFigureOut">
              <a:rPr lang="en-JP" smtClean="0"/>
              <a:t>2026/06/01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BB207-C3A1-5F83-27F8-994FFA9FFA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7DB31-24F4-B620-B3F9-E3EA3FEECF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BC2824-C131-D64A-81E0-EBACB20829E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79930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100" cy="498693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1"/>
            <a:ext cx="2949100" cy="498693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625DEF87-78CF-4C57-A0B1-A9406068048C}" type="datetimeFigureOut">
              <a:rPr lang="en-US" smtClean="0"/>
              <a:pPr/>
              <a:t>6/1/26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0" tIns="47320" rIns="94640" bIns="473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5"/>
          </a:xfrm>
          <a:prstGeom prst="rect">
            <a:avLst/>
          </a:prstGeom>
        </p:spPr>
        <p:txBody>
          <a:bodyPr vert="horz" lIns="94640" tIns="47320" rIns="94640" bIns="473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100" cy="498692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100" cy="498692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49E0EA7B-6822-4EC8-8C65-EACC542A13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91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C2EFC-28F3-48C0-BF6B-230A53BCFDFC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9726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C2EFC-28F3-48C0-BF6B-230A53BCFDFC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1814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C2EFC-28F3-48C0-BF6B-230A53BCFDFC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1700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C2EFC-28F3-48C0-BF6B-230A53BCFDFC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2165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82A24-EACF-E63B-6E9A-8044B2A9D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D475A-ED52-DF0F-EC43-CCA578934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62330-D64C-D6EB-2D1D-EE7259EED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01F3E-7BE9-3AD7-F3FC-3110F8B89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6404">
              <a:defRPr/>
            </a:pPr>
            <a:fld id="{CEDB620F-9065-4E0D-8D9D-4F204AB69C9B}" type="slidenum">
              <a:rPr kumimoji="1" lang="ja-JP" altLang="en-US">
                <a:solidFill>
                  <a:prstClr val="black"/>
                </a:solidFill>
                <a:ea typeface="游ゴシック" panose="020B0400000000000000" pitchFamily="50" charset="-128"/>
              </a:rPr>
              <a:pPr defTabSz="946404">
                <a:defRPr/>
              </a:pPr>
              <a:t>28</a:t>
            </a:fld>
            <a:endParaRPr kumimoji="1" lang="ja-JP" altLang="en-US">
              <a:solidFill>
                <a:prstClr val="black"/>
              </a:solidFill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8501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89371-6AFB-EE72-B9CB-1503DADFC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42ACA-9810-3FF3-9D9A-3FF5AF5C8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68F87-AB07-A66D-EF52-176C83D67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D263F-F440-425F-9C0E-9077A2D65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6404">
              <a:defRPr/>
            </a:pPr>
            <a:fld id="{CEDB620F-9065-4E0D-8D9D-4F204AB69C9B}" type="slidenum">
              <a:rPr kumimoji="1" lang="ja-JP" altLang="en-US">
                <a:solidFill>
                  <a:prstClr val="black"/>
                </a:solidFill>
                <a:ea typeface="游ゴシック" panose="020B0400000000000000" pitchFamily="50" charset="-128"/>
              </a:rPr>
              <a:pPr defTabSz="946404">
                <a:defRPr/>
              </a:pPr>
              <a:t>29</a:t>
            </a:fld>
            <a:endParaRPr kumimoji="1" lang="ja-JP" altLang="en-US">
              <a:solidFill>
                <a:prstClr val="black"/>
              </a:solidFill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7135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CD107-D728-77E7-3576-F98FFC69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5C3E6-B181-E1EA-B2FE-2E41F24D6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0F015-83C5-F978-CDC2-BA96BE12A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D2985-6BD9-A021-D17A-0473A48E4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6404">
              <a:defRPr/>
            </a:pPr>
            <a:fld id="{CEDB620F-9065-4E0D-8D9D-4F204AB69C9B}" type="slidenum">
              <a:rPr kumimoji="1" lang="ja-JP" altLang="en-US">
                <a:solidFill>
                  <a:prstClr val="black"/>
                </a:solidFill>
                <a:ea typeface="游ゴシック" panose="020B0400000000000000" pitchFamily="50" charset="-128"/>
              </a:rPr>
              <a:pPr defTabSz="946404">
                <a:defRPr/>
              </a:pPr>
              <a:t>30</a:t>
            </a:fld>
            <a:endParaRPr kumimoji="1" lang="ja-JP" altLang="en-US">
              <a:solidFill>
                <a:prstClr val="black"/>
              </a:solidFill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237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DD0D1-2A1A-F9AB-198D-2A5507CF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EF91A-E825-65C9-302B-F643BAE34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18D00-3A97-57E3-F32A-6342DD978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49A27-6A65-F83A-FFE5-8DE4A5282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6404">
              <a:defRPr/>
            </a:pPr>
            <a:fld id="{CEDB620F-9065-4E0D-8D9D-4F204AB69C9B}" type="slidenum">
              <a:rPr kumimoji="1" lang="ja-JP" altLang="en-US">
                <a:solidFill>
                  <a:prstClr val="black"/>
                </a:solidFill>
                <a:ea typeface="游ゴシック" panose="020B0400000000000000" pitchFamily="50" charset="-128"/>
              </a:rPr>
              <a:pPr defTabSz="946404">
                <a:defRPr/>
              </a:pPr>
              <a:t>31</a:t>
            </a:fld>
            <a:endParaRPr kumimoji="1" lang="ja-JP" altLang="en-US">
              <a:solidFill>
                <a:prstClr val="black"/>
              </a:solidFill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1695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6404">
              <a:defRPr/>
            </a:pPr>
            <a:fld id="{CEDB620F-9065-4E0D-8D9D-4F204AB69C9B}" type="slidenum">
              <a:rPr kumimoji="1" lang="ja-JP" altLang="en-US">
                <a:solidFill>
                  <a:prstClr val="black"/>
                </a:solidFill>
                <a:ea typeface="游ゴシック" panose="020B0400000000000000" pitchFamily="50" charset="-128"/>
              </a:rPr>
              <a:pPr defTabSz="946404">
                <a:defRPr/>
              </a:pPr>
              <a:t>32</a:t>
            </a:fld>
            <a:endParaRPr kumimoji="1" lang="ja-JP" altLang="en-US">
              <a:solidFill>
                <a:prstClr val="black"/>
              </a:solidFill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3593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C2EFC-28F3-48C0-BF6B-230A53BCFDFC}" type="slidenum">
              <a:rPr lang="es-MX" smtClean="0"/>
              <a:t>34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1402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C2EFC-28F3-48C0-BF6B-230A53BCFDFC}" type="slidenum">
              <a:rPr lang="es-MX" smtClean="0"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8594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sv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EEE363-EEAF-91E6-8E2E-6DC9C9CD10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62D2EF-860C-0EF9-0D9D-F4DA4D85B2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3664B3-84F2-085B-621E-EC26FA81CB42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4841CF-A42B-7964-E640-E45EE8EF6F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8A17531-6C50-A053-2AAD-9EE5F00D05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64281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5318D2-0E90-32A2-D960-F6B0490DAB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407"/>
          </a:xfrm>
          <a:prstGeom prst="rect">
            <a:avLst/>
          </a:prstGeom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6AA297-C1B3-6AA7-B92D-EA952C698FD3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19FC7D-F29E-9586-DB79-CCA79D62C3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FC6BF9A-D167-B23C-D0BC-EE62BCDD17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92BEA3-35AE-A36A-E76E-7345A3F61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9C56089-D7FF-D9FF-B369-FC3D8C8ADD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2861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4" y="4551743"/>
            <a:ext cx="3959858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4" y="4811514"/>
            <a:ext cx="3959858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4" y="5071285"/>
            <a:ext cx="3959858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4" y="4291972"/>
            <a:ext cx="3959858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4" y="5331055"/>
            <a:ext cx="3959858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E178A03B-9AD1-5F09-F7A7-64A541A1BE1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66512" y="1"/>
            <a:ext cx="6328185" cy="6857999"/>
          </a:xfrm>
          <a:custGeom>
            <a:avLst/>
            <a:gdLst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3409714 w 6462532"/>
              <a:gd name="connsiteY2" fmla="*/ 0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309764"/>
              <a:gd name="connsiteY0" fmla="*/ 3060215 h 6113033"/>
              <a:gd name="connsiteX1" fmla="*/ 3052818 w 7309764"/>
              <a:gd name="connsiteY1" fmla="*/ 7397 h 6113033"/>
              <a:gd name="connsiteX2" fmla="*/ 6592752 w 7309764"/>
              <a:gd name="connsiteY2" fmla="*/ 53695 h 6113033"/>
              <a:gd name="connsiteX3" fmla="*/ 6462532 w 7309764"/>
              <a:gd name="connsiteY3" fmla="*/ 3060215 h 6113033"/>
              <a:gd name="connsiteX4" fmla="*/ 6462532 w 7309764"/>
              <a:gd name="connsiteY4" fmla="*/ 3060215 h 6113033"/>
              <a:gd name="connsiteX5" fmla="*/ 3409714 w 7309764"/>
              <a:gd name="connsiteY5" fmla="*/ 6113033 h 6113033"/>
              <a:gd name="connsiteX6" fmla="*/ 3052818 w 7309764"/>
              <a:gd name="connsiteY6" fmla="*/ 6113033 h 6113033"/>
              <a:gd name="connsiteX7" fmla="*/ 0 w 7309764"/>
              <a:gd name="connsiteY7" fmla="*/ 3060215 h 6113033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6750471"/>
              <a:gd name="connsiteY0" fmla="*/ 3052818 h 6105636"/>
              <a:gd name="connsiteX1" fmla="*/ 3052818 w 6750471"/>
              <a:gd name="connsiteY1" fmla="*/ 0 h 6105636"/>
              <a:gd name="connsiteX2" fmla="*/ 6395982 w 6750471"/>
              <a:gd name="connsiteY2" fmla="*/ 11574 h 6105636"/>
              <a:gd name="connsiteX3" fmla="*/ 6462532 w 6750471"/>
              <a:gd name="connsiteY3" fmla="*/ 3052818 h 6105636"/>
              <a:gd name="connsiteX4" fmla="*/ 6462532 w 6750471"/>
              <a:gd name="connsiteY4" fmla="*/ 3052818 h 6105636"/>
              <a:gd name="connsiteX5" fmla="*/ 3409714 w 6750471"/>
              <a:gd name="connsiteY5" fmla="*/ 6105636 h 6105636"/>
              <a:gd name="connsiteX6" fmla="*/ 3052818 w 6750471"/>
              <a:gd name="connsiteY6" fmla="*/ 6105636 h 6105636"/>
              <a:gd name="connsiteX7" fmla="*/ 0 w 6750471"/>
              <a:gd name="connsiteY7" fmla="*/ 3052818 h 6105636"/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6395982 w 6462532"/>
              <a:gd name="connsiteY2" fmla="*/ 11574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6462532 w 6477004"/>
              <a:gd name="connsiteY4" fmla="*/ 3052819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5756477 w 6477004"/>
              <a:gd name="connsiteY4" fmla="*/ 3018095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3409714 w 6477004"/>
              <a:gd name="connsiteY4" fmla="*/ 6105637 h 6105637"/>
              <a:gd name="connsiteX5" fmla="*/ 3052818 w 6477004"/>
              <a:gd name="connsiteY5" fmla="*/ 6105637 h 6105637"/>
              <a:gd name="connsiteX6" fmla="*/ 0 w 6477004"/>
              <a:gd name="connsiteY6" fmla="*/ 3052819 h 6105637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462532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323635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326533"/>
              <a:gd name="connsiteY0" fmla="*/ 3052819 h 6108535"/>
              <a:gd name="connsiteX1" fmla="*/ 3052818 w 6326533"/>
              <a:gd name="connsiteY1" fmla="*/ 1 h 6108535"/>
              <a:gd name="connsiteX2" fmla="*/ 6326533 w 6326533"/>
              <a:gd name="connsiteY2" fmla="*/ 0 h 6108535"/>
              <a:gd name="connsiteX3" fmla="*/ 6323635 w 6326533"/>
              <a:gd name="connsiteY3" fmla="*/ 6108535 h 6108535"/>
              <a:gd name="connsiteX4" fmla="*/ 3409714 w 6326533"/>
              <a:gd name="connsiteY4" fmla="*/ 6105637 h 6108535"/>
              <a:gd name="connsiteX5" fmla="*/ 3052818 w 6326533"/>
              <a:gd name="connsiteY5" fmla="*/ 6105637 h 6108535"/>
              <a:gd name="connsiteX6" fmla="*/ 0 w 6326533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602211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448355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606874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5610302"/>
              <a:gd name="connsiteY0" fmla="*/ 3052819 h 6105637"/>
              <a:gd name="connsiteX1" fmla="*/ 3052818 w 5610302"/>
              <a:gd name="connsiteY1" fmla="*/ 1 h 6105637"/>
              <a:gd name="connsiteX2" fmla="*/ 5606874 w 5610302"/>
              <a:gd name="connsiteY2" fmla="*/ 0 h 6105637"/>
              <a:gd name="connsiteX3" fmla="*/ 5610302 w 5610302"/>
              <a:gd name="connsiteY3" fmla="*/ 6080560 h 6105637"/>
              <a:gd name="connsiteX4" fmla="*/ 3409714 w 5610302"/>
              <a:gd name="connsiteY4" fmla="*/ 6105637 h 6105637"/>
              <a:gd name="connsiteX5" fmla="*/ 3052818 w 5610302"/>
              <a:gd name="connsiteY5" fmla="*/ 6105637 h 6105637"/>
              <a:gd name="connsiteX6" fmla="*/ 0 w 5610302"/>
              <a:gd name="connsiteY6" fmla="*/ 3052819 h 6105637"/>
              <a:gd name="connsiteX0" fmla="*/ 0 w 5610302"/>
              <a:gd name="connsiteY0" fmla="*/ 3052819 h 6105637"/>
              <a:gd name="connsiteX1" fmla="*/ 3052818 w 5610302"/>
              <a:gd name="connsiteY1" fmla="*/ 1 h 6105637"/>
              <a:gd name="connsiteX2" fmla="*/ 5606874 w 5610302"/>
              <a:gd name="connsiteY2" fmla="*/ 0 h 6105637"/>
              <a:gd name="connsiteX3" fmla="*/ 5610302 w 5610302"/>
              <a:gd name="connsiteY3" fmla="*/ 6080560 h 6105637"/>
              <a:gd name="connsiteX4" fmla="*/ 3052818 w 5610302"/>
              <a:gd name="connsiteY4" fmla="*/ 6105637 h 6105637"/>
              <a:gd name="connsiteX5" fmla="*/ 0 w 5610302"/>
              <a:gd name="connsiteY5" fmla="*/ 3052819 h 6105637"/>
              <a:gd name="connsiteX0" fmla="*/ 0 w 5705141"/>
              <a:gd name="connsiteY0" fmla="*/ 3052819 h 6116581"/>
              <a:gd name="connsiteX1" fmla="*/ 3052818 w 5705141"/>
              <a:gd name="connsiteY1" fmla="*/ 1 h 6116581"/>
              <a:gd name="connsiteX2" fmla="*/ 5606874 w 5705141"/>
              <a:gd name="connsiteY2" fmla="*/ 0 h 6116581"/>
              <a:gd name="connsiteX3" fmla="*/ 5705141 w 5705141"/>
              <a:gd name="connsiteY3" fmla="*/ 6116581 h 6116581"/>
              <a:gd name="connsiteX4" fmla="*/ 3052818 w 5705141"/>
              <a:gd name="connsiteY4" fmla="*/ 6105637 h 6116581"/>
              <a:gd name="connsiteX5" fmla="*/ 0 w 5705141"/>
              <a:gd name="connsiteY5" fmla="*/ 3052819 h 6116581"/>
              <a:gd name="connsiteX0" fmla="*/ 0 w 5705141"/>
              <a:gd name="connsiteY0" fmla="*/ 3052819 h 6109377"/>
              <a:gd name="connsiteX1" fmla="*/ 3052818 w 5705141"/>
              <a:gd name="connsiteY1" fmla="*/ 1 h 6109377"/>
              <a:gd name="connsiteX2" fmla="*/ 5606874 w 5705141"/>
              <a:gd name="connsiteY2" fmla="*/ 0 h 6109377"/>
              <a:gd name="connsiteX3" fmla="*/ 5705141 w 5705141"/>
              <a:gd name="connsiteY3" fmla="*/ 6109377 h 6109377"/>
              <a:gd name="connsiteX4" fmla="*/ 3052818 w 5705141"/>
              <a:gd name="connsiteY4" fmla="*/ 6105637 h 6109377"/>
              <a:gd name="connsiteX5" fmla="*/ 0 w 5705141"/>
              <a:gd name="connsiteY5" fmla="*/ 3052819 h 610937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098939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062411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9 h 6109377"/>
              <a:gd name="connsiteX1" fmla="*/ 3052818 w 5705141"/>
              <a:gd name="connsiteY1" fmla="*/ 1 h 6109377"/>
              <a:gd name="connsiteX2" fmla="*/ 5606874 w 5705141"/>
              <a:gd name="connsiteY2" fmla="*/ 0 h 6109377"/>
              <a:gd name="connsiteX3" fmla="*/ 5705141 w 5705141"/>
              <a:gd name="connsiteY3" fmla="*/ 6109377 h 6109377"/>
              <a:gd name="connsiteX4" fmla="*/ 3052818 w 5705141"/>
              <a:gd name="connsiteY4" fmla="*/ 6105637 h 6109377"/>
              <a:gd name="connsiteX5" fmla="*/ 0 w 5705141"/>
              <a:gd name="connsiteY5" fmla="*/ 3052819 h 610937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104159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8 h 6105636"/>
              <a:gd name="connsiteX1" fmla="*/ 3052818 w 5705141"/>
              <a:gd name="connsiteY1" fmla="*/ 0 h 6105636"/>
              <a:gd name="connsiteX2" fmla="*/ 5703423 w 5705141"/>
              <a:gd name="connsiteY2" fmla="*/ 7333 h 6105636"/>
              <a:gd name="connsiteX3" fmla="*/ 5705141 w 5705141"/>
              <a:gd name="connsiteY3" fmla="*/ 6104158 h 6105636"/>
              <a:gd name="connsiteX4" fmla="*/ 3052818 w 5705141"/>
              <a:gd name="connsiteY4" fmla="*/ 6105636 h 6105636"/>
              <a:gd name="connsiteX5" fmla="*/ 0 w 5705141"/>
              <a:gd name="connsiteY5" fmla="*/ 3052818 h 6105636"/>
              <a:gd name="connsiteX0" fmla="*/ 0 w 5705141"/>
              <a:gd name="connsiteY0" fmla="*/ 3052818 h 6105636"/>
              <a:gd name="connsiteX1" fmla="*/ 3052818 w 5705141"/>
              <a:gd name="connsiteY1" fmla="*/ 0 h 6105636"/>
              <a:gd name="connsiteX2" fmla="*/ 5703424 w 5705141"/>
              <a:gd name="connsiteY2" fmla="*/ 4178 h 6105636"/>
              <a:gd name="connsiteX3" fmla="*/ 5705141 w 5705141"/>
              <a:gd name="connsiteY3" fmla="*/ 6104158 h 6105636"/>
              <a:gd name="connsiteX4" fmla="*/ 3052818 w 5705141"/>
              <a:gd name="connsiteY4" fmla="*/ 6105636 h 6105636"/>
              <a:gd name="connsiteX5" fmla="*/ 0 w 5705141"/>
              <a:gd name="connsiteY5" fmla="*/ 3052818 h 6105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05141" h="6105636">
                <a:moveTo>
                  <a:pt x="0" y="3052818"/>
                </a:moveTo>
                <a:cubicBezTo>
                  <a:pt x="0" y="1366793"/>
                  <a:pt x="1366793" y="0"/>
                  <a:pt x="3052818" y="0"/>
                </a:cubicBezTo>
                <a:lnTo>
                  <a:pt x="5703424" y="4178"/>
                </a:lnTo>
                <a:cubicBezTo>
                  <a:pt x="5704567" y="2031031"/>
                  <a:pt x="5703998" y="4077305"/>
                  <a:pt x="5705141" y="6104158"/>
                </a:cubicBezTo>
                <a:lnTo>
                  <a:pt x="3052818" y="6105636"/>
                </a:lnTo>
                <a:cubicBezTo>
                  <a:pt x="1366793" y="6105636"/>
                  <a:pt x="0" y="4738843"/>
                  <a:pt x="0" y="3052818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Click icon to add picture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98FCA2-7738-1A40-3B3B-1A9D1591F7D2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8880B2-91CC-4C59-8EA2-830A951A31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4" y="2577646"/>
            <a:ext cx="3959858" cy="1431645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2DC1EF8-FCDC-5262-0FA5-B0AC0C4E7A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3959859" cy="338534"/>
          </a:xfr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584285-8C6D-C69B-CA64-57F5BE7259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1AB9554-0400-0694-C28B-4B48341F9E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5774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2B9CECE-7D8F-8C4A-AFC6-A963B1F05594}"/>
              </a:ext>
            </a:extLst>
          </p:cNvPr>
          <p:cNvSpPr/>
          <p:nvPr userDrawn="1"/>
        </p:nvSpPr>
        <p:spPr>
          <a:xfrm>
            <a:off x="0" y="61263"/>
            <a:ext cx="255181" cy="849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chemeClr val="accent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1E79114-5B74-9547-8292-DAB8965D4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005" y="506"/>
            <a:ext cx="11459359" cy="3428494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2246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579722" y="3362246"/>
                </a:lnTo>
                <a:cubicBezTo>
                  <a:pt x="259550" y="3362246"/>
                  <a:pt x="0" y="3102696"/>
                  <a:pt x="0" y="2782524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Click icon to add picture</a:t>
            </a:r>
            <a:endParaRPr lang="en-JP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B310476-C24E-4F18-B6AD-8904F6D8A402}"/>
              </a:ext>
            </a:extLst>
          </p:cNvPr>
          <p:cNvSpPr/>
          <p:nvPr userDrawn="1"/>
        </p:nvSpPr>
        <p:spPr>
          <a:xfrm>
            <a:off x="749005" y="3825835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81D4A45-B0D9-E41F-B563-FC8FA06C11D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49619" y="546209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8BA12B6-3F7D-17AB-E7C4-52B0564528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49619" y="572186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04B5B8D-3AF9-05C3-7FAA-5B30475BEF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49619" y="598163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27155E8-06F6-8A8B-B759-C7BBDCAC3B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49619" y="520232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03C8B16-F64D-3D16-EAD8-972041D211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9619" y="6241405"/>
            <a:ext cx="5289997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C1A1A0D-7F66-2345-CEB9-5D54428869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49619" y="3837426"/>
            <a:ext cx="5289997" cy="1120775"/>
          </a:xfrm>
        </p:spPr>
        <p:txBody>
          <a:bodyPr tIns="0" rIns="0" bIns="0">
            <a:normAutofit/>
          </a:bodyPr>
          <a:lstStyle>
            <a:lvl1pPr marL="0" indent="0">
              <a:lnSpc>
                <a:spcPct val="90000"/>
              </a:lnSpc>
              <a:buNone/>
              <a:defRPr sz="4100" b="1" i="0"/>
            </a:lvl1pPr>
          </a:lstStyle>
          <a:p>
            <a:pPr lvl="0"/>
            <a:r>
              <a:rPr lang="en-US" dirty="0"/>
              <a:t>Click to Add Title</a:t>
            </a:r>
            <a:endParaRPr lang="en-JP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41995C4-27C4-5550-01A9-280FBD1D1C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81249" y="6376220"/>
            <a:ext cx="1950447" cy="11194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4CC6762-EF76-554A-B821-76E6E8D62C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3057" y="3423144"/>
            <a:ext cx="2033033" cy="112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1545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0229" y="3294870"/>
            <a:ext cx="4736525" cy="49334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+mn-lt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Section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62D2EF-860C-0EF9-0D9D-F4DA4D85B2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40229" y="2825357"/>
            <a:ext cx="4736525" cy="338534"/>
          </a:xfrm>
        </p:spPr>
        <p:txBody>
          <a:bodyPr>
            <a:noAutofit/>
          </a:bodyPr>
          <a:lstStyle>
            <a:lvl1pPr marL="0" indent="0">
              <a:buNone/>
              <a:defRPr sz="1400" b="1" i="0" spc="1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SUBSECTION</a:t>
            </a:r>
            <a:endParaRPr lang="en-JP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E797E3-8C79-F482-EE1C-2CF43D7DED0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0177" y="2035774"/>
            <a:ext cx="2200052" cy="2044700"/>
          </a:xfrm>
        </p:spPr>
        <p:txBody>
          <a:bodyPr tIns="0" rIns="0" bIns="0">
            <a:noAutofit/>
          </a:bodyPr>
          <a:lstStyle>
            <a:lvl1pPr marL="0" indent="0">
              <a:buNone/>
              <a:defRPr sz="14000" b="1" i="0" spc="-150">
                <a:solidFill>
                  <a:schemeClr val="accent4"/>
                </a:solidFill>
              </a:defRPr>
            </a:lvl1pPr>
            <a:lvl2pPr marL="457068" indent="0">
              <a:buNone/>
              <a:defRPr/>
            </a:lvl2pPr>
            <a:lvl3pPr marL="914149" indent="0">
              <a:buNone/>
              <a:defRPr/>
            </a:lvl3pPr>
            <a:lvl4pPr marL="1371219" indent="0">
              <a:buNone/>
              <a:defRPr/>
            </a:lvl4pPr>
            <a:lvl5pPr marL="1828290" indent="0">
              <a:buNone/>
              <a:defRPr/>
            </a:lvl5pPr>
          </a:lstStyle>
          <a:p>
            <a:pPr lvl="0"/>
            <a:r>
              <a:rPr lang="en-US" dirty="0"/>
              <a:t>#X</a:t>
            </a:r>
            <a:endParaRPr lang="en-JP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E7AFA21-1B23-5178-1FCE-159583B0A3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14395" y="-1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5781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7149E-27B6-CF1F-ECDF-30C3D80372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" y="-1"/>
            <a:ext cx="12722659" cy="686117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3294870"/>
            <a:ext cx="4068109" cy="98065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+mn-lt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Section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62D2EF-860C-0EF9-0D9D-F4DA4D85B2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4" y="2825357"/>
            <a:ext cx="4068110" cy="338534"/>
          </a:xfrm>
        </p:spPr>
        <p:txBody>
          <a:bodyPr>
            <a:noAutofit/>
          </a:bodyPr>
          <a:lstStyle>
            <a:lvl1pPr marL="0" indent="0">
              <a:buNone/>
              <a:defRPr sz="1400" b="1" i="0" spc="1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SUBSECTION</a:t>
            </a:r>
            <a:endParaRPr lang="en-JP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E797E3-8C79-F482-EE1C-2CF43D7DED0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9750" y="1752600"/>
            <a:ext cx="7306612" cy="6858001"/>
          </a:xfrm>
        </p:spPr>
        <p:txBody>
          <a:bodyPr tIns="0" rIns="0" bIns="0" anchor="b" anchorCtr="0">
            <a:noAutofit/>
          </a:bodyPr>
          <a:lstStyle>
            <a:lvl1pPr marL="0" indent="0" algn="r">
              <a:buNone/>
              <a:defRPr sz="50000" b="1" i="0" spc="-300">
                <a:solidFill>
                  <a:schemeClr val="bg1">
                    <a:alpha val="30000"/>
                  </a:schemeClr>
                </a:solidFill>
              </a:defRPr>
            </a:lvl1pPr>
            <a:lvl2pPr marL="457068" indent="0">
              <a:buNone/>
              <a:defRPr/>
            </a:lvl2pPr>
            <a:lvl3pPr marL="914149" indent="0">
              <a:buNone/>
              <a:defRPr/>
            </a:lvl3pPr>
            <a:lvl4pPr marL="1371219" indent="0">
              <a:buNone/>
              <a:defRPr/>
            </a:lvl4pPr>
            <a:lvl5pPr marL="1828290" indent="0">
              <a:buNone/>
              <a:defRPr/>
            </a:lvl5pPr>
          </a:lstStyle>
          <a:p>
            <a:pPr lvl="0"/>
            <a:r>
              <a:rPr lang="en-US" dirty="0"/>
              <a:t>#X</a:t>
            </a:r>
            <a:endParaRPr lang="en-JP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032E5A7-CB2B-663A-F33A-DE5DFD841A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47593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24F985-929E-4C0E-98F5-6EB32959A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6" b="1069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3294870"/>
            <a:ext cx="4185097" cy="49334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bg1"/>
                </a:solidFill>
                <a:latin typeface="Aptos SemiBold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Section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62D2EF-860C-0EF9-0D9D-F4DA4D85B2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825357"/>
            <a:ext cx="4185097" cy="338534"/>
          </a:xfrm>
        </p:spPr>
        <p:txBody>
          <a:bodyPr>
            <a:noAutofit/>
          </a:bodyPr>
          <a:lstStyle>
            <a:lvl1pPr marL="0" indent="0">
              <a:buNone/>
              <a:defRPr sz="1400" b="1" i="0" spc="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SUBSECTION</a:t>
            </a:r>
            <a:endParaRPr lang="en-JP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308766B-2A71-CCB8-F502-017141C9B9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0202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a one-column layout. Click to add content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6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4EB3013-FCB4-1B4E-A9F2-FD57CF727C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804E26-084A-C117-4E65-6596BFFEAA37}"/>
              </a:ext>
            </a:extLst>
          </p:cNvPr>
          <p:cNvSpPr/>
          <p:nvPr userDrawn="1"/>
        </p:nvSpPr>
        <p:spPr>
          <a:xfrm>
            <a:off x="312373" y="315081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9D6B76-B184-2FAB-753A-DA44966938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67942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4EB3013-FCB4-1B4E-A9F2-FD57CF727C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DF030C6-4472-B0B9-85E0-5BB4281854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5580000" cy="5328857"/>
          </a:xfrm>
          <a:prstGeom prst="rect">
            <a:avLst/>
          </a:prstGeom>
        </p:spPr>
        <p:txBody>
          <a:bodyPr tIns="0" rIns="0" bIns="0" numCol="2" spcCol="540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a two-column layout. Click to add content. 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8D63629-EEFE-3274-3106-D43FF44EB8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4514" y="1105495"/>
            <a:ext cx="5580000" cy="5328857"/>
          </a:xfrm>
          <a:prstGeom prst="rect">
            <a:avLst/>
          </a:prstGeom>
        </p:spPr>
        <p:txBody>
          <a:bodyPr tIns="0" rIns="0" bIns="0" numCol="2" spcCol="540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a two-column layout. Click to add content. </a:t>
            </a:r>
          </a:p>
        </p:txBody>
      </p:sp>
      <p:sp>
        <p:nvSpPr>
          <p:cNvPr id="9" name="タイトル プレースホルダ 1">
            <a:extLst>
              <a:ext uri="{FF2B5EF4-FFF2-40B4-BE49-F238E27FC236}">
                <a16:creationId xmlns:a16="http://schemas.microsoft.com/office/drawing/2014/main" id="{118ED9F5-CC62-DC37-5B4B-EB202D6D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2D0F190-8551-F7DC-9CB0-2E5DCFFD97F9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BB662F-B283-DFEE-1AF9-F4BCB98FB4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48252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709C50A-25A5-7641-AAFB-B85296034B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6969" y="6194344"/>
            <a:ext cx="2678060" cy="16061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5DA52-BBAF-EA48-AEC6-EA08F428CF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2293937"/>
            <a:ext cx="11591925" cy="2270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000" b="0" i="0"/>
            </a:lvl1pPr>
          </a:lstStyle>
          <a:p>
            <a:pPr lvl="0"/>
            <a:r>
              <a:rPr lang="en-US" dirty="0"/>
              <a:t>Thank You</a:t>
            </a:r>
            <a:endParaRPr lang="en-JP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D03A3F-FF72-352A-2779-81D5BC1225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74295" y="6503240"/>
            <a:ext cx="3876475" cy="23565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7485293-AFF2-49B2-9DBC-23659691D4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9765" y="5110665"/>
            <a:ext cx="2172467" cy="119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4175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5DA52-BBAF-EA48-AEC6-EA08F428CF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371959"/>
            <a:ext cx="11591925" cy="60447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3000" b="0" i="0"/>
            </a:lvl1pPr>
          </a:lstStyle>
          <a:p>
            <a:pPr lvl="0"/>
            <a:r>
              <a:rPr lang="en-US" dirty="0"/>
              <a:t>Blank slide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226569479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dvance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0DD41-BD6B-7941-8305-67EF42EC2B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4486BE7-E24B-D445-B95D-8D976B5C59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6929" y="3575904"/>
            <a:ext cx="5708650" cy="2840771"/>
          </a:xfrm>
        </p:spPr>
        <p:txBody>
          <a:bodyPr tIns="0" rIns="0" bIns="0" numCol="1"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F66F056-E301-3942-8399-963B744AD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4625"/>
            <a:ext cx="4114800" cy="19450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3" name="スライド番号プレースホルダ 5">
            <a:extLst>
              <a:ext uri="{FF2B5EF4-FFF2-40B4-BE49-F238E27FC236}">
                <a16:creationId xmlns:a16="http://schemas.microsoft.com/office/drawing/2014/main" id="{3247B7AF-EE58-F847-A606-0F6623504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1D9C203-575D-DE43-B0D0-0D00DFD467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078" y="6524625"/>
            <a:ext cx="6968348" cy="203989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8" name="タイトル プレースホルダ 1">
            <a:extLst>
              <a:ext uri="{FF2B5EF4-FFF2-40B4-BE49-F238E27FC236}">
                <a16:creationId xmlns:a16="http://schemas.microsoft.com/office/drawing/2014/main" id="{AB0B1149-693D-5285-4784-C2803D5CE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27FB4AA-447D-663A-322D-135A4260448E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26C365E-1BD7-81FD-AC5D-834842D5C9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95002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BB454FD-9C16-FC47-B46E-6675394572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3726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68F3A49-7287-1C4D-93C8-50E3C0B4F1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99967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1" name="Footer Placeholder 8">
            <a:extLst>
              <a:ext uri="{FF2B5EF4-FFF2-40B4-BE49-F238E27FC236}">
                <a16:creationId xmlns:a16="http://schemas.microsoft.com/office/drawing/2014/main" id="{519BC59F-4516-0043-8BAC-F9FE45B6A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854E474F-30B0-604E-9699-287AC57CA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9681050-C142-4F4F-B3C6-6F52F3C55C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10504E2-40F0-054E-8424-D247EF2CA2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073E75F2-7FFB-DC4C-8964-799372FCF5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E858A0F9-5241-6093-5A33-96A186F887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8CC6E74-9838-ECA1-9DF4-5604DF81DB67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B76537F-71B3-A911-0F04-9B81756902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22833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dvanced 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2768935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B44FCC3-4D78-4B4B-9954-8DDD611141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6854" y="3575904"/>
            <a:ext cx="2768935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6524CA2-DA30-114C-A9B8-F8DAEF9E73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6210" y="3575904"/>
            <a:ext cx="2768935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4E9AB09-73AA-7B44-80FD-2915C36CE5D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1915" y="3575904"/>
            <a:ext cx="2768935" cy="2840771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3" name="Footer Placeholder 8">
            <a:extLst>
              <a:ext uri="{FF2B5EF4-FFF2-40B4-BE49-F238E27FC236}">
                <a16:creationId xmlns:a16="http://schemas.microsoft.com/office/drawing/2014/main" id="{5847D930-C86A-4141-9E53-F3E327246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09D7D5A4-06C4-C54C-808E-ACD16F70C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5802A203-D793-AA49-9119-D4973F036D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673EA04-611C-E54E-B4A1-0F235FB0C4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77E6AC5-CFE4-4546-9BBE-B5899CCF3B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999D44B1-A10A-21BB-E690-618A9F2F8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B211E3-C034-1A68-82A5-FCD5656FA296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7A44858-3393-BB14-FA26-BD4905061C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314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B3311DE3-EC35-4C49-805E-57AB2D90E99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317111" y="1093767"/>
            <a:ext cx="7874889" cy="5324194"/>
          </a:xfrm>
          <a:custGeom>
            <a:avLst/>
            <a:gdLst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594674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754331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8375094"/>
              <a:gd name="connsiteY0" fmla="*/ 505049 h 5434275"/>
              <a:gd name="connsiteX1" fmla="*/ 393682 w 8375094"/>
              <a:gd name="connsiteY1" fmla="*/ 111367 h 5434275"/>
              <a:gd name="connsiteX2" fmla="*/ 7754331 w 8375094"/>
              <a:gd name="connsiteY2" fmla="*/ 111367 h 5434275"/>
              <a:gd name="connsiteX3" fmla="*/ 7988356 w 8375094"/>
              <a:gd name="connsiteY3" fmla="*/ 505049 h 5434275"/>
              <a:gd name="connsiteX4" fmla="*/ 7988356 w 8375094"/>
              <a:gd name="connsiteY4" fmla="*/ 5040593 h 5434275"/>
              <a:gd name="connsiteX5" fmla="*/ 7594674 w 8375094"/>
              <a:gd name="connsiteY5" fmla="*/ 5434275 h 5434275"/>
              <a:gd name="connsiteX6" fmla="*/ 393682 w 8375094"/>
              <a:gd name="connsiteY6" fmla="*/ 5434275 h 5434275"/>
              <a:gd name="connsiteX7" fmla="*/ 0 w 8375094"/>
              <a:gd name="connsiteY7" fmla="*/ 5040593 h 5434275"/>
              <a:gd name="connsiteX8" fmla="*/ 0 w 8375094"/>
              <a:gd name="connsiteY8" fmla="*/ 505049 h 5434275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7996897"/>
              <a:gd name="connsiteY0" fmla="*/ 758810 h 5688036"/>
              <a:gd name="connsiteX1" fmla="*/ 393682 w 7996897"/>
              <a:gd name="connsiteY1" fmla="*/ 365128 h 5688036"/>
              <a:gd name="connsiteX2" fmla="*/ 7754331 w 7996897"/>
              <a:gd name="connsiteY2" fmla="*/ 365128 h 5688036"/>
              <a:gd name="connsiteX3" fmla="*/ 7988356 w 7996897"/>
              <a:gd name="connsiteY3" fmla="*/ 5294354 h 5688036"/>
              <a:gd name="connsiteX4" fmla="*/ 7594674 w 7996897"/>
              <a:gd name="connsiteY4" fmla="*/ 5688036 h 5688036"/>
              <a:gd name="connsiteX5" fmla="*/ 393682 w 7996897"/>
              <a:gd name="connsiteY5" fmla="*/ 5688036 h 5688036"/>
              <a:gd name="connsiteX6" fmla="*/ 0 w 7996897"/>
              <a:gd name="connsiteY6" fmla="*/ 5294354 h 5688036"/>
              <a:gd name="connsiteX7" fmla="*/ 0 w 7996897"/>
              <a:gd name="connsiteY7" fmla="*/ 758810 h 5688036"/>
              <a:gd name="connsiteX0" fmla="*/ 0 w 8074482"/>
              <a:gd name="connsiteY0" fmla="*/ 752721 h 5681947"/>
              <a:gd name="connsiteX1" fmla="*/ 393682 w 8074482"/>
              <a:gd name="connsiteY1" fmla="*/ 359039 h 5681947"/>
              <a:gd name="connsiteX2" fmla="*/ 7952039 w 8074482"/>
              <a:gd name="connsiteY2" fmla="*/ 367277 h 5681947"/>
              <a:gd name="connsiteX3" fmla="*/ 7988356 w 8074482"/>
              <a:gd name="connsiteY3" fmla="*/ 5288265 h 5681947"/>
              <a:gd name="connsiteX4" fmla="*/ 7594674 w 8074482"/>
              <a:gd name="connsiteY4" fmla="*/ 5681947 h 5681947"/>
              <a:gd name="connsiteX5" fmla="*/ 393682 w 8074482"/>
              <a:gd name="connsiteY5" fmla="*/ 5681947 h 5681947"/>
              <a:gd name="connsiteX6" fmla="*/ 0 w 8074482"/>
              <a:gd name="connsiteY6" fmla="*/ 5288265 h 5681947"/>
              <a:gd name="connsiteX7" fmla="*/ 0 w 8074482"/>
              <a:gd name="connsiteY7" fmla="*/ 752721 h 5681947"/>
              <a:gd name="connsiteX0" fmla="*/ 0 w 8074482"/>
              <a:gd name="connsiteY0" fmla="*/ 393682 h 5322908"/>
              <a:gd name="connsiteX1" fmla="*/ 393682 w 8074482"/>
              <a:gd name="connsiteY1" fmla="*/ 0 h 5322908"/>
              <a:gd name="connsiteX2" fmla="*/ 7952039 w 8074482"/>
              <a:gd name="connsiteY2" fmla="*/ 8238 h 5322908"/>
              <a:gd name="connsiteX3" fmla="*/ 7988356 w 8074482"/>
              <a:gd name="connsiteY3" fmla="*/ 4929226 h 5322908"/>
              <a:gd name="connsiteX4" fmla="*/ 7594674 w 8074482"/>
              <a:gd name="connsiteY4" fmla="*/ 5322908 h 5322908"/>
              <a:gd name="connsiteX5" fmla="*/ 393682 w 8074482"/>
              <a:gd name="connsiteY5" fmla="*/ 5322908 h 5322908"/>
              <a:gd name="connsiteX6" fmla="*/ 0 w 8074482"/>
              <a:gd name="connsiteY6" fmla="*/ 4929226 h 5322908"/>
              <a:gd name="connsiteX7" fmla="*/ 0 w 8074482"/>
              <a:gd name="connsiteY7" fmla="*/ 393682 h 5322908"/>
              <a:gd name="connsiteX0" fmla="*/ 0 w 7997034"/>
              <a:gd name="connsiteY0" fmla="*/ 393682 h 5322908"/>
              <a:gd name="connsiteX1" fmla="*/ 393682 w 7997034"/>
              <a:gd name="connsiteY1" fmla="*/ 0 h 5322908"/>
              <a:gd name="connsiteX2" fmla="*/ 7952039 w 7997034"/>
              <a:gd name="connsiteY2" fmla="*/ 8238 h 5322908"/>
              <a:gd name="connsiteX3" fmla="*/ 7988356 w 7997034"/>
              <a:gd name="connsiteY3" fmla="*/ 4929226 h 5322908"/>
              <a:gd name="connsiteX4" fmla="*/ 7594674 w 7997034"/>
              <a:gd name="connsiteY4" fmla="*/ 5322908 h 5322908"/>
              <a:gd name="connsiteX5" fmla="*/ 393682 w 7997034"/>
              <a:gd name="connsiteY5" fmla="*/ 5322908 h 5322908"/>
              <a:gd name="connsiteX6" fmla="*/ 0 w 7997034"/>
              <a:gd name="connsiteY6" fmla="*/ 4929226 h 5322908"/>
              <a:gd name="connsiteX7" fmla="*/ 0 w 7997034"/>
              <a:gd name="connsiteY7" fmla="*/ 393682 h 5322908"/>
              <a:gd name="connsiteX0" fmla="*/ 0 w 8001873"/>
              <a:gd name="connsiteY0" fmla="*/ 393682 h 5322908"/>
              <a:gd name="connsiteX1" fmla="*/ 393682 w 8001873"/>
              <a:gd name="connsiteY1" fmla="*/ 0 h 5322908"/>
              <a:gd name="connsiteX2" fmla="*/ 7975852 w 8001873"/>
              <a:gd name="connsiteY2" fmla="*/ 8238 h 5322908"/>
              <a:gd name="connsiteX3" fmla="*/ 7988356 w 8001873"/>
              <a:gd name="connsiteY3" fmla="*/ 4929226 h 5322908"/>
              <a:gd name="connsiteX4" fmla="*/ 7594674 w 8001873"/>
              <a:gd name="connsiteY4" fmla="*/ 5322908 h 5322908"/>
              <a:gd name="connsiteX5" fmla="*/ 393682 w 8001873"/>
              <a:gd name="connsiteY5" fmla="*/ 5322908 h 5322908"/>
              <a:gd name="connsiteX6" fmla="*/ 0 w 8001873"/>
              <a:gd name="connsiteY6" fmla="*/ 4929226 h 5322908"/>
              <a:gd name="connsiteX7" fmla="*/ 0 w 8001873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8238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3476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7998730"/>
              <a:gd name="connsiteY0" fmla="*/ 393682 h 5322908"/>
              <a:gd name="connsiteX1" fmla="*/ 393682 w 7998730"/>
              <a:gd name="connsiteY1" fmla="*/ 0 h 5322908"/>
              <a:gd name="connsiteX2" fmla="*/ 7971090 w 7998730"/>
              <a:gd name="connsiteY2" fmla="*/ 3476 h 5322908"/>
              <a:gd name="connsiteX3" fmla="*/ 7988356 w 7998730"/>
              <a:gd name="connsiteY3" fmla="*/ 4929226 h 5322908"/>
              <a:gd name="connsiteX4" fmla="*/ 7594674 w 7998730"/>
              <a:gd name="connsiteY4" fmla="*/ 5322908 h 5322908"/>
              <a:gd name="connsiteX5" fmla="*/ 393682 w 7998730"/>
              <a:gd name="connsiteY5" fmla="*/ 5322908 h 5322908"/>
              <a:gd name="connsiteX6" fmla="*/ 0 w 7998730"/>
              <a:gd name="connsiteY6" fmla="*/ 4929226 h 5322908"/>
              <a:gd name="connsiteX7" fmla="*/ 0 w 7998730"/>
              <a:gd name="connsiteY7" fmla="*/ 393682 h 5322908"/>
              <a:gd name="connsiteX0" fmla="*/ 0 w 7999733"/>
              <a:gd name="connsiteY0" fmla="*/ 394968 h 5324194"/>
              <a:gd name="connsiteX1" fmla="*/ 393682 w 7999733"/>
              <a:gd name="connsiteY1" fmla="*/ 1286 h 5324194"/>
              <a:gd name="connsiteX2" fmla="*/ 7975853 w 7999733"/>
              <a:gd name="connsiteY2" fmla="*/ 0 h 5324194"/>
              <a:gd name="connsiteX3" fmla="*/ 7988356 w 7999733"/>
              <a:gd name="connsiteY3" fmla="*/ 4930512 h 5324194"/>
              <a:gd name="connsiteX4" fmla="*/ 7594674 w 7999733"/>
              <a:gd name="connsiteY4" fmla="*/ 5324194 h 5324194"/>
              <a:gd name="connsiteX5" fmla="*/ 393682 w 7999733"/>
              <a:gd name="connsiteY5" fmla="*/ 5324194 h 5324194"/>
              <a:gd name="connsiteX6" fmla="*/ 0 w 7999733"/>
              <a:gd name="connsiteY6" fmla="*/ 4930512 h 5324194"/>
              <a:gd name="connsiteX7" fmla="*/ 0 w 7999733"/>
              <a:gd name="connsiteY7" fmla="*/ 394968 h 5324194"/>
              <a:gd name="connsiteX0" fmla="*/ 0 w 8727594"/>
              <a:gd name="connsiteY0" fmla="*/ 394968 h 5324194"/>
              <a:gd name="connsiteX1" fmla="*/ 393682 w 8727594"/>
              <a:gd name="connsiteY1" fmla="*/ 1286 h 5324194"/>
              <a:gd name="connsiteX2" fmla="*/ 7975853 w 8727594"/>
              <a:gd name="connsiteY2" fmla="*/ 0 h 5324194"/>
              <a:gd name="connsiteX3" fmla="*/ 7594674 w 8727594"/>
              <a:gd name="connsiteY3" fmla="*/ 5324194 h 5324194"/>
              <a:gd name="connsiteX4" fmla="*/ 393682 w 8727594"/>
              <a:gd name="connsiteY4" fmla="*/ 5324194 h 5324194"/>
              <a:gd name="connsiteX5" fmla="*/ 0 w 8727594"/>
              <a:gd name="connsiteY5" fmla="*/ 4930512 h 5324194"/>
              <a:gd name="connsiteX6" fmla="*/ 0 w 8727594"/>
              <a:gd name="connsiteY6" fmla="*/ 394968 h 5324194"/>
              <a:gd name="connsiteX0" fmla="*/ 0 w 8907174"/>
              <a:gd name="connsiteY0" fmla="*/ 394968 h 5324194"/>
              <a:gd name="connsiteX1" fmla="*/ 393682 w 8907174"/>
              <a:gd name="connsiteY1" fmla="*/ 1286 h 5324194"/>
              <a:gd name="connsiteX2" fmla="*/ 7975853 w 8907174"/>
              <a:gd name="connsiteY2" fmla="*/ 0 h 5324194"/>
              <a:gd name="connsiteX3" fmla="*/ 7989961 w 8907174"/>
              <a:gd name="connsiteY3" fmla="*/ 5324194 h 5324194"/>
              <a:gd name="connsiteX4" fmla="*/ 393682 w 8907174"/>
              <a:gd name="connsiteY4" fmla="*/ 5324194 h 5324194"/>
              <a:gd name="connsiteX5" fmla="*/ 0 w 8907174"/>
              <a:gd name="connsiteY5" fmla="*/ 4930512 h 5324194"/>
              <a:gd name="connsiteX6" fmla="*/ 0 w 8907174"/>
              <a:gd name="connsiteY6" fmla="*/ 394968 h 5324194"/>
              <a:gd name="connsiteX0" fmla="*/ 0 w 8513309"/>
              <a:gd name="connsiteY0" fmla="*/ 394968 h 5324194"/>
              <a:gd name="connsiteX1" fmla="*/ 393682 w 8513309"/>
              <a:gd name="connsiteY1" fmla="*/ 1286 h 5324194"/>
              <a:gd name="connsiteX2" fmla="*/ 7975853 w 8513309"/>
              <a:gd name="connsiteY2" fmla="*/ 0 h 5324194"/>
              <a:gd name="connsiteX3" fmla="*/ 7989961 w 8513309"/>
              <a:gd name="connsiteY3" fmla="*/ 5324194 h 5324194"/>
              <a:gd name="connsiteX4" fmla="*/ 393682 w 8513309"/>
              <a:gd name="connsiteY4" fmla="*/ 5324194 h 5324194"/>
              <a:gd name="connsiteX5" fmla="*/ 0 w 8513309"/>
              <a:gd name="connsiteY5" fmla="*/ 4930512 h 5324194"/>
              <a:gd name="connsiteX6" fmla="*/ 0 w 8513309"/>
              <a:gd name="connsiteY6" fmla="*/ 394968 h 5324194"/>
              <a:gd name="connsiteX0" fmla="*/ 0 w 8510814"/>
              <a:gd name="connsiteY0" fmla="*/ 394968 h 5324194"/>
              <a:gd name="connsiteX1" fmla="*/ 393682 w 8510814"/>
              <a:gd name="connsiteY1" fmla="*/ 1286 h 5324194"/>
              <a:gd name="connsiteX2" fmla="*/ 7975853 w 8510814"/>
              <a:gd name="connsiteY2" fmla="*/ 0 h 5324194"/>
              <a:gd name="connsiteX3" fmla="*/ 7980436 w 8510814"/>
              <a:gd name="connsiteY3" fmla="*/ 5324194 h 5324194"/>
              <a:gd name="connsiteX4" fmla="*/ 393682 w 8510814"/>
              <a:gd name="connsiteY4" fmla="*/ 5324194 h 5324194"/>
              <a:gd name="connsiteX5" fmla="*/ 0 w 8510814"/>
              <a:gd name="connsiteY5" fmla="*/ 4930512 h 5324194"/>
              <a:gd name="connsiteX6" fmla="*/ 0 w 8510814"/>
              <a:gd name="connsiteY6" fmla="*/ 394968 h 5324194"/>
              <a:gd name="connsiteX0" fmla="*/ 0 w 7981082"/>
              <a:gd name="connsiteY0" fmla="*/ 394968 h 5324194"/>
              <a:gd name="connsiteX1" fmla="*/ 393682 w 7981082"/>
              <a:gd name="connsiteY1" fmla="*/ 1286 h 5324194"/>
              <a:gd name="connsiteX2" fmla="*/ 7975853 w 7981082"/>
              <a:gd name="connsiteY2" fmla="*/ 0 h 5324194"/>
              <a:gd name="connsiteX3" fmla="*/ 7980436 w 7981082"/>
              <a:gd name="connsiteY3" fmla="*/ 5324194 h 5324194"/>
              <a:gd name="connsiteX4" fmla="*/ 393682 w 7981082"/>
              <a:gd name="connsiteY4" fmla="*/ 5324194 h 5324194"/>
              <a:gd name="connsiteX5" fmla="*/ 0 w 7981082"/>
              <a:gd name="connsiteY5" fmla="*/ 4930512 h 5324194"/>
              <a:gd name="connsiteX6" fmla="*/ 0 w 7981082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873751"/>
              <a:gd name="connsiteY0" fmla="*/ 394968 h 5324194"/>
              <a:gd name="connsiteX1" fmla="*/ 393682 w 7873751"/>
              <a:gd name="connsiteY1" fmla="*/ 1286 h 5324194"/>
              <a:gd name="connsiteX2" fmla="*/ 7870345 w 7873751"/>
              <a:gd name="connsiteY2" fmla="*/ 0 h 5324194"/>
              <a:gd name="connsiteX3" fmla="*/ 7872330 w 7873751"/>
              <a:gd name="connsiteY3" fmla="*/ 5324194 h 5324194"/>
              <a:gd name="connsiteX4" fmla="*/ 393682 w 7873751"/>
              <a:gd name="connsiteY4" fmla="*/ 5324194 h 5324194"/>
              <a:gd name="connsiteX5" fmla="*/ 0 w 7873751"/>
              <a:gd name="connsiteY5" fmla="*/ 4930512 h 5324194"/>
              <a:gd name="connsiteX6" fmla="*/ 0 w 7873751"/>
              <a:gd name="connsiteY6" fmla="*/ 394968 h 5324194"/>
              <a:gd name="connsiteX0" fmla="*/ 0 w 7876724"/>
              <a:gd name="connsiteY0" fmla="*/ 394968 h 5324194"/>
              <a:gd name="connsiteX1" fmla="*/ 393682 w 7876724"/>
              <a:gd name="connsiteY1" fmla="*/ 1286 h 5324194"/>
              <a:gd name="connsiteX2" fmla="*/ 7874849 w 7876724"/>
              <a:gd name="connsiteY2" fmla="*/ 0 h 5324194"/>
              <a:gd name="connsiteX3" fmla="*/ 7872330 w 7876724"/>
              <a:gd name="connsiteY3" fmla="*/ 5324194 h 5324194"/>
              <a:gd name="connsiteX4" fmla="*/ 393682 w 7876724"/>
              <a:gd name="connsiteY4" fmla="*/ 5324194 h 5324194"/>
              <a:gd name="connsiteX5" fmla="*/ 0 w 7876724"/>
              <a:gd name="connsiteY5" fmla="*/ 4930512 h 5324194"/>
              <a:gd name="connsiteX6" fmla="*/ 0 w 7876724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74889" h="5324194">
                <a:moveTo>
                  <a:pt x="0" y="394968"/>
                </a:moveTo>
                <a:cubicBezTo>
                  <a:pt x="0" y="177543"/>
                  <a:pt x="176257" y="1286"/>
                  <a:pt x="393682" y="1286"/>
                </a:cubicBezTo>
                <a:lnTo>
                  <a:pt x="7874849" y="0"/>
                </a:lnTo>
                <a:cubicBezTo>
                  <a:pt x="7875123" y="1077136"/>
                  <a:pt x="7873963" y="4446353"/>
                  <a:pt x="7872330" y="5324194"/>
                </a:cubicBezTo>
                <a:lnTo>
                  <a:pt x="393682" y="5324194"/>
                </a:lnTo>
                <a:cubicBezTo>
                  <a:pt x="176257" y="5324194"/>
                  <a:pt x="0" y="5147937"/>
                  <a:pt x="0" y="4930512"/>
                </a:cubicBezTo>
                <a:lnTo>
                  <a:pt x="0" y="394968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5"/>
            <a:ext cx="3751966" cy="2840500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E4ACE247-6DA5-F044-A880-12BDFE149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5" name="スライド番号プレースホルダ 5">
            <a:extLst>
              <a:ext uri="{FF2B5EF4-FFF2-40B4-BE49-F238E27FC236}">
                <a16:creationId xmlns:a16="http://schemas.microsoft.com/office/drawing/2014/main" id="{78815F79-70B9-A343-88C1-1B41F1510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6ACFB15D-3880-FB46-8B5A-E057FE4C9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F3CD883-F623-E54C-A27A-38B7EB9570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2D601E3-CC68-7845-AAF4-3AD141198B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490A1880-F2BA-C78C-65B7-F293390BC9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D9E508-C1B2-5F07-A1BE-09EA83F3CC6C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C4704A1-A0C7-6109-84F0-3C13A8507F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65478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dvanced _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8D5F5577-3F64-2049-A839-8C5C39554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D1F67940-C534-7E4A-ACD3-D94AF5FFD3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763AA1A-832E-D147-B41F-806ECDE44A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40500"/>
          </a:xfr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42B46CEA-C682-B846-A029-CD9FE12FF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A0BC325-8F09-754C-A71C-82A8AF93AF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6121FE7-559E-0846-8166-1968C2ECA7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5704886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981616AD-5FCE-F341-B307-479047B75A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5704886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88634D1C-11C1-2480-1737-DD44FA1BB0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13E8DF-24B0-E5DB-5A31-FAE4CE488476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D775D0D6-055C-A37D-CD93-5C2C8B52ED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06335" y="1093767"/>
            <a:ext cx="5880441" cy="5325543"/>
          </a:xfrm>
          <a:custGeom>
            <a:avLst/>
            <a:gdLst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594674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754331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8375094"/>
              <a:gd name="connsiteY0" fmla="*/ 505049 h 5434275"/>
              <a:gd name="connsiteX1" fmla="*/ 393682 w 8375094"/>
              <a:gd name="connsiteY1" fmla="*/ 111367 h 5434275"/>
              <a:gd name="connsiteX2" fmla="*/ 7754331 w 8375094"/>
              <a:gd name="connsiteY2" fmla="*/ 111367 h 5434275"/>
              <a:gd name="connsiteX3" fmla="*/ 7988356 w 8375094"/>
              <a:gd name="connsiteY3" fmla="*/ 505049 h 5434275"/>
              <a:gd name="connsiteX4" fmla="*/ 7988356 w 8375094"/>
              <a:gd name="connsiteY4" fmla="*/ 5040593 h 5434275"/>
              <a:gd name="connsiteX5" fmla="*/ 7594674 w 8375094"/>
              <a:gd name="connsiteY5" fmla="*/ 5434275 h 5434275"/>
              <a:gd name="connsiteX6" fmla="*/ 393682 w 8375094"/>
              <a:gd name="connsiteY6" fmla="*/ 5434275 h 5434275"/>
              <a:gd name="connsiteX7" fmla="*/ 0 w 8375094"/>
              <a:gd name="connsiteY7" fmla="*/ 5040593 h 5434275"/>
              <a:gd name="connsiteX8" fmla="*/ 0 w 8375094"/>
              <a:gd name="connsiteY8" fmla="*/ 505049 h 5434275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7996897"/>
              <a:gd name="connsiteY0" fmla="*/ 758810 h 5688036"/>
              <a:gd name="connsiteX1" fmla="*/ 393682 w 7996897"/>
              <a:gd name="connsiteY1" fmla="*/ 365128 h 5688036"/>
              <a:gd name="connsiteX2" fmla="*/ 7754331 w 7996897"/>
              <a:gd name="connsiteY2" fmla="*/ 365128 h 5688036"/>
              <a:gd name="connsiteX3" fmla="*/ 7988356 w 7996897"/>
              <a:gd name="connsiteY3" fmla="*/ 5294354 h 5688036"/>
              <a:gd name="connsiteX4" fmla="*/ 7594674 w 7996897"/>
              <a:gd name="connsiteY4" fmla="*/ 5688036 h 5688036"/>
              <a:gd name="connsiteX5" fmla="*/ 393682 w 7996897"/>
              <a:gd name="connsiteY5" fmla="*/ 5688036 h 5688036"/>
              <a:gd name="connsiteX6" fmla="*/ 0 w 7996897"/>
              <a:gd name="connsiteY6" fmla="*/ 5294354 h 5688036"/>
              <a:gd name="connsiteX7" fmla="*/ 0 w 7996897"/>
              <a:gd name="connsiteY7" fmla="*/ 758810 h 5688036"/>
              <a:gd name="connsiteX0" fmla="*/ 0 w 8074482"/>
              <a:gd name="connsiteY0" fmla="*/ 752721 h 5681947"/>
              <a:gd name="connsiteX1" fmla="*/ 393682 w 8074482"/>
              <a:gd name="connsiteY1" fmla="*/ 359039 h 5681947"/>
              <a:gd name="connsiteX2" fmla="*/ 7952039 w 8074482"/>
              <a:gd name="connsiteY2" fmla="*/ 367277 h 5681947"/>
              <a:gd name="connsiteX3" fmla="*/ 7988356 w 8074482"/>
              <a:gd name="connsiteY3" fmla="*/ 5288265 h 5681947"/>
              <a:gd name="connsiteX4" fmla="*/ 7594674 w 8074482"/>
              <a:gd name="connsiteY4" fmla="*/ 5681947 h 5681947"/>
              <a:gd name="connsiteX5" fmla="*/ 393682 w 8074482"/>
              <a:gd name="connsiteY5" fmla="*/ 5681947 h 5681947"/>
              <a:gd name="connsiteX6" fmla="*/ 0 w 8074482"/>
              <a:gd name="connsiteY6" fmla="*/ 5288265 h 5681947"/>
              <a:gd name="connsiteX7" fmla="*/ 0 w 8074482"/>
              <a:gd name="connsiteY7" fmla="*/ 752721 h 5681947"/>
              <a:gd name="connsiteX0" fmla="*/ 0 w 8074482"/>
              <a:gd name="connsiteY0" fmla="*/ 393682 h 5322908"/>
              <a:gd name="connsiteX1" fmla="*/ 393682 w 8074482"/>
              <a:gd name="connsiteY1" fmla="*/ 0 h 5322908"/>
              <a:gd name="connsiteX2" fmla="*/ 7952039 w 8074482"/>
              <a:gd name="connsiteY2" fmla="*/ 8238 h 5322908"/>
              <a:gd name="connsiteX3" fmla="*/ 7988356 w 8074482"/>
              <a:gd name="connsiteY3" fmla="*/ 4929226 h 5322908"/>
              <a:gd name="connsiteX4" fmla="*/ 7594674 w 8074482"/>
              <a:gd name="connsiteY4" fmla="*/ 5322908 h 5322908"/>
              <a:gd name="connsiteX5" fmla="*/ 393682 w 8074482"/>
              <a:gd name="connsiteY5" fmla="*/ 5322908 h 5322908"/>
              <a:gd name="connsiteX6" fmla="*/ 0 w 8074482"/>
              <a:gd name="connsiteY6" fmla="*/ 4929226 h 5322908"/>
              <a:gd name="connsiteX7" fmla="*/ 0 w 8074482"/>
              <a:gd name="connsiteY7" fmla="*/ 393682 h 5322908"/>
              <a:gd name="connsiteX0" fmla="*/ 0 w 7997034"/>
              <a:gd name="connsiteY0" fmla="*/ 393682 h 5322908"/>
              <a:gd name="connsiteX1" fmla="*/ 393682 w 7997034"/>
              <a:gd name="connsiteY1" fmla="*/ 0 h 5322908"/>
              <a:gd name="connsiteX2" fmla="*/ 7952039 w 7997034"/>
              <a:gd name="connsiteY2" fmla="*/ 8238 h 5322908"/>
              <a:gd name="connsiteX3" fmla="*/ 7988356 w 7997034"/>
              <a:gd name="connsiteY3" fmla="*/ 4929226 h 5322908"/>
              <a:gd name="connsiteX4" fmla="*/ 7594674 w 7997034"/>
              <a:gd name="connsiteY4" fmla="*/ 5322908 h 5322908"/>
              <a:gd name="connsiteX5" fmla="*/ 393682 w 7997034"/>
              <a:gd name="connsiteY5" fmla="*/ 5322908 h 5322908"/>
              <a:gd name="connsiteX6" fmla="*/ 0 w 7997034"/>
              <a:gd name="connsiteY6" fmla="*/ 4929226 h 5322908"/>
              <a:gd name="connsiteX7" fmla="*/ 0 w 7997034"/>
              <a:gd name="connsiteY7" fmla="*/ 393682 h 5322908"/>
              <a:gd name="connsiteX0" fmla="*/ 0 w 8001873"/>
              <a:gd name="connsiteY0" fmla="*/ 393682 h 5322908"/>
              <a:gd name="connsiteX1" fmla="*/ 393682 w 8001873"/>
              <a:gd name="connsiteY1" fmla="*/ 0 h 5322908"/>
              <a:gd name="connsiteX2" fmla="*/ 7975852 w 8001873"/>
              <a:gd name="connsiteY2" fmla="*/ 8238 h 5322908"/>
              <a:gd name="connsiteX3" fmla="*/ 7988356 w 8001873"/>
              <a:gd name="connsiteY3" fmla="*/ 4929226 h 5322908"/>
              <a:gd name="connsiteX4" fmla="*/ 7594674 w 8001873"/>
              <a:gd name="connsiteY4" fmla="*/ 5322908 h 5322908"/>
              <a:gd name="connsiteX5" fmla="*/ 393682 w 8001873"/>
              <a:gd name="connsiteY5" fmla="*/ 5322908 h 5322908"/>
              <a:gd name="connsiteX6" fmla="*/ 0 w 8001873"/>
              <a:gd name="connsiteY6" fmla="*/ 4929226 h 5322908"/>
              <a:gd name="connsiteX7" fmla="*/ 0 w 8001873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8238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3476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7998730"/>
              <a:gd name="connsiteY0" fmla="*/ 393682 h 5322908"/>
              <a:gd name="connsiteX1" fmla="*/ 393682 w 7998730"/>
              <a:gd name="connsiteY1" fmla="*/ 0 h 5322908"/>
              <a:gd name="connsiteX2" fmla="*/ 7971090 w 7998730"/>
              <a:gd name="connsiteY2" fmla="*/ 3476 h 5322908"/>
              <a:gd name="connsiteX3" fmla="*/ 7988356 w 7998730"/>
              <a:gd name="connsiteY3" fmla="*/ 4929226 h 5322908"/>
              <a:gd name="connsiteX4" fmla="*/ 7594674 w 7998730"/>
              <a:gd name="connsiteY4" fmla="*/ 5322908 h 5322908"/>
              <a:gd name="connsiteX5" fmla="*/ 393682 w 7998730"/>
              <a:gd name="connsiteY5" fmla="*/ 5322908 h 5322908"/>
              <a:gd name="connsiteX6" fmla="*/ 0 w 7998730"/>
              <a:gd name="connsiteY6" fmla="*/ 4929226 h 5322908"/>
              <a:gd name="connsiteX7" fmla="*/ 0 w 7998730"/>
              <a:gd name="connsiteY7" fmla="*/ 393682 h 5322908"/>
              <a:gd name="connsiteX0" fmla="*/ 0 w 7999733"/>
              <a:gd name="connsiteY0" fmla="*/ 394968 h 5324194"/>
              <a:gd name="connsiteX1" fmla="*/ 393682 w 7999733"/>
              <a:gd name="connsiteY1" fmla="*/ 1286 h 5324194"/>
              <a:gd name="connsiteX2" fmla="*/ 7975853 w 7999733"/>
              <a:gd name="connsiteY2" fmla="*/ 0 h 5324194"/>
              <a:gd name="connsiteX3" fmla="*/ 7988356 w 7999733"/>
              <a:gd name="connsiteY3" fmla="*/ 4930512 h 5324194"/>
              <a:gd name="connsiteX4" fmla="*/ 7594674 w 7999733"/>
              <a:gd name="connsiteY4" fmla="*/ 5324194 h 5324194"/>
              <a:gd name="connsiteX5" fmla="*/ 393682 w 7999733"/>
              <a:gd name="connsiteY5" fmla="*/ 5324194 h 5324194"/>
              <a:gd name="connsiteX6" fmla="*/ 0 w 7999733"/>
              <a:gd name="connsiteY6" fmla="*/ 4930512 h 5324194"/>
              <a:gd name="connsiteX7" fmla="*/ 0 w 7999733"/>
              <a:gd name="connsiteY7" fmla="*/ 394968 h 5324194"/>
              <a:gd name="connsiteX0" fmla="*/ 0 w 8727594"/>
              <a:gd name="connsiteY0" fmla="*/ 394968 h 5324194"/>
              <a:gd name="connsiteX1" fmla="*/ 393682 w 8727594"/>
              <a:gd name="connsiteY1" fmla="*/ 1286 h 5324194"/>
              <a:gd name="connsiteX2" fmla="*/ 7975853 w 8727594"/>
              <a:gd name="connsiteY2" fmla="*/ 0 h 5324194"/>
              <a:gd name="connsiteX3" fmla="*/ 7594674 w 8727594"/>
              <a:gd name="connsiteY3" fmla="*/ 5324194 h 5324194"/>
              <a:gd name="connsiteX4" fmla="*/ 393682 w 8727594"/>
              <a:gd name="connsiteY4" fmla="*/ 5324194 h 5324194"/>
              <a:gd name="connsiteX5" fmla="*/ 0 w 8727594"/>
              <a:gd name="connsiteY5" fmla="*/ 4930512 h 5324194"/>
              <a:gd name="connsiteX6" fmla="*/ 0 w 8727594"/>
              <a:gd name="connsiteY6" fmla="*/ 394968 h 5324194"/>
              <a:gd name="connsiteX0" fmla="*/ 0 w 8907174"/>
              <a:gd name="connsiteY0" fmla="*/ 394968 h 5324194"/>
              <a:gd name="connsiteX1" fmla="*/ 393682 w 8907174"/>
              <a:gd name="connsiteY1" fmla="*/ 1286 h 5324194"/>
              <a:gd name="connsiteX2" fmla="*/ 7975853 w 8907174"/>
              <a:gd name="connsiteY2" fmla="*/ 0 h 5324194"/>
              <a:gd name="connsiteX3" fmla="*/ 7989961 w 8907174"/>
              <a:gd name="connsiteY3" fmla="*/ 5324194 h 5324194"/>
              <a:gd name="connsiteX4" fmla="*/ 393682 w 8907174"/>
              <a:gd name="connsiteY4" fmla="*/ 5324194 h 5324194"/>
              <a:gd name="connsiteX5" fmla="*/ 0 w 8907174"/>
              <a:gd name="connsiteY5" fmla="*/ 4930512 h 5324194"/>
              <a:gd name="connsiteX6" fmla="*/ 0 w 8907174"/>
              <a:gd name="connsiteY6" fmla="*/ 394968 h 5324194"/>
              <a:gd name="connsiteX0" fmla="*/ 0 w 8513309"/>
              <a:gd name="connsiteY0" fmla="*/ 394968 h 5324194"/>
              <a:gd name="connsiteX1" fmla="*/ 393682 w 8513309"/>
              <a:gd name="connsiteY1" fmla="*/ 1286 h 5324194"/>
              <a:gd name="connsiteX2" fmla="*/ 7975853 w 8513309"/>
              <a:gd name="connsiteY2" fmla="*/ 0 h 5324194"/>
              <a:gd name="connsiteX3" fmla="*/ 7989961 w 8513309"/>
              <a:gd name="connsiteY3" fmla="*/ 5324194 h 5324194"/>
              <a:gd name="connsiteX4" fmla="*/ 393682 w 8513309"/>
              <a:gd name="connsiteY4" fmla="*/ 5324194 h 5324194"/>
              <a:gd name="connsiteX5" fmla="*/ 0 w 8513309"/>
              <a:gd name="connsiteY5" fmla="*/ 4930512 h 5324194"/>
              <a:gd name="connsiteX6" fmla="*/ 0 w 8513309"/>
              <a:gd name="connsiteY6" fmla="*/ 394968 h 5324194"/>
              <a:gd name="connsiteX0" fmla="*/ 0 w 8510814"/>
              <a:gd name="connsiteY0" fmla="*/ 394968 h 5324194"/>
              <a:gd name="connsiteX1" fmla="*/ 393682 w 8510814"/>
              <a:gd name="connsiteY1" fmla="*/ 1286 h 5324194"/>
              <a:gd name="connsiteX2" fmla="*/ 7975853 w 8510814"/>
              <a:gd name="connsiteY2" fmla="*/ 0 h 5324194"/>
              <a:gd name="connsiteX3" fmla="*/ 7980436 w 8510814"/>
              <a:gd name="connsiteY3" fmla="*/ 5324194 h 5324194"/>
              <a:gd name="connsiteX4" fmla="*/ 393682 w 8510814"/>
              <a:gd name="connsiteY4" fmla="*/ 5324194 h 5324194"/>
              <a:gd name="connsiteX5" fmla="*/ 0 w 8510814"/>
              <a:gd name="connsiteY5" fmla="*/ 4930512 h 5324194"/>
              <a:gd name="connsiteX6" fmla="*/ 0 w 8510814"/>
              <a:gd name="connsiteY6" fmla="*/ 394968 h 5324194"/>
              <a:gd name="connsiteX0" fmla="*/ 0 w 7981082"/>
              <a:gd name="connsiteY0" fmla="*/ 394968 h 5324194"/>
              <a:gd name="connsiteX1" fmla="*/ 393682 w 7981082"/>
              <a:gd name="connsiteY1" fmla="*/ 1286 h 5324194"/>
              <a:gd name="connsiteX2" fmla="*/ 7975853 w 7981082"/>
              <a:gd name="connsiteY2" fmla="*/ 0 h 5324194"/>
              <a:gd name="connsiteX3" fmla="*/ 7980436 w 7981082"/>
              <a:gd name="connsiteY3" fmla="*/ 5324194 h 5324194"/>
              <a:gd name="connsiteX4" fmla="*/ 393682 w 7981082"/>
              <a:gd name="connsiteY4" fmla="*/ 5324194 h 5324194"/>
              <a:gd name="connsiteX5" fmla="*/ 0 w 7981082"/>
              <a:gd name="connsiteY5" fmla="*/ 4930512 h 5324194"/>
              <a:gd name="connsiteX6" fmla="*/ 0 w 7981082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873751"/>
              <a:gd name="connsiteY0" fmla="*/ 394968 h 5324194"/>
              <a:gd name="connsiteX1" fmla="*/ 393682 w 7873751"/>
              <a:gd name="connsiteY1" fmla="*/ 1286 h 5324194"/>
              <a:gd name="connsiteX2" fmla="*/ 7870345 w 7873751"/>
              <a:gd name="connsiteY2" fmla="*/ 0 h 5324194"/>
              <a:gd name="connsiteX3" fmla="*/ 7872330 w 7873751"/>
              <a:gd name="connsiteY3" fmla="*/ 5324194 h 5324194"/>
              <a:gd name="connsiteX4" fmla="*/ 393682 w 7873751"/>
              <a:gd name="connsiteY4" fmla="*/ 5324194 h 5324194"/>
              <a:gd name="connsiteX5" fmla="*/ 0 w 7873751"/>
              <a:gd name="connsiteY5" fmla="*/ 4930512 h 5324194"/>
              <a:gd name="connsiteX6" fmla="*/ 0 w 7873751"/>
              <a:gd name="connsiteY6" fmla="*/ 394968 h 5324194"/>
              <a:gd name="connsiteX0" fmla="*/ 0 w 7876724"/>
              <a:gd name="connsiteY0" fmla="*/ 394968 h 5324194"/>
              <a:gd name="connsiteX1" fmla="*/ 393682 w 7876724"/>
              <a:gd name="connsiteY1" fmla="*/ 1286 h 5324194"/>
              <a:gd name="connsiteX2" fmla="*/ 7874849 w 7876724"/>
              <a:gd name="connsiteY2" fmla="*/ 0 h 5324194"/>
              <a:gd name="connsiteX3" fmla="*/ 7872330 w 7876724"/>
              <a:gd name="connsiteY3" fmla="*/ 5324194 h 5324194"/>
              <a:gd name="connsiteX4" fmla="*/ 393682 w 7876724"/>
              <a:gd name="connsiteY4" fmla="*/ 5324194 h 5324194"/>
              <a:gd name="connsiteX5" fmla="*/ 0 w 7876724"/>
              <a:gd name="connsiteY5" fmla="*/ 4930512 h 5324194"/>
              <a:gd name="connsiteX6" fmla="*/ 0 w 7876724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2331"/>
              <a:gd name="connsiteY0" fmla="*/ 394968 h 5324194"/>
              <a:gd name="connsiteX1" fmla="*/ 393682 w 7872331"/>
              <a:gd name="connsiteY1" fmla="*/ 1286 h 5324194"/>
              <a:gd name="connsiteX2" fmla="*/ 5876715 w 7872331"/>
              <a:gd name="connsiteY2" fmla="*/ 0 h 5324194"/>
              <a:gd name="connsiteX3" fmla="*/ 7872330 w 7872331"/>
              <a:gd name="connsiteY3" fmla="*/ 5324194 h 5324194"/>
              <a:gd name="connsiteX4" fmla="*/ 393682 w 7872331"/>
              <a:gd name="connsiteY4" fmla="*/ 5324194 h 5324194"/>
              <a:gd name="connsiteX5" fmla="*/ 0 w 7872331"/>
              <a:gd name="connsiteY5" fmla="*/ 4930512 h 5324194"/>
              <a:gd name="connsiteX6" fmla="*/ 0 w 7872331"/>
              <a:gd name="connsiteY6" fmla="*/ 394968 h 5324194"/>
              <a:gd name="connsiteX0" fmla="*/ 0 w 5885664"/>
              <a:gd name="connsiteY0" fmla="*/ 394968 h 5335483"/>
              <a:gd name="connsiteX1" fmla="*/ 393682 w 5885664"/>
              <a:gd name="connsiteY1" fmla="*/ 1286 h 5335483"/>
              <a:gd name="connsiteX2" fmla="*/ 5876715 w 5885664"/>
              <a:gd name="connsiteY2" fmla="*/ 0 h 5335483"/>
              <a:gd name="connsiteX3" fmla="*/ 5885486 w 5885664"/>
              <a:gd name="connsiteY3" fmla="*/ 5335483 h 5335483"/>
              <a:gd name="connsiteX4" fmla="*/ 393682 w 5885664"/>
              <a:gd name="connsiteY4" fmla="*/ 5324194 h 5335483"/>
              <a:gd name="connsiteX5" fmla="*/ 0 w 5885664"/>
              <a:gd name="connsiteY5" fmla="*/ 4930512 h 5335483"/>
              <a:gd name="connsiteX6" fmla="*/ 0 w 5885664"/>
              <a:gd name="connsiteY6" fmla="*/ 394968 h 5335483"/>
              <a:gd name="connsiteX0" fmla="*/ 0 w 5876825"/>
              <a:gd name="connsiteY0" fmla="*/ 394968 h 5335483"/>
              <a:gd name="connsiteX1" fmla="*/ 393682 w 5876825"/>
              <a:gd name="connsiteY1" fmla="*/ 1286 h 5335483"/>
              <a:gd name="connsiteX2" fmla="*/ 5876715 w 5876825"/>
              <a:gd name="connsiteY2" fmla="*/ 0 h 5335483"/>
              <a:gd name="connsiteX3" fmla="*/ 5875212 w 5876825"/>
              <a:gd name="connsiteY3" fmla="*/ 5335483 h 5335483"/>
              <a:gd name="connsiteX4" fmla="*/ 393682 w 5876825"/>
              <a:gd name="connsiteY4" fmla="*/ 5324194 h 5335483"/>
              <a:gd name="connsiteX5" fmla="*/ 0 w 5876825"/>
              <a:gd name="connsiteY5" fmla="*/ 4930512 h 5335483"/>
              <a:gd name="connsiteX6" fmla="*/ 0 w 5876825"/>
              <a:gd name="connsiteY6" fmla="*/ 394968 h 5335483"/>
              <a:gd name="connsiteX0" fmla="*/ 0 w 5885281"/>
              <a:gd name="connsiteY0" fmla="*/ 394968 h 5330540"/>
              <a:gd name="connsiteX1" fmla="*/ 393682 w 5885281"/>
              <a:gd name="connsiteY1" fmla="*/ 1286 h 5330540"/>
              <a:gd name="connsiteX2" fmla="*/ 5876715 w 5885281"/>
              <a:gd name="connsiteY2" fmla="*/ 0 h 5330540"/>
              <a:gd name="connsiteX3" fmla="*/ 5885097 w 5885281"/>
              <a:gd name="connsiteY3" fmla="*/ 5330540 h 5330540"/>
              <a:gd name="connsiteX4" fmla="*/ 393682 w 5885281"/>
              <a:gd name="connsiteY4" fmla="*/ 5324194 h 5330540"/>
              <a:gd name="connsiteX5" fmla="*/ 0 w 5885281"/>
              <a:gd name="connsiteY5" fmla="*/ 4930512 h 5330540"/>
              <a:gd name="connsiteX6" fmla="*/ 0 w 5885281"/>
              <a:gd name="connsiteY6" fmla="*/ 394968 h 5330540"/>
              <a:gd name="connsiteX0" fmla="*/ 0 w 5885281"/>
              <a:gd name="connsiteY0" fmla="*/ 394968 h 5325543"/>
              <a:gd name="connsiteX1" fmla="*/ 393682 w 5885281"/>
              <a:gd name="connsiteY1" fmla="*/ 1286 h 5325543"/>
              <a:gd name="connsiteX2" fmla="*/ 5876715 w 5885281"/>
              <a:gd name="connsiteY2" fmla="*/ 0 h 5325543"/>
              <a:gd name="connsiteX3" fmla="*/ 5885097 w 5885281"/>
              <a:gd name="connsiteY3" fmla="*/ 5325543 h 5325543"/>
              <a:gd name="connsiteX4" fmla="*/ 393682 w 5885281"/>
              <a:gd name="connsiteY4" fmla="*/ 5324194 h 5325543"/>
              <a:gd name="connsiteX5" fmla="*/ 0 w 5885281"/>
              <a:gd name="connsiteY5" fmla="*/ 4930512 h 5325543"/>
              <a:gd name="connsiteX6" fmla="*/ 0 w 5885281"/>
              <a:gd name="connsiteY6" fmla="*/ 394968 h 5325543"/>
              <a:gd name="connsiteX0" fmla="*/ 0 w 5880441"/>
              <a:gd name="connsiteY0" fmla="*/ 394968 h 5325543"/>
              <a:gd name="connsiteX1" fmla="*/ 393682 w 5880441"/>
              <a:gd name="connsiteY1" fmla="*/ 1286 h 5325543"/>
              <a:gd name="connsiteX2" fmla="*/ 5876715 w 5880441"/>
              <a:gd name="connsiteY2" fmla="*/ 0 h 5325543"/>
              <a:gd name="connsiteX3" fmla="*/ 5880100 w 5880441"/>
              <a:gd name="connsiteY3" fmla="*/ 5325543 h 5325543"/>
              <a:gd name="connsiteX4" fmla="*/ 393682 w 5880441"/>
              <a:gd name="connsiteY4" fmla="*/ 5324194 h 5325543"/>
              <a:gd name="connsiteX5" fmla="*/ 0 w 5880441"/>
              <a:gd name="connsiteY5" fmla="*/ 4930512 h 5325543"/>
              <a:gd name="connsiteX6" fmla="*/ 0 w 5880441"/>
              <a:gd name="connsiteY6" fmla="*/ 394968 h 532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441" h="5325543">
                <a:moveTo>
                  <a:pt x="0" y="394968"/>
                </a:moveTo>
                <a:cubicBezTo>
                  <a:pt x="0" y="177543"/>
                  <a:pt x="176257" y="1286"/>
                  <a:pt x="393682" y="1286"/>
                </a:cubicBezTo>
                <a:lnTo>
                  <a:pt x="5876715" y="0"/>
                </a:lnTo>
                <a:cubicBezTo>
                  <a:pt x="5876989" y="1077136"/>
                  <a:pt x="5881733" y="4447702"/>
                  <a:pt x="5880100" y="5325543"/>
                </a:cubicBezTo>
                <a:lnTo>
                  <a:pt x="393682" y="5324194"/>
                </a:lnTo>
                <a:cubicBezTo>
                  <a:pt x="176257" y="5324194"/>
                  <a:pt x="0" y="5147937"/>
                  <a:pt x="0" y="4930512"/>
                </a:cubicBezTo>
                <a:lnTo>
                  <a:pt x="0" y="394968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EBB39B-AF38-BF66-B0FD-3994BA4719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57046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2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DA0F537B-2380-C640-8119-936AD77864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85454" y="-5495"/>
            <a:ext cx="6008118" cy="685798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59620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 </a:t>
            </a: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FB98B4FE-9AC1-D142-89B5-4D3791685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D5A74AA-F0D3-9243-967D-FEA6F7A20B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5413722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16C870C-B0F9-5A43-81FD-66BD75CC33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5704886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64E591A-1A88-9244-AC81-5B42BFE347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5704886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3578D809-2341-FE07-A2DC-F1D291EB3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5319857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BA6AA7-17A2-E26E-E266-5E55481AD453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31086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A0E4853-6203-46D1-5CCA-99779388DA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88297" y="1088199"/>
            <a:ext cx="4004124" cy="5328026"/>
          </a:xfrm>
          <a:custGeom>
            <a:avLst/>
            <a:gdLst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594674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7988356"/>
              <a:gd name="connsiteY0" fmla="*/ 393682 h 5322908"/>
              <a:gd name="connsiteX1" fmla="*/ 393682 w 7988356"/>
              <a:gd name="connsiteY1" fmla="*/ 0 h 5322908"/>
              <a:gd name="connsiteX2" fmla="*/ 7754331 w 7988356"/>
              <a:gd name="connsiteY2" fmla="*/ 0 h 5322908"/>
              <a:gd name="connsiteX3" fmla="*/ 7988356 w 7988356"/>
              <a:gd name="connsiteY3" fmla="*/ 393682 h 5322908"/>
              <a:gd name="connsiteX4" fmla="*/ 7988356 w 7988356"/>
              <a:gd name="connsiteY4" fmla="*/ 4929226 h 5322908"/>
              <a:gd name="connsiteX5" fmla="*/ 7594674 w 7988356"/>
              <a:gd name="connsiteY5" fmla="*/ 5322908 h 5322908"/>
              <a:gd name="connsiteX6" fmla="*/ 393682 w 7988356"/>
              <a:gd name="connsiteY6" fmla="*/ 5322908 h 5322908"/>
              <a:gd name="connsiteX7" fmla="*/ 0 w 7988356"/>
              <a:gd name="connsiteY7" fmla="*/ 4929226 h 5322908"/>
              <a:gd name="connsiteX8" fmla="*/ 0 w 7988356"/>
              <a:gd name="connsiteY8" fmla="*/ 393682 h 5322908"/>
              <a:gd name="connsiteX0" fmla="*/ 0 w 8375094"/>
              <a:gd name="connsiteY0" fmla="*/ 505049 h 5434275"/>
              <a:gd name="connsiteX1" fmla="*/ 393682 w 8375094"/>
              <a:gd name="connsiteY1" fmla="*/ 111367 h 5434275"/>
              <a:gd name="connsiteX2" fmla="*/ 7754331 w 8375094"/>
              <a:gd name="connsiteY2" fmla="*/ 111367 h 5434275"/>
              <a:gd name="connsiteX3" fmla="*/ 7988356 w 8375094"/>
              <a:gd name="connsiteY3" fmla="*/ 505049 h 5434275"/>
              <a:gd name="connsiteX4" fmla="*/ 7988356 w 8375094"/>
              <a:gd name="connsiteY4" fmla="*/ 5040593 h 5434275"/>
              <a:gd name="connsiteX5" fmla="*/ 7594674 w 8375094"/>
              <a:gd name="connsiteY5" fmla="*/ 5434275 h 5434275"/>
              <a:gd name="connsiteX6" fmla="*/ 393682 w 8375094"/>
              <a:gd name="connsiteY6" fmla="*/ 5434275 h 5434275"/>
              <a:gd name="connsiteX7" fmla="*/ 0 w 8375094"/>
              <a:gd name="connsiteY7" fmla="*/ 5040593 h 5434275"/>
              <a:gd name="connsiteX8" fmla="*/ 0 w 8375094"/>
              <a:gd name="connsiteY8" fmla="*/ 505049 h 5434275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8391919"/>
              <a:gd name="connsiteY0" fmla="*/ 758810 h 5688036"/>
              <a:gd name="connsiteX1" fmla="*/ 393682 w 8391919"/>
              <a:gd name="connsiteY1" fmla="*/ 365128 h 5688036"/>
              <a:gd name="connsiteX2" fmla="*/ 7754331 w 8391919"/>
              <a:gd name="connsiteY2" fmla="*/ 365128 h 5688036"/>
              <a:gd name="connsiteX3" fmla="*/ 7988356 w 8391919"/>
              <a:gd name="connsiteY3" fmla="*/ 5294354 h 5688036"/>
              <a:gd name="connsiteX4" fmla="*/ 7594674 w 8391919"/>
              <a:gd name="connsiteY4" fmla="*/ 5688036 h 5688036"/>
              <a:gd name="connsiteX5" fmla="*/ 393682 w 8391919"/>
              <a:gd name="connsiteY5" fmla="*/ 5688036 h 5688036"/>
              <a:gd name="connsiteX6" fmla="*/ 0 w 8391919"/>
              <a:gd name="connsiteY6" fmla="*/ 5294354 h 5688036"/>
              <a:gd name="connsiteX7" fmla="*/ 0 w 8391919"/>
              <a:gd name="connsiteY7" fmla="*/ 758810 h 5688036"/>
              <a:gd name="connsiteX0" fmla="*/ 0 w 7996897"/>
              <a:gd name="connsiteY0" fmla="*/ 758810 h 5688036"/>
              <a:gd name="connsiteX1" fmla="*/ 393682 w 7996897"/>
              <a:gd name="connsiteY1" fmla="*/ 365128 h 5688036"/>
              <a:gd name="connsiteX2" fmla="*/ 7754331 w 7996897"/>
              <a:gd name="connsiteY2" fmla="*/ 365128 h 5688036"/>
              <a:gd name="connsiteX3" fmla="*/ 7988356 w 7996897"/>
              <a:gd name="connsiteY3" fmla="*/ 5294354 h 5688036"/>
              <a:gd name="connsiteX4" fmla="*/ 7594674 w 7996897"/>
              <a:gd name="connsiteY4" fmla="*/ 5688036 h 5688036"/>
              <a:gd name="connsiteX5" fmla="*/ 393682 w 7996897"/>
              <a:gd name="connsiteY5" fmla="*/ 5688036 h 5688036"/>
              <a:gd name="connsiteX6" fmla="*/ 0 w 7996897"/>
              <a:gd name="connsiteY6" fmla="*/ 5294354 h 5688036"/>
              <a:gd name="connsiteX7" fmla="*/ 0 w 7996897"/>
              <a:gd name="connsiteY7" fmla="*/ 758810 h 5688036"/>
              <a:gd name="connsiteX0" fmla="*/ 0 w 8074482"/>
              <a:gd name="connsiteY0" fmla="*/ 752721 h 5681947"/>
              <a:gd name="connsiteX1" fmla="*/ 393682 w 8074482"/>
              <a:gd name="connsiteY1" fmla="*/ 359039 h 5681947"/>
              <a:gd name="connsiteX2" fmla="*/ 7952039 w 8074482"/>
              <a:gd name="connsiteY2" fmla="*/ 367277 h 5681947"/>
              <a:gd name="connsiteX3" fmla="*/ 7988356 w 8074482"/>
              <a:gd name="connsiteY3" fmla="*/ 5288265 h 5681947"/>
              <a:gd name="connsiteX4" fmla="*/ 7594674 w 8074482"/>
              <a:gd name="connsiteY4" fmla="*/ 5681947 h 5681947"/>
              <a:gd name="connsiteX5" fmla="*/ 393682 w 8074482"/>
              <a:gd name="connsiteY5" fmla="*/ 5681947 h 5681947"/>
              <a:gd name="connsiteX6" fmla="*/ 0 w 8074482"/>
              <a:gd name="connsiteY6" fmla="*/ 5288265 h 5681947"/>
              <a:gd name="connsiteX7" fmla="*/ 0 w 8074482"/>
              <a:gd name="connsiteY7" fmla="*/ 752721 h 5681947"/>
              <a:gd name="connsiteX0" fmla="*/ 0 w 8074482"/>
              <a:gd name="connsiteY0" fmla="*/ 393682 h 5322908"/>
              <a:gd name="connsiteX1" fmla="*/ 393682 w 8074482"/>
              <a:gd name="connsiteY1" fmla="*/ 0 h 5322908"/>
              <a:gd name="connsiteX2" fmla="*/ 7952039 w 8074482"/>
              <a:gd name="connsiteY2" fmla="*/ 8238 h 5322908"/>
              <a:gd name="connsiteX3" fmla="*/ 7988356 w 8074482"/>
              <a:gd name="connsiteY3" fmla="*/ 4929226 h 5322908"/>
              <a:gd name="connsiteX4" fmla="*/ 7594674 w 8074482"/>
              <a:gd name="connsiteY4" fmla="*/ 5322908 h 5322908"/>
              <a:gd name="connsiteX5" fmla="*/ 393682 w 8074482"/>
              <a:gd name="connsiteY5" fmla="*/ 5322908 h 5322908"/>
              <a:gd name="connsiteX6" fmla="*/ 0 w 8074482"/>
              <a:gd name="connsiteY6" fmla="*/ 4929226 h 5322908"/>
              <a:gd name="connsiteX7" fmla="*/ 0 w 8074482"/>
              <a:gd name="connsiteY7" fmla="*/ 393682 h 5322908"/>
              <a:gd name="connsiteX0" fmla="*/ 0 w 7997034"/>
              <a:gd name="connsiteY0" fmla="*/ 393682 h 5322908"/>
              <a:gd name="connsiteX1" fmla="*/ 393682 w 7997034"/>
              <a:gd name="connsiteY1" fmla="*/ 0 h 5322908"/>
              <a:gd name="connsiteX2" fmla="*/ 7952039 w 7997034"/>
              <a:gd name="connsiteY2" fmla="*/ 8238 h 5322908"/>
              <a:gd name="connsiteX3" fmla="*/ 7988356 w 7997034"/>
              <a:gd name="connsiteY3" fmla="*/ 4929226 h 5322908"/>
              <a:gd name="connsiteX4" fmla="*/ 7594674 w 7997034"/>
              <a:gd name="connsiteY4" fmla="*/ 5322908 h 5322908"/>
              <a:gd name="connsiteX5" fmla="*/ 393682 w 7997034"/>
              <a:gd name="connsiteY5" fmla="*/ 5322908 h 5322908"/>
              <a:gd name="connsiteX6" fmla="*/ 0 w 7997034"/>
              <a:gd name="connsiteY6" fmla="*/ 4929226 h 5322908"/>
              <a:gd name="connsiteX7" fmla="*/ 0 w 7997034"/>
              <a:gd name="connsiteY7" fmla="*/ 393682 h 5322908"/>
              <a:gd name="connsiteX0" fmla="*/ 0 w 8001873"/>
              <a:gd name="connsiteY0" fmla="*/ 393682 h 5322908"/>
              <a:gd name="connsiteX1" fmla="*/ 393682 w 8001873"/>
              <a:gd name="connsiteY1" fmla="*/ 0 h 5322908"/>
              <a:gd name="connsiteX2" fmla="*/ 7975852 w 8001873"/>
              <a:gd name="connsiteY2" fmla="*/ 8238 h 5322908"/>
              <a:gd name="connsiteX3" fmla="*/ 7988356 w 8001873"/>
              <a:gd name="connsiteY3" fmla="*/ 4929226 h 5322908"/>
              <a:gd name="connsiteX4" fmla="*/ 7594674 w 8001873"/>
              <a:gd name="connsiteY4" fmla="*/ 5322908 h 5322908"/>
              <a:gd name="connsiteX5" fmla="*/ 393682 w 8001873"/>
              <a:gd name="connsiteY5" fmla="*/ 5322908 h 5322908"/>
              <a:gd name="connsiteX6" fmla="*/ 0 w 8001873"/>
              <a:gd name="connsiteY6" fmla="*/ 4929226 h 5322908"/>
              <a:gd name="connsiteX7" fmla="*/ 0 w 8001873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8238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8000568"/>
              <a:gd name="connsiteY0" fmla="*/ 393682 h 5322908"/>
              <a:gd name="connsiteX1" fmla="*/ 393682 w 8000568"/>
              <a:gd name="connsiteY1" fmla="*/ 0 h 5322908"/>
              <a:gd name="connsiteX2" fmla="*/ 7971090 w 8000568"/>
              <a:gd name="connsiteY2" fmla="*/ 3476 h 5322908"/>
              <a:gd name="connsiteX3" fmla="*/ 7988356 w 8000568"/>
              <a:gd name="connsiteY3" fmla="*/ 4929226 h 5322908"/>
              <a:gd name="connsiteX4" fmla="*/ 7594674 w 8000568"/>
              <a:gd name="connsiteY4" fmla="*/ 5322908 h 5322908"/>
              <a:gd name="connsiteX5" fmla="*/ 393682 w 8000568"/>
              <a:gd name="connsiteY5" fmla="*/ 5322908 h 5322908"/>
              <a:gd name="connsiteX6" fmla="*/ 0 w 8000568"/>
              <a:gd name="connsiteY6" fmla="*/ 4929226 h 5322908"/>
              <a:gd name="connsiteX7" fmla="*/ 0 w 8000568"/>
              <a:gd name="connsiteY7" fmla="*/ 393682 h 5322908"/>
              <a:gd name="connsiteX0" fmla="*/ 0 w 7998730"/>
              <a:gd name="connsiteY0" fmla="*/ 393682 h 5322908"/>
              <a:gd name="connsiteX1" fmla="*/ 393682 w 7998730"/>
              <a:gd name="connsiteY1" fmla="*/ 0 h 5322908"/>
              <a:gd name="connsiteX2" fmla="*/ 7971090 w 7998730"/>
              <a:gd name="connsiteY2" fmla="*/ 3476 h 5322908"/>
              <a:gd name="connsiteX3" fmla="*/ 7988356 w 7998730"/>
              <a:gd name="connsiteY3" fmla="*/ 4929226 h 5322908"/>
              <a:gd name="connsiteX4" fmla="*/ 7594674 w 7998730"/>
              <a:gd name="connsiteY4" fmla="*/ 5322908 h 5322908"/>
              <a:gd name="connsiteX5" fmla="*/ 393682 w 7998730"/>
              <a:gd name="connsiteY5" fmla="*/ 5322908 h 5322908"/>
              <a:gd name="connsiteX6" fmla="*/ 0 w 7998730"/>
              <a:gd name="connsiteY6" fmla="*/ 4929226 h 5322908"/>
              <a:gd name="connsiteX7" fmla="*/ 0 w 7998730"/>
              <a:gd name="connsiteY7" fmla="*/ 393682 h 5322908"/>
              <a:gd name="connsiteX0" fmla="*/ 0 w 7999733"/>
              <a:gd name="connsiteY0" fmla="*/ 394968 h 5324194"/>
              <a:gd name="connsiteX1" fmla="*/ 393682 w 7999733"/>
              <a:gd name="connsiteY1" fmla="*/ 1286 h 5324194"/>
              <a:gd name="connsiteX2" fmla="*/ 7975853 w 7999733"/>
              <a:gd name="connsiteY2" fmla="*/ 0 h 5324194"/>
              <a:gd name="connsiteX3" fmla="*/ 7988356 w 7999733"/>
              <a:gd name="connsiteY3" fmla="*/ 4930512 h 5324194"/>
              <a:gd name="connsiteX4" fmla="*/ 7594674 w 7999733"/>
              <a:gd name="connsiteY4" fmla="*/ 5324194 h 5324194"/>
              <a:gd name="connsiteX5" fmla="*/ 393682 w 7999733"/>
              <a:gd name="connsiteY5" fmla="*/ 5324194 h 5324194"/>
              <a:gd name="connsiteX6" fmla="*/ 0 w 7999733"/>
              <a:gd name="connsiteY6" fmla="*/ 4930512 h 5324194"/>
              <a:gd name="connsiteX7" fmla="*/ 0 w 7999733"/>
              <a:gd name="connsiteY7" fmla="*/ 394968 h 5324194"/>
              <a:gd name="connsiteX0" fmla="*/ 0 w 8727594"/>
              <a:gd name="connsiteY0" fmla="*/ 394968 h 5324194"/>
              <a:gd name="connsiteX1" fmla="*/ 393682 w 8727594"/>
              <a:gd name="connsiteY1" fmla="*/ 1286 h 5324194"/>
              <a:gd name="connsiteX2" fmla="*/ 7975853 w 8727594"/>
              <a:gd name="connsiteY2" fmla="*/ 0 h 5324194"/>
              <a:gd name="connsiteX3" fmla="*/ 7594674 w 8727594"/>
              <a:gd name="connsiteY3" fmla="*/ 5324194 h 5324194"/>
              <a:gd name="connsiteX4" fmla="*/ 393682 w 8727594"/>
              <a:gd name="connsiteY4" fmla="*/ 5324194 h 5324194"/>
              <a:gd name="connsiteX5" fmla="*/ 0 w 8727594"/>
              <a:gd name="connsiteY5" fmla="*/ 4930512 h 5324194"/>
              <a:gd name="connsiteX6" fmla="*/ 0 w 8727594"/>
              <a:gd name="connsiteY6" fmla="*/ 394968 h 5324194"/>
              <a:gd name="connsiteX0" fmla="*/ 0 w 8907174"/>
              <a:gd name="connsiteY0" fmla="*/ 394968 h 5324194"/>
              <a:gd name="connsiteX1" fmla="*/ 393682 w 8907174"/>
              <a:gd name="connsiteY1" fmla="*/ 1286 h 5324194"/>
              <a:gd name="connsiteX2" fmla="*/ 7975853 w 8907174"/>
              <a:gd name="connsiteY2" fmla="*/ 0 h 5324194"/>
              <a:gd name="connsiteX3" fmla="*/ 7989961 w 8907174"/>
              <a:gd name="connsiteY3" fmla="*/ 5324194 h 5324194"/>
              <a:gd name="connsiteX4" fmla="*/ 393682 w 8907174"/>
              <a:gd name="connsiteY4" fmla="*/ 5324194 h 5324194"/>
              <a:gd name="connsiteX5" fmla="*/ 0 w 8907174"/>
              <a:gd name="connsiteY5" fmla="*/ 4930512 h 5324194"/>
              <a:gd name="connsiteX6" fmla="*/ 0 w 8907174"/>
              <a:gd name="connsiteY6" fmla="*/ 394968 h 5324194"/>
              <a:gd name="connsiteX0" fmla="*/ 0 w 8513309"/>
              <a:gd name="connsiteY0" fmla="*/ 394968 h 5324194"/>
              <a:gd name="connsiteX1" fmla="*/ 393682 w 8513309"/>
              <a:gd name="connsiteY1" fmla="*/ 1286 h 5324194"/>
              <a:gd name="connsiteX2" fmla="*/ 7975853 w 8513309"/>
              <a:gd name="connsiteY2" fmla="*/ 0 h 5324194"/>
              <a:gd name="connsiteX3" fmla="*/ 7989961 w 8513309"/>
              <a:gd name="connsiteY3" fmla="*/ 5324194 h 5324194"/>
              <a:gd name="connsiteX4" fmla="*/ 393682 w 8513309"/>
              <a:gd name="connsiteY4" fmla="*/ 5324194 h 5324194"/>
              <a:gd name="connsiteX5" fmla="*/ 0 w 8513309"/>
              <a:gd name="connsiteY5" fmla="*/ 4930512 h 5324194"/>
              <a:gd name="connsiteX6" fmla="*/ 0 w 8513309"/>
              <a:gd name="connsiteY6" fmla="*/ 394968 h 5324194"/>
              <a:gd name="connsiteX0" fmla="*/ 0 w 8510814"/>
              <a:gd name="connsiteY0" fmla="*/ 394968 h 5324194"/>
              <a:gd name="connsiteX1" fmla="*/ 393682 w 8510814"/>
              <a:gd name="connsiteY1" fmla="*/ 1286 h 5324194"/>
              <a:gd name="connsiteX2" fmla="*/ 7975853 w 8510814"/>
              <a:gd name="connsiteY2" fmla="*/ 0 h 5324194"/>
              <a:gd name="connsiteX3" fmla="*/ 7980436 w 8510814"/>
              <a:gd name="connsiteY3" fmla="*/ 5324194 h 5324194"/>
              <a:gd name="connsiteX4" fmla="*/ 393682 w 8510814"/>
              <a:gd name="connsiteY4" fmla="*/ 5324194 h 5324194"/>
              <a:gd name="connsiteX5" fmla="*/ 0 w 8510814"/>
              <a:gd name="connsiteY5" fmla="*/ 4930512 h 5324194"/>
              <a:gd name="connsiteX6" fmla="*/ 0 w 8510814"/>
              <a:gd name="connsiteY6" fmla="*/ 394968 h 5324194"/>
              <a:gd name="connsiteX0" fmla="*/ 0 w 7981082"/>
              <a:gd name="connsiteY0" fmla="*/ 394968 h 5324194"/>
              <a:gd name="connsiteX1" fmla="*/ 393682 w 7981082"/>
              <a:gd name="connsiteY1" fmla="*/ 1286 h 5324194"/>
              <a:gd name="connsiteX2" fmla="*/ 7975853 w 7981082"/>
              <a:gd name="connsiteY2" fmla="*/ 0 h 5324194"/>
              <a:gd name="connsiteX3" fmla="*/ 7980436 w 7981082"/>
              <a:gd name="connsiteY3" fmla="*/ 5324194 h 5324194"/>
              <a:gd name="connsiteX4" fmla="*/ 393682 w 7981082"/>
              <a:gd name="connsiteY4" fmla="*/ 5324194 h 5324194"/>
              <a:gd name="connsiteX5" fmla="*/ 0 w 7981082"/>
              <a:gd name="connsiteY5" fmla="*/ 4930512 h 5324194"/>
              <a:gd name="connsiteX6" fmla="*/ 0 w 7981082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980454"/>
              <a:gd name="connsiteY0" fmla="*/ 394968 h 5324194"/>
              <a:gd name="connsiteX1" fmla="*/ 393682 w 7980454"/>
              <a:gd name="connsiteY1" fmla="*/ 1286 h 5324194"/>
              <a:gd name="connsiteX2" fmla="*/ 7870345 w 7980454"/>
              <a:gd name="connsiteY2" fmla="*/ 0 h 5324194"/>
              <a:gd name="connsiteX3" fmla="*/ 7980436 w 7980454"/>
              <a:gd name="connsiteY3" fmla="*/ 5324194 h 5324194"/>
              <a:gd name="connsiteX4" fmla="*/ 393682 w 7980454"/>
              <a:gd name="connsiteY4" fmla="*/ 5324194 h 5324194"/>
              <a:gd name="connsiteX5" fmla="*/ 0 w 7980454"/>
              <a:gd name="connsiteY5" fmla="*/ 4930512 h 5324194"/>
              <a:gd name="connsiteX6" fmla="*/ 0 w 7980454"/>
              <a:gd name="connsiteY6" fmla="*/ 394968 h 5324194"/>
              <a:gd name="connsiteX0" fmla="*/ 0 w 7873751"/>
              <a:gd name="connsiteY0" fmla="*/ 394968 h 5324194"/>
              <a:gd name="connsiteX1" fmla="*/ 393682 w 7873751"/>
              <a:gd name="connsiteY1" fmla="*/ 1286 h 5324194"/>
              <a:gd name="connsiteX2" fmla="*/ 7870345 w 7873751"/>
              <a:gd name="connsiteY2" fmla="*/ 0 h 5324194"/>
              <a:gd name="connsiteX3" fmla="*/ 7872330 w 7873751"/>
              <a:gd name="connsiteY3" fmla="*/ 5324194 h 5324194"/>
              <a:gd name="connsiteX4" fmla="*/ 393682 w 7873751"/>
              <a:gd name="connsiteY4" fmla="*/ 5324194 h 5324194"/>
              <a:gd name="connsiteX5" fmla="*/ 0 w 7873751"/>
              <a:gd name="connsiteY5" fmla="*/ 4930512 h 5324194"/>
              <a:gd name="connsiteX6" fmla="*/ 0 w 7873751"/>
              <a:gd name="connsiteY6" fmla="*/ 394968 h 5324194"/>
              <a:gd name="connsiteX0" fmla="*/ 0 w 7876724"/>
              <a:gd name="connsiteY0" fmla="*/ 394968 h 5324194"/>
              <a:gd name="connsiteX1" fmla="*/ 393682 w 7876724"/>
              <a:gd name="connsiteY1" fmla="*/ 1286 h 5324194"/>
              <a:gd name="connsiteX2" fmla="*/ 7874849 w 7876724"/>
              <a:gd name="connsiteY2" fmla="*/ 0 h 5324194"/>
              <a:gd name="connsiteX3" fmla="*/ 7872330 w 7876724"/>
              <a:gd name="connsiteY3" fmla="*/ 5324194 h 5324194"/>
              <a:gd name="connsiteX4" fmla="*/ 393682 w 7876724"/>
              <a:gd name="connsiteY4" fmla="*/ 5324194 h 5324194"/>
              <a:gd name="connsiteX5" fmla="*/ 0 w 7876724"/>
              <a:gd name="connsiteY5" fmla="*/ 4930512 h 5324194"/>
              <a:gd name="connsiteX6" fmla="*/ 0 w 7876724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4889"/>
              <a:gd name="connsiteY0" fmla="*/ 394968 h 5324194"/>
              <a:gd name="connsiteX1" fmla="*/ 393682 w 7874889"/>
              <a:gd name="connsiteY1" fmla="*/ 1286 h 5324194"/>
              <a:gd name="connsiteX2" fmla="*/ 7874849 w 7874889"/>
              <a:gd name="connsiteY2" fmla="*/ 0 h 5324194"/>
              <a:gd name="connsiteX3" fmla="*/ 7872330 w 7874889"/>
              <a:gd name="connsiteY3" fmla="*/ 5324194 h 5324194"/>
              <a:gd name="connsiteX4" fmla="*/ 393682 w 7874889"/>
              <a:gd name="connsiteY4" fmla="*/ 5324194 h 5324194"/>
              <a:gd name="connsiteX5" fmla="*/ 0 w 7874889"/>
              <a:gd name="connsiteY5" fmla="*/ 4930512 h 5324194"/>
              <a:gd name="connsiteX6" fmla="*/ 0 w 7874889"/>
              <a:gd name="connsiteY6" fmla="*/ 394968 h 5324194"/>
              <a:gd name="connsiteX0" fmla="*/ 0 w 7872331"/>
              <a:gd name="connsiteY0" fmla="*/ 394968 h 5324194"/>
              <a:gd name="connsiteX1" fmla="*/ 393682 w 7872331"/>
              <a:gd name="connsiteY1" fmla="*/ 1286 h 5324194"/>
              <a:gd name="connsiteX2" fmla="*/ 5876715 w 7872331"/>
              <a:gd name="connsiteY2" fmla="*/ 0 h 5324194"/>
              <a:gd name="connsiteX3" fmla="*/ 7872330 w 7872331"/>
              <a:gd name="connsiteY3" fmla="*/ 5324194 h 5324194"/>
              <a:gd name="connsiteX4" fmla="*/ 393682 w 7872331"/>
              <a:gd name="connsiteY4" fmla="*/ 5324194 h 5324194"/>
              <a:gd name="connsiteX5" fmla="*/ 0 w 7872331"/>
              <a:gd name="connsiteY5" fmla="*/ 4930512 h 5324194"/>
              <a:gd name="connsiteX6" fmla="*/ 0 w 7872331"/>
              <a:gd name="connsiteY6" fmla="*/ 394968 h 5324194"/>
              <a:gd name="connsiteX0" fmla="*/ 0 w 5885664"/>
              <a:gd name="connsiteY0" fmla="*/ 394968 h 5335483"/>
              <a:gd name="connsiteX1" fmla="*/ 393682 w 5885664"/>
              <a:gd name="connsiteY1" fmla="*/ 1286 h 5335483"/>
              <a:gd name="connsiteX2" fmla="*/ 5876715 w 5885664"/>
              <a:gd name="connsiteY2" fmla="*/ 0 h 5335483"/>
              <a:gd name="connsiteX3" fmla="*/ 5885486 w 5885664"/>
              <a:gd name="connsiteY3" fmla="*/ 5335483 h 5335483"/>
              <a:gd name="connsiteX4" fmla="*/ 393682 w 5885664"/>
              <a:gd name="connsiteY4" fmla="*/ 5324194 h 5335483"/>
              <a:gd name="connsiteX5" fmla="*/ 0 w 5885664"/>
              <a:gd name="connsiteY5" fmla="*/ 4930512 h 5335483"/>
              <a:gd name="connsiteX6" fmla="*/ 0 w 5885664"/>
              <a:gd name="connsiteY6" fmla="*/ 394968 h 5335483"/>
              <a:gd name="connsiteX0" fmla="*/ 0 w 5876825"/>
              <a:gd name="connsiteY0" fmla="*/ 394968 h 5335483"/>
              <a:gd name="connsiteX1" fmla="*/ 393682 w 5876825"/>
              <a:gd name="connsiteY1" fmla="*/ 1286 h 5335483"/>
              <a:gd name="connsiteX2" fmla="*/ 5876715 w 5876825"/>
              <a:gd name="connsiteY2" fmla="*/ 0 h 5335483"/>
              <a:gd name="connsiteX3" fmla="*/ 5875212 w 5876825"/>
              <a:gd name="connsiteY3" fmla="*/ 5335483 h 5335483"/>
              <a:gd name="connsiteX4" fmla="*/ 393682 w 5876825"/>
              <a:gd name="connsiteY4" fmla="*/ 5324194 h 5335483"/>
              <a:gd name="connsiteX5" fmla="*/ 0 w 5876825"/>
              <a:gd name="connsiteY5" fmla="*/ 4930512 h 5335483"/>
              <a:gd name="connsiteX6" fmla="*/ 0 w 5876825"/>
              <a:gd name="connsiteY6" fmla="*/ 394968 h 5335483"/>
              <a:gd name="connsiteX0" fmla="*/ 0 w 5885281"/>
              <a:gd name="connsiteY0" fmla="*/ 394968 h 5330540"/>
              <a:gd name="connsiteX1" fmla="*/ 393682 w 5885281"/>
              <a:gd name="connsiteY1" fmla="*/ 1286 h 5330540"/>
              <a:gd name="connsiteX2" fmla="*/ 5876715 w 5885281"/>
              <a:gd name="connsiteY2" fmla="*/ 0 h 5330540"/>
              <a:gd name="connsiteX3" fmla="*/ 5885097 w 5885281"/>
              <a:gd name="connsiteY3" fmla="*/ 5330540 h 5330540"/>
              <a:gd name="connsiteX4" fmla="*/ 393682 w 5885281"/>
              <a:gd name="connsiteY4" fmla="*/ 5324194 h 5330540"/>
              <a:gd name="connsiteX5" fmla="*/ 0 w 5885281"/>
              <a:gd name="connsiteY5" fmla="*/ 4930512 h 5330540"/>
              <a:gd name="connsiteX6" fmla="*/ 0 w 5885281"/>
              <a:gd name="connsiteY6" fmla="*/ 394968 h 5330540"/>
              <a:gd name="connsiteX0" fmla="*/ 0 w 5885098"/>
              <a:gd name="connsiteY0" fmla="*/ 394968 h 5330540"/>
              <a:gd name="connsiteX1" fmla="*/ 393682 w 5885098"/>
              <a:gd name="connsiteY1" fmla="*/ 1286 h 5330540"/>
              <a:gd name="connsiteX2" fmla="*/ 4010593 w 5885098"/>
              <a:gd name="connsiteY2" fmla="*/ 0 h 5330540"/>
              <a:gd name="connsiteX3" fmla="*/ 5885097 w 5885098"/>
              <a:gd name="connsiteY3" fmla="*/ 5330540 h 5330540"/>
              <a:gd name="connsiteX4" fmla="*/ 393682 w 5885098"/>
              <a:gd name="connsiteY4" fmla="*/ 5324194 h 5330540"/>
              <a:gd name="connsiteX5" fmla="*/ 0 w 5885098"/>
              <a:gd name="connsiteY5" fmla="*/ 4930512 h 5330540"/>
              <a:gd name="connsiteX6" fmla="*/ 0 w 5885098"/>
              <a:gd name="connsiteY6" fmla="*/ 394968 h 5330540"/>
              <a:gd name="connsiteX0" fmla="*/ 0 w 4019159"/>
              <a:gd name="connsiteY0" fmla="*/ 394968 h 5324194"/>
              <a:gd name="connsiteX1" fmla="*/ 393682 w 4019159"/>
              <a:gd name="connsiteY1" fmla="*/ 1286 h 5324194"/>
              <a:gd name="connsiteX2" fmla="*/ 4010593 w 4019159"/>
              <a:gd name="connsiteY2" fmla="*/ 0 h 5324194"/>
              <a:gd name="connsiteX3" fmla="*/ 4018975 w 4019159"/>
              <a:gd name="connsiteY3" fmla="*/ 5311878 h 5324194"/>
              <a:gd name="connsiteX4" fmla="*/ 393682 w 4019159"/>
              <a:gd name="connsiteY4" fmla="*/ 5324194 h 5324194"/>
              <a:gd name="connsiteX5" fmla="*/ 0 w 4019159"/>
              <a:gd name="connsiteY5" fmla="*/ 4930512 h 5324194"/>
              <a:gd name="connsiteX6" fmla="*/ 0 w 4019159"/>
              <a:gd name="connsiteY6" fmla="*/ 394968 h 5324194"/>
              <a:gd name="connsiteX0" fmla="*/ 0 w 4010607"/>
              <a:gd name="connsiteY0" fmla="*/ 394968 h 5325227"/>
              <a:gd name="connsiteX1" fmla="*/ 393682 w 4010607"/>
              <a:gd name="connsiteY1" fmla="*/ 1286 h 5325227"/>
              <a:gd name="connsiteX2" fmla="*/ 4010593 w 4010607"/>
              <a:gd name="connsiteY2" fmla="*/ 0 h 5325227"/>
              <a:gd name="connsiteX3" fmla="*/ 4005626 w 4010607"/>
              <a:gd name="connsiteY3" fmla="*/ 5325227 h 5325227"/>
              <a:gd name="connsiteX4" fmla="*/ 393682 w 4010607"/>
              <a:gd name="connsiteY4" fmla="*/ 5324194 h 5325227"/>
              <a:gd name="connsiteX5" fmla="*/ 0 w 4010607"/>
              <a:gd name="connsiteY5" fmla="*/ 4930512 h 5325227"/>
              <a:gd name="connsiteX6" fmla="*/ 0 w 4010607"/>
              <a:gd name="connsiteY6" fmla="*/ 394968 h 5325227"/>
              <a:gd name="connsiteX0" fmla="*/ 0 w 4010598"/>
              <a:gd name="connsiteY0" fmla="*/ 394968 h 5331901"/>
              <a:gd name="connsiteX1" fmla="*/ 393682 w 4010598"/>
              <a:gd name="connsiteY1" fmla="*/ 1286 h 5331901"/>
              <a:gd name="connsiteX2" fmla="*/ 4010593 w 4010598"/>
              <a:gd name="connsiteY2" fmla="*/ 0 h 5331901"/>
              <a:gd name="connsiteX3" fmla="*/ 3998952 w 4010598"/>
              <a:gd name="connsiteY3" fmla="*/ 5331901 h 5331901"/>
              <a:gd name="connsiteX4" fmla="*/ 393682 w 4010598"/>
              <a:gd name="connsiteY4" fmla="*/ 5324194 h 5331901"/>
              <a:gd name="connsiteX5" fmla="*/ 0 w 4010598"/>
              <a:gd name="connsiteY5" fmla="*/ 4930512 h 5331901"/>
              <a:gd name="connsiteX6" fmla="*/ 0 w 4010598"/>
              <a:gd name="connsiteY6" fmla="*/ 394968 h 5331901"/>
              <a:gd name="connsiteX0" fmla="*/ 0 w 4003933"/>
              <a:gd name="connsiteY0" fmla="*/ 394968 h 5331901"/>
              <a:gd name="connsiteX1" fmla="*/ 393682 w 4003933"/>
              <a:gd name="connsiteY1" fmla="*/ 1286 h 5331901"/>
              <a:gd name="connsiteX2" fmla="*/ 4003919 w 4003933"/>
              <a:gd name="connsiteY2" fmla="*/ 0 h 5331901"/>
              <a:gd name="connsiteX3" fmla="*/ 3998952 w 4003933"/>
              <a:gd name="connsiteY3" fmla="*/ 5331901 h 5331901"/>
              <a:gd name="connsiteX4" fmla="*/ 393682 w 4003933"/>
              <a:gd name="connsiteY4" fmla="*/ 5324194 h 5331901"/>
              <a:gd name="connsiteX5" fmla="*/ 0 w 4003933"/>
              <a:gd name="connsiteY5" fmla="*/ 4930512 h 5331901"/>
              <a:gd name="connsiteX6" fmla="*/ 0 w 4003933"/>
              <a:gd name="connsiteY6" fmla="*/ 394968 h 5331901"/>
              <a:gd name="connsiteX0" fmla="*/ 0 w 4003933"/>
              <a:gd name="connsiteY0" fmla="*/ 394968 h 5331901"/>
              <a:gd name="connsiteX1" fmla="*/ 393682 w 4003933"/>
              <a:gd name="connsiteY1" fmla="*/ 1286 h 5331901"/>
              <a:gd name="connsiteX2" fmla="*/ 4003919 w 4003933"/>
              <a:gd name="connsiteY2" fmla="*/ 0 h 5331901"/>
              <a:gd name="connsiteX3" fmla="*/ 3998952 w 4003933"/>
              <a:gd name="connsiteY3" fmla="*/ 5331901 h 5331901"/>
              <a:gd name="connsiteX4" fmla="*/ 393682 w 4003933"/>
              <a:gd name="connsiteY4" fmla="*/ 5324194 h 5331901"/>
              <a:gd name="connsiteX5" fmla="*/ 0 w 4003933"/>
              <a:gd name="connsiteY5" fmla="*/ 4930512 h 5331901"/>
              <a:gd name="connsiteX6" fmla="*/ 0 w 4003933"/>
              <a:gd name="connsiteY6" fmla="*/ 394968 h 5331901"/>
              <a:gd name="connsiteX0" fmla="*/ 0 w 4004124"/>
              <a:gd name="connsiteY0" fmla="*/ 394968 h 5328026"/>
              <a:gd name="connsiteX1" fmla="*/ 393682 w 4004124"/>
              <a:gd name="connsiteY1" fmla="*/ 1286 h 5328026"/>
              <a:gd name="connsiteX2" fmla="*/ 4003919 w 4004124"/>
              <a:gd name="connsiteY2" fmla="*/ 0 h 5328026"/>
              <a:gd name="connsiteX3" fmla="*/ 4002827 w 4004124"/>
              <a:gd name="connsiteY3" fmla="*/ 5328026 h 5328026"/>
              <a:gd name="connsiteX4" fmla="*/ 393682 w 4004124"/>
              <a:gd name="connsiteY4" fmla="*/ 5324194 h 5328026"/>
              <a:gd name="connsiteX5" fmla="*/ 0 w 4004124"/>
              <a:gd name="connsiteY5" fmla="*/ 4930512 h 5328026"/>
              <a:gd name="connsiteX6" fmla="*/ 0 w 4004124"/>
              <a:gd name="connsiteY6" fmla="*/ 394968 h 5328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04124" h="5328026">
                <a:moveTo>
                  <a:pt x="0" y="394968"/>
                </a:moveTo>
                <a:cubicBezTo>
                  <a:pt x="0" y="177543"/>
                  <a:pt x="176257" y="1286"/>
                  <a:pt x="393682" y="1286"/>
                </a:cubicBezTo>
                <a:lnTo>
                  <a:pt x="4003919" y="0"/>
                </a:lnTo>
                <a:cubicBezTo>
                  <a:pt x="4004193" y="1077136"/>
                  <a:pt x="4004460" y="4450185"/>
                  <a:pt x="4002827" y="5328026"/>
                </a:cubicBezTo>
                <a:lnTo>
                  <a:pt x="393682" y="5324194"/>
                </a:lnTo>
                <a:cubicBezTo>
                  <a:pt x="176257" y="5324194"/>
                  <a:pt x="0" y="5147937"/>
                  <a:pt x="0" y="4930512"/>
                </a:cubicBezTo>
                <a:lnTo>
                  <a:pt x="0" y="394968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7660042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</a:t>
            </a:r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1E1D8887-7EAE-1A40-9285-7C632FEAA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6" name="スライド番号プレースホルダ 5">
            <a:extLst>
              <a:ext uri="{FF2B5EF4-FFF2-40B4-BE49-F238E27FC236}">
                <a16:creationId xmlns:a16="http://schemas.microsoft.com/office/drawing/2014/main" id="{3D5D14EF-A351-224D-8142-E1BEE44BB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D0A49B6-0BCC-C545-BF97-504B63062F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82FCE78-36AB-904B-98A8-CE3FFB1555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7660041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2ECF95F-F25E-8248-A0F3-BB1749A1B4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49" y="1093767"/>
            <a:ext cx="7660041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65FB17BF-E0C5-6982-9C5C-87FCDCA89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02A32F-57E7-6783-5779-18F05FD849B4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7675739-800B-DCED-6DAC-FD1FFC1049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1123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3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7660042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54C5EE8-C42D-B549-B4D4-C0F00D68A4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23708" y="-1378"/>
            <a:ext cx="4076946" cy="686084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r>
              <a:rPr lang="en-JP" dirty="0"/>
              <a:t>Insert Photo</a:t>
            </a:r>
          </a:p>
        </p:txBody>
      </p:sp>
      <p:sp>
        <p:nvSpPr>
          <p:cNvPr id="21" name="スライド番号プレースホルダ 5">
            <a:extLst>
              <a:ext uri="{FF2B5EF4-FFF2-40B4-BE49-F238E27FC236}">
                <a16:creationId xmlns:a16="http://schemas.microsoft.com/office/drawing/2014/main" id="{C55CC856-2ADD-F44F-96B6-03734457C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94AACD-56D4-F146-AFC0-5CBE6630C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3A8AA34-7C7D-A24F-AF24-5158DD2AB0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7660042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8F4B55CE-CF3E-7E44-A66A-599621CA5C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7660042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4" name="タイトル プレースホルダ 1">
            <a:extLst>
              <a:ext uri="{FF2B5EF4-FFF2-40B4-BE49-F238E27FC236}">
                <a16:creationId xmlns:a16="http://schemas.microsoft.com/office/drawing/2014/main" id="{EFB7BF50-CC61-6403-6A92-5029316503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7284502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FA7BA6-151E-23A9-1CEA-B00BB7375269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663235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Image 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8D6B3691-FCAC-8A46-AA30-DEB2A719C7B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1373" y="3076286"/>
            <a:ext cx="2772041" cy="3138969"/>
          </a:xfrm>
          <a:prstGeom prst="roundRect">
            <a:avLst>
              <a:gd name="adj" fmla="val 8142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Picture/Text Block</a:t>
            </a:r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4EF39473-C435-3C4E-9C7B-048D52C3C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  <a:endParaRPr lang="en-JP"/>
          </a:p>
        </p:txBody>
      </p:sp>
      <p:sp>
        <p:nvSpPr>
          <p:cNvPr id="28" name="スライド番号プレースホルダ 5">
            <a:extLst>
              <a:ext uri="{FF2B5EF4-FFF2-40B4-BE49-F238E27FC236}">
                <a16:creationId xmlns:a16="http://schemas.microsoft.com/office/drawing/2014/main" id="{F964ADE6-9B0D-EC45-959C-FEEA5CDDF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870D8562-3CE7-7044-9BB0-2068A81BF5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99C450B-0755-7D4A-9672-E700D6F2E50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05B1BEB-AC9F-9643-A446-ABE1DDB961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67E73349-4155-42C4-71A9-BCA0B8BD9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48A0FF-3128-8B9F-E40A-DF45AB0FCC8A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10190C9-87D7-0F39-16EF-5647FA83D32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242933" y="3076286"/>
            <a:ext cx="2772041" cy="3138969"/>
          </a:xfrm>
          <a:prstGeom prst="roundRect">
            <a:avLst>
              <a:gd name="adj" fmla="val 8142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Picture/Text Block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9D944FEA-C810-1015-D589-8BA9F68E199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74493" y="3076286"/>
            <a:ext cx="2772041" cy="3138969"/>
          </a:xfrm>
          <a:prstGeom prst="roundRect">
            <a:avLst>
              <a:gd name="adj" fmla="val 8142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Picture/Text Block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0317F8C-CC26-EC0F-CD94-45C4E592D09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106052" y="3076286"/>
            <a:ext cx="2772041" cy="3138969"/>
          </a:xfrm>
          <a:prstGeom prst="roundRect">
            <a:avLst>
              <a:gd name="adj" fmla="val 8142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r>
              <a:rPr lang="en-JP" dirty="0"/>
              <a:t>Insert Picture/Text Block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2EE833-0220-C9FA-9D08-20284B13C4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14049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11571628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</a:lstStyle>
          <a:p>
            <a:r>
              <a:rPr lang="en-JP" dirty="0"/>
              <a:t>Insert Chart</a:t>
            </a:r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2DC26CE8-1DEF-EE42-861C-B0406E8DC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3" name="スライド番号プレースホルダ 5">
            <a:extLst>
              <a:ext uri="{FF2B5EF4-FFF2-40B4-BE49-F238E27FC236}">
                <a16:creationId xmlns:a16="http://schemas.microsoft.com/office/drawing/2014/main" id="{600920FB-2D44-F645-865D-89FFECB09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7DE8F7E-1418-1C4C-A62B-2385714992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8A960D-6A45-6744-9BDB-7070B443CC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1493179-5EA4-604B-A9DF-BDA818F01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52083FB3-3475-BBA9-C98F-425D638994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7FF9B6-1CE2-A02A-9B7E-A22487326078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302859-32D9-1178-36C5-3E57ED347D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90208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227225" y="1093767"/>
            <a:ext cx="7653625" cy="53229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</a:lstStyle>
          <a:p>
            <a:r>
              <a:rPr lang="en-JP" dirty="0"/>
              <a:t>Insert Chart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F65D74B-37DA-0D46-8B56-9B362C84E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Title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F5F6A26-5AAA-884F-A319-DE9881530A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3751966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Secondary text.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7136781B-A49B-0A42-B748-01C379A12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4" name="スライド番号プレースホルダ 5">
            <a:extLst>
              <a:ext uri="{FF2B5EF4-FFF2-40B4-BE49-F238E27FC236}">
                <a16:creationId xmlns:a16="http://schemas.microsoft.com/office/drawing/2014/main" id="{71FCF96E-3BB8-0745-B029-6B6BE4291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75659DC-941F-AA40-8336-C3B1BF32BA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5375A5A-6A84-7145-B49C-982F846194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F7E9041-544E-3547-AC30-65F55E91E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EA924626-C11F-5BA3-098E-B44C44669C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78409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61FFC0-2397-57B8-E269-F807B971483C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25B13BB-4F49-2813-DE49-BDDFEBCCB2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30822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41942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</a:lstStyle>
          <a:p>
            <a:r>
              <a:rPr lang="en-JP" dirty="0"/>
              <a:t>Insert Chart</a:t>
            </a:r>
          </a:p>
        </p:txBody>
      </p:sp>
      <p:sp>
        <p:nvSpPr>
          <p:cNvPr id="9" name="Chart Placeholder 7">
            <a:extLst>
              <a:ext uri="{FF2B5EF4-FFF2-40B4-BE49-F238E27FC236}">
                <a16:creationId xmlns:a16="http://schemas.microsoft.com/office/drawing/2014/main" id="{F1FC7466-185A-8B44-ABF0-5410C1127700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206170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</a:lstStyle>
          <a:p>
            <a:r>
              <a:rPr lang="en-JP" dirty="0"/>
              <a:t>Insert Chart</a:t>
            </a:r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C2587943-8F51-3542-B7BE-578171944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8AFBB1AB-19B7-1347-93F8-D14235DD2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C168495-CA79-E440-A93B-B87B367483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i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6F06E4B-A978-4E46-AE6C-67B54F7E34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603669" cy="1464957"/>
          </a:xfrm>
        </p:spPr>
        <p:txBody>
          <a:bodyPr tIns="0" rIns="0" bIns="0" numCol="2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 dirty="0"/>
              <a:t>This is your Primary Text.</a:t>
            </a:r>
            <a:endParaRPr lang="en-JP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FF373A1-4E48-6C48-A075-153436CF76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49" y="1093767"/>
            <a:ext cx="1160366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 i="0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/>
              <a:t>This is your Primary Title</a:t>
            </a:r>
          </a:p>
        </p:txBody>
      </p:sp>
      <p:sp>
        <p:nvSpPr>
          <p:cNvPr id="5" name="タイトル プレースホルダ 1">
            <a:extLst>
              <a:ext uri="{FF2B5EF4-FFF2-40B4-BE49-F238E27FC236}">
                <a16:creationId xmlns:a16="http://schemas.microsoft.com/office/drawing/2014/main" id="{A4B3B219-2CDD-39A1-0877-B2860A15C8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6690" y="192427"/>
            <a:ext cx="9379060" cy="685801"/>
          </a:xfrm>
          <a:prstGeom prst="rect">
            <a:avLst/>
          </a:prstGeom>
        </p:spPr>
        <p:txBody>
          <a:bodyPr vert="horz" lIns="0" tIns="54000" rIns="0" bIns="0" rtlCol="0" anchor="ctr">
            <a:normAutofit/>
          </a:bodyPr>
          <a:lstStyle>
            <a:lvl1pPr>
              <a:defRPr b="1" i="0">
                <a:latin typeface="Aptos" panose="020B0004020202020204" pitchFamily="34" charset="0"/>
              </a:defRPr>
            </a:lvl1pPr>
          </a:lstStyle>
          <a:p>
            <a:r>
              <a:rPr kumimoji="1" lang="en-US" altLang="ja-JP" dirty="0"/>
              <a:t>Click to add title</a:t>
            </a:r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3116A0-8AC6-FB92-D496-01211CD33DDC}"/>
              </a:ext>
            </a:extLst>
          </p:cNvPr>
          <p:cNvSpPr/>
          <p:nvPr userDrawn="1"/>
        </p:nvSpPr>
        <p:spPr>
          <a:xfrm>
            <a:off x="312373" y="304426"/>
            <a:ext cx="143066" cy="436383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74D1DF5-54F7-B0CD-27C4-C4ABCBD2C7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3301" y="4484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61364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66176-118B-86AD-5518-2186A3726A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="0" i="0"/>
            </a:lvl1pPr>
          </a:lstStyle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190179320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CE5B64-3E82-1004-6E37-C3D83CEB6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Takeda">
            <a:extLst>
              <a:ext uri="{FF2B5EF4-FFF2-40B4-BE49-F238E27FC236}">
                <a16:creationId xmlns:a16="http://schemas.microsoft.com/office/drawing/2014/main" id="{5D70691F-1F44-794D-D18D-5666854016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329" y="0"/>
            <a:ext cx="1768699" cy="9809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90A22CD-4EB4-1F41-1B70-31E6BE4CD4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731444D-472F-A911-0CB4-D27FA59619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F911337-D5CF-6C66-425F-C8D6873BF3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989A7E-5C6A-CDD3-A463-A013CA6994D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88B12E6-E35C-0F28-B636-91874C326B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7D707B6-EEA3-4EEB-6746-C126E7E802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BE4D317-783A-941D-29F5-51F8F0C467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5DDB1E2-5E29-89E8-F71B-1AA34DF649E5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05104FF-62C1-2312-FC13-4CEC71AEC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5606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 |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034B49-CA41-852B-695B-D82156F2E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Takeda">
            <a:extLst>
              <a:ext uri="{FF2B5EF4-FFF2-40B4-BE49-F238E27FC236}">
                <a16:creationId xmlns:a16="http://schemas.microsoft.com/office/drawing/2014/main" id="{CF5747BE-E8F1-F093-AC07-691290A5ED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329" y="0"/>
            <a:ext cx="1768699" cy="9809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C945C68-A816-B115-9AEC-6E084110CC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27940DD-2B69-F270-8C2B-CE21CCC5B5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BE0ABD3-1649-818B-9A13-3D3318D5A1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5055EAB-26D8-5FD9-B00B-62D13124B5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3DD0858-D0BC-4442-CB17-DE071332490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05CF097-8310-0040-A6E8-059396ADE1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89E55D9-6508-16C1-AC39-9EB8B6C0B3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40ADE43-5EE1-58D6-653B-F3C398D3F044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95C84E3-2736-802A-8B57-36F769B86E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2852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 | Sub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012F28-72C1-360B-8C0D-B98941FCE0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Takeda">
            <a:extLst>
              <a:ext uri="{FF2B5EF4-FFF2-40B4-BE49-F238E27FC236}">
                <a16:creationId xmlns:a16="http://schemas.microsoft.com/office/drawing/2014/main" id="{B837F9E9-31D5-D76E-E389-CCCFD3C4E0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329" y="0"/>
            <a:ext cx="1768699" cy="9809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6E4638C-E5F5-A6E9-D80C-FEF738C16B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0D46DAD-D124-3A7B-0284-B56016EF7CC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9260880-695C-22C9-8CE2-567C147E86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A88FF79-6BD2-EAF2-FA78-0C70F8ECE1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EE5391-034F-C9DB-9BA7-7DC6E7DD02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FFE793C-DAE9-D939-FD78-3B8DE5C144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05CD1BD-99F2-14D2-F7E3-0768B80DAB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A9494E5-BCC8-3D41-8447-812915CCDC0D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3E4B28-2892-E437-6DD2-08B6D53C59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7631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 | Sub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FA7805D-E0EE-3423-1AF7-567AAEAFBF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1209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880CC2-5C7A-30C9-C372-8FFE023509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24D65F3-4B3E-2B40-53BD-839E514C9E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54E2EA1-548F-E20A-B7DC-328270342E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6D21ACC-78FA-5E83-7FF5-131B74E51C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C4BA0B-83CA-B2FC-9A99-15584EA8E4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5FA3E3C-AB36-30BB-88ED-8A729C3FC9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85CDFB5-C305-B777-931D-E9C318D6A8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421D960-51E8-6510-8A49-FAFD3A7D587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8DFBD78-D096-12E4-0A55-54F37F2181B7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06C2626-0E48-5CC2-35FF-05C9BFF4FE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CA95419-3BBE-CD7D-2FAD-200C65C0FD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8242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 |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4771CE-2B9A-19F7-F3F4-8FBCEEBD6E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0C918E0-CC7F-4CA9-633B-044C5A6814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385FB58-BCE5-60B3-58C1-D0A28D9247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CAA0F7D-AC8F-4A79-4DBF-9DABF88455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044FD1-8C43-FEF8-059E-EFD3B51B4F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DB8436C-2376-EF64-12CD-AE83C75C1A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E45260-2115-F367-C6D5-4BB05C1D2D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EC795CD-6F3B-A6B1-083B-7B9E5CACF03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D0C74A3-A79A-B373-93C0-3424FFF34E1D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286DBA2-01B2-D315-40F1-30FBC6B803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3F204CD-AA83-F38F-DBD6-082FB950F2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3127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 | Sub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1EFD2B-3C08-FAAC-58FD-BE95678B88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A43EC82-E778-4CEF-4A0E-24FDCBE6DE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3402633-B3FE-E6E3-0B10-948D41B9C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B8F4956-533D-FA25-8CC4-DAB6F560F1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F9415E-0FCF-EF66-C1D1-7B71F13224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97FBB87-42E5-E54F-0FA1-87E951130F3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0E77045-D898-D613-B6ED-609AEAE756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3A577CD-CFB5-D579-1162-5107523226A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6018C1B-F20A-F4AC-5158-0C7BE808CB30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BB19808-E8D3-EF74-14C6-1ABE26D312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7D508B6-C5BB-DAC4-B098-9622261630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0437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 | Sub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20EF97-3C84-B7CC-8AAA-FAF2A043E7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9952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558A19-9841-757F-975F-D87DC11303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CD2A9B-30D9-CC1A-C6B5-6645CB3BA9F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C43682A-9A91-3774-2E34-8F8E1B9968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EB50DBF-ADFD-B177-3ACF-F420EB7208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9C38773-51D6-AC1F-000B-CAFB01C7EE1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ED46D04-3E98-B71E-144E-01E21323CB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0F96815-5271-DC8F-D5EC-05D2624592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70BF5A8-7B00-1E68-4830-2A2EB20D1D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F3D1355-C1FC-0FC3-CDE3-1D85A9F7AB63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57A7591-A45C-4ECD-AA80-914C91844D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BFCB9C6-1ECE-7A62-C7BE-B1C981415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9587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 |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4778D3-F955-DFD5-01A4-5B3F3AB78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0069BB6-A706-1642-64A9-FF94C550D7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3ABE5C-F84A-264E-471E-8379C02280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BA27301-DD48-9C8B-4FB0-8E4D2F08F2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54104E-22D4-DD30-34AE-B23062F8EB3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D7B5B23-E74D-D0D7-4D83-C78424D734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368AAF3-944B-C5DA-24C0-6ACBFB4156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9F5AA2F-E8EE-1C29-0822-C33F6CA6CC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119F673-1741-A39F-1793-91FDA8466B44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0F43EEC-B7DF-FCE8-E21A-B32646882A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3A61A7B-A346-F627-D967-438DF59730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1885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 | Sub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F01665-81BF-4576-227A-7D6290234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0C91F45-646E-B47A-CD80-2A883E0DED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FF7F3E9-1170-6D26-AF97-22A0AB1EDC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01BED5-5A8F-81B0-7CAA-44B5E6B6C6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8D5D186-886A-5B7A-C95F-265A7EDF51B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D58423C-4366-1C05-8F21-FD7444F4791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459D622-2F9B-108C-DF7C-6527CC9413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E6555AC-728C-0302-3947-48B17DD649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D285D73-F2D9-E6CB-FEC5-6402F86FE2FC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5F5A595-F126-3182-92FE-A08E7B6CB7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728CB73-92E5-E637-9C46-B68C5E59C9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369771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 | Sub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2B5D5E-C541-833B-EB88-195317DC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545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1FD53-FB39-66B2-0291-77744A4F2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F41B734-103C-2A68-62F8-D16AA86C08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426A5C-A5B8-3868-6031-83F1E5F181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51959AA-F306-4E6B-AE7F-ACED6DD430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96D76CD-E8F6-BC45-A976-6E238F8359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246220-8A6A-1829-2142-0A53F91399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971240D-8128-32C5-8612-2F17CBA722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5418F5E-02CE-2BF6-B26E-E0D9D012C0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9F19493-66E3-6329-429E-317DB828DF3E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320F15B-39B5-BF10-D360-EAD32B702D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C4914E5-D0C1-FEB0-EED3-63ADA7522E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0807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 |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EF0CE-61AF-55CC-A332-CAFF5A85E1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DDF92FB-A78B-39D3-80CF-A7EBB9DA5E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D9421C-4A82-D566-A2F6-FE9018909DF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92460CF-E826-3C55-D559-F68422666A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A2174C3-0463-48CA-ACC2-61A694047F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526325A-2EF8-7C3C-66F7-2C412AD452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6B6D06A-4668-4F45-E1D3-3F2C6853F8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3974C26-534C-C805-66E9-E7EF17A1B9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5889886-1580-7A3F-45C3-DA4D6105AA66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FC537DD-4B5F-3BFD-82EC-BEB47908B3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F0C2727-AC0F-C4C4-EE7F-273F9E03D8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1891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 | Sub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3D9B27-76AF-DA54-EEA1-0474CE343E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B9C9812-51B7-0590-C252-66F59C92B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6003" y="2577647"/>
            <a:ext cx="5289997" cy="989516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ct val="90000"/>
              </a:lnSpc>
              <a:defRPr sz="4800" b="1" i="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86B9BE5-3DDC-6DFC-88F8-92C5AEDEFB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6003" y="4551743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Title of Position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F673B83-AD4C-177E-22AC-2D68A16861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03" y="4811514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Department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04DE53C-F27C-52B4-9128-8FD43E558B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03" y="5071285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EF62BB1-0DFF-1533-AB4B-D9B02424E8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003" y="4291972"/>
            <a:ext cx="5289997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899743-9F7F-4B0E-2FF7-084F88FDD7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003" y="5331055"/>
            <a:ext cx="5289997" cy="234001"/>
          </a:xfrm>
          <a:prstGeom prst="rect">
            <a:avLst/>
          </a:prstGeo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 b="0" i="0">
                <a:latin typeface="Aptos" panose="020B0004020202020204" pitchFamily="34" charset="0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Private and confidential. For internal use only.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595289C-F257-FD73-0399-C56F7E2283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003" y="2217544"/>
            <a:ext cx="5289997" cy="338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spc="15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JP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7B4AF8B-F717-0FFB-3DDA-622FA8886CB4}"/>
              </a:ext>
            </a:extLst>
          </p:cNvPr>
          <p:cNvSpPr/>
          <p:nvPr userDrawn="1"/>
        </p:nvSpPr>
        <p:spPr>
          <a:xfrm>
            <a:off x="305389" y="2579521"/>
            <a:ext cx="190787" cy="565121"/>
          </a:xfrm>
          <a:custGeom>
            <a:avLst/>
            <a:gdLst>
              <a:gd name="connsiteX0" fmla="*/ 0 w 66951"/>
              <a:gd name="connsiteY0" fmla="*/ 0 h 565121"/>
              <a:gd name="connsiteX1" fmla="*/ 66951 w 66951"/>
              <a:gd name="connsiteY1" fmla="*/ 0 h 565121"/>
              <a:gd name="connsiteX2" fmla="*/ 66951 w 66951"/>
              <a:gd name="connsiteY2" fmla="*/ 565121 h 565121"/>
              <a:gd name="connsiteX3" fmla="*/ 0 w 66951"/>
              <a:gd name="connsiteY3" fmla="*/ 565121 h 565121"/>
              <a:gd name="connsiteX4" fmla="*/ 0 w 66951"/>
              <a:gd name="connsiteY4" fmla="*/ 0 h 565121"/>
              <a:gd name="connsiteX0" fmla="*/ 0 w 131862"/>
              <a:gd name="connsiteY0" fmla="*/ 0 h 565121"/>
              <a:gd name="connsiteX1" fmla="*/ 66951 w 131862"/>
              <a:gd name="connsiteY1" fmla="*/ 0 h 565121"/>
              <a:gd name="connsiteX2" fmla="*/ 66951 w 131862"/>
              <a:gd name="connsiteY2" fmla="*/ 565121 h 565121"/>
              <a:gd name="connsiteX3" fmla="*/ 0 w 131862"/>
              <a:gd name="connsiteY3" fmla="*/ 565121 h 565121"/>
              <a:gd name="connsiteX4" fmla="*/ 0 w 131862"/>
              <a:gd name="connsiteY4" fmla="*/ 0 h 565121"/>
              <a:gd name="connsiteX0" fmla="*/ 0 w 177682"/>
              <a:gd name="connsiteY0" fmla="*/ 0 h 565121"/>
              <a:gd name="connsiteX1" fmla="*/ 66951 w 177682"/>
              <a:gd name="connsiteY1" fmla="*/ 0 h 565121"/>
              <a:gd name="connsiteX2" fmla="*/ 66951 w 177682"/>
              <a:gd name="connsiteY2" fmla="*/ 565121 h 565121"/>
              <a:gd name="connsiteX3" fmla="*/ 0 w 177682"/>
              <a:gd name="connsiteY3" fmla="*/ 565121 h 565121"/>
              <a:gd name="connsiteX4" fmla="*/ 0 w 177682"/>
              <a:gd name="connsiteY4" fmla="*/ 0 h 565121"/>
              <a:gd name="connsiteX0" fmla="*/ 0 w 186120"/>
              <a:gd name="connsiteY0" fmla="*/ 0 h 565121"/>
              <a:gd name="connsiteX1" fmla="*/ 66951 w 186120"/>
              <a:gd name="connsiteY1" fmla="*/ 0 h 565121"/>
              <a:gd name="connsiteX2" fmla="*/ 66951 w 186120"/>
              <a:gd name="connsiteY2" fmla="*/ 565121 h 565121"/>
              <a:gd name="connsiteX3" fmla="*/ 0 w 186120"/>
              <a:gd name="connsiteY3" fmla="*/ 565121 h 565121"/>
              <a:gd name="connsiteX4" fmla="*/ 0 w 186120"/>
              <a:gd name="connsiteY4" fmla="*/ 0 h 565121"/>
              <a:gd name="connsiteX0" fmla="*/ 0 w 190787"/>
              <a:gd name="connsiteY0" fmla="*/ 0 h 565121"/>
              <a:gd name="connsiteX1" fmla="*/ 66951 w 190787"/>
              <a:gd name="connsiteY1" fmla="*/ 0 h 565121"/>
              <a:gd name="connsiteX2" fmla="*/ 66951 w 190787"/>
              <a:gd name="connsiteY2" fmla="*/ 565121 h 565121"/>
              <a:gd name="connsiteX3" fmla="*/ 0 w 190787"/>
              <a:gd name="connsiteY3" fmla="*/ 565121 h 565121"/>
              <a:gd name="connsiteX4" fmla="*/ 0 w 190787"/>
              <a:gd name="connsiteY4" fmla="*/ 0 h 56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787" h="565121">
                <a:moveTo>
                  <a:pt x="0" y="0"/>
                </a:moveTo>
                <a:lnTo>
                  <a:pt x="66951" y="0"/>
                </a:lnTo>
                <a:cubicBezTo>
                  <a:pt x="235226" y="153449"/>
                  <a:pt x="228876" y="408497"/>
                  <a:pt x="66951" y="565121"/>
                </a:cubicBezTo>
                <a:lnTo>
                  <a:pt x="0" y="5651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JP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31F396-C219-1015-ABFF-3F3465FB41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002" y="6376220"/>
            <a:ext cx="1950447" cy="1119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76BF229-CB71-F48F-4469-A4B6DC2CA1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589" y="0"/>
            <a:ext cx="1779439" cy="9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84756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 | Sub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1AAEEF-D38F-BBC8-9CEE-EFBECFB18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8789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36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27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ags" Target="../tags/tag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1.xml"/><Relationship Id="rId7" Type="http://schemas.openxmlformats.org/officeDocument/2006/relationships/tags" Target="../tags/tag7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ags" Target="../tags/tag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5.xml"/><Relationship Id="rId7" Type="http://schemas.openxmlformats.org/officeDocument/2006/relationships/tags" Target="../tags/tag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tags" Target="../tags/tag8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6.xml"/><Relationship Id="rId9" Type="http://schemas.openxmlformats.org/officeDocument/2006/relationships/image" Target="../media/image1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9.xml"/><Relationship Id="rId7" Type="http://schemas.openxmlformats.org/officeDocument/2006/relationships/tags" Target="../tags/tag11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tags" Target="../tags/tag10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40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95" imgH="394" progId="TCLayout.ActiveDocument.1">
                  <p:embed/>
                </p:oleObj>
              </mc:Choice>
              <mc:Fallback>
                <p:oleObj name="think-cell Slide" r:id="rId2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311150" y="1233487"/>
            <a:ext cx="11569700" cy="5183187"/>
          </a:xfrm>
          <a:prstGeom prst="rect">
            <a:avLst/>
          </a:prstGeom>
        </p:spPr>
        <p:txBody>
          <a:bodyPr vert="horz" lIns="0" tIns="45710" rIns="91420" bIns="45710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44E43001-C216-284A-9EBD-E54B5DD29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489701"/>
            <a:ext cx="4114800" cy="22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9" name="タイトル プレースホルダ 1">
            <a:extLst>
              <a:ext uri="{FF2B5EF4-FFF2-40B4-BE49-F238E27FC236}">
                <a16:creationId xmlns:a16="http://schemas.microsoft.com/office/drawing/2014/main" id="{D7981A12-E00B-604C-B863-7CBF31AA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90" y="161605"/>
            <a:ext cx="9814472" cy="685801"/>
          </a:xfrm>
          <a:prstGeom prst="rect">
            <a:avLst/>
          </a:prstGeom>
        </p:spPr>
        <p:txBody>
          <a:bodyPr vert="horz" lIns="0" tIns="190800" rIns="0" bIns="0" rtlCol="0" anchor="t" anchorCtr="0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/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C7AA5A17-3F2F-B94B-9342-A137057B8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89701"/>
            <a:ext cx="589856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0" i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8354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94" r:id="rId2"/>
    <p:sldLayoutId id="2147483993" r:id="rId3"/>
    <p:sldLayoutId id="2147484113" r:id="rId4"/>
    <p:sldLayoutId id="2147484098" r:id="rId5"/>
    <p:sldLayoutId id="2147484069" r:id="rId6"/>
    <p:sldLayoutId id="2147484114" r:id="rId7"/>
    <p:sldLayoutId id="2147483986" r:id="rId8"/>
    <p:sldLayoutId id="2147483990" r:id="rId9"/>
    <p:sldLayoutId id="2147483985" r:id="rId10"/>
    <p:sldLayoutId id="2147483988" r:id="rId11"/>
    <p:sldLayoutId id="2147483966" r:id="rId12"/>
    <p:sldLayoutId id="2147483920" r:id="rId13"/>
    <p:sldLayoutId id="2147483967" r:id="rId14"/>
    <p:sldLayoutId id="2147483922" r:id="rId15"/>
    <p:sldLayoutId id="2147483968" r:id="rId16"/>
    <p:sldLayoutId id="2147483930" r:id="rId17"/>
    <p:sldLayoutId id="2147483924" r:id="rId18"/>
    <p:sldLayoutId id="2147483931" r:id="rId19"/>
    <p:sldLayoutId id="2147483925" r:id="rId20"/>
    <p:sldLayoutId id="2147483926" r:id="rId21"/>
    <p:sldLayoutId id="2147483927" r:id="rId22"/>
    <p:sldLayoutId id="2147483928" r:id="rId23"/>
    <p:sldLayoutId id="2147484065" r:id="rId24"/>
  </p:sldLayoutIdLst>
  <p:transition spd="slow">
    <p:push dir="u"/>
  </p:transition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926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44" r:id="rId4"/>
  </p:sldLayoutIdLst>
  <p:transition spd="slow">
    <p:push dir="u"/>
  </p:transition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36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5" r:id="rId4"/>
  </p:sldLayoutIdLst>
  <p:transition spd="slow">
    <p:push dir="u"/>
  </p:transition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7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6" r:id="rId1"/>
    <p:sldLayoutId id="2147484107" r:id="rId2"/>
    <p:sldLayoutId id="2147484108" r:id="rId3"/>
    <p:sldLayoutId id="2147484146" r:id="rId4"/>
  </p:sldLayoutIdLst>
  <p:transition spd="slow">
    <p:push dir="u"/>
  </p:transition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 dirty="0"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80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103" r:id="rId2"/>
    <p:sldLayoutId id="2147484104" r:id="rId3"/>
    <p:sldLayoutId id="2147484147" r:id="rId4"/>
  </p:sldLayoutIdLst>
  <p:transition spd="slow">
    <p:push dir="u"/>
  </p:transition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Aptos" panose="020B000402020202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ytakeda.sharepoint.com/sites/Brand/SitePages/Templates.asp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48.e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1.svg"/><Relationship Id="rId5" Type="http://schemas.openxmlformats.org/officeDocument/2006/relationships/image" Target="../media/image47.jpeg"/><Relationship Id="rId10" Type="http://schemas.openxmlformats.org/officeDocument/2006/relationships/image" Target="../media/image50.svg"/><Relationship Id="rId4" Type="http://schemas.openxmlformats.org/officeDocument/2006/relationships/notesSlide" Target="../notesSlides/notesSlide5.xml"/><Relationship Id="rId9" Type="http://schemas.openxmlformats.org/officeDocument/2006/relationships/chart" Target="../charts/char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48.emf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7.jpeg"/><Relationship Id="rId4" Type="http://schemas.openxmlformats.org/officeDocument/2006/relationships/notesSlide" Target="../notesSlides/notesSlide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slideLayout" Target="../slideLayouts/slideLayout14.xml"/><Relationship Id="rId7" Type="http://schemas.openxmlformats.org/officeDocument/2006/relationships/chart" Target="../charts/chart6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slideLayout" Target="../slideLayouts/slideLayout14.xml"/><Relationship Id="rId7" Type="http://schemas.openxmlformats.org/officeDocument/2006/relationships/oleObject" Target="../embeddings/oleObject2.bin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52.png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jpg"/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48.emf"/><Relationship Id="rId11" Type="http://schemas.openxmlformats.org/officeDocument/2006/relationships/image" Target="../media/image57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6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WCAG21/#contrast-minimu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914C-05CA-13D0-0166-B2EF4525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4456FAC-67A2-DF28-4489-B35C0E129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Takeda </a:t>
            </a:r>
            <a:br>
              <a:rPr lang="en-US" dirty="0"/>
            </a:br>
            <a:r>
              <a:rPr lang="en-US" dirty="0"/>
              <a:t>PowerPoint </a:t>
            </a:r>
            <a:br>
              <a:rPr lang="en-US" dirty="0"/>
            </a:br>
            <a:r>
              <a:rPr lang="en-US" dirty="0"/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93406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F1BD346E-245E-CB42-E54B-2939033C5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>
                <a:solidFill>
                  <a:schemeClr val="accent1"/>
                </a:solidFill>
                <a:latin typeface="Aptos"/>
              </a:rPr>
              <a:t>TAKEDA </a:t>
            </a:r>
            <a:r>
              <a:rPr lang="en-JP">
                <a:latin typeface="Aptos"/>
              </a:rPr>
              <a:t>| POWERPOINT TEMPLATE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4A728-DA79-C048-8CF7-61E176E1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90" y="206209"/>
            <a:ext cx="9379060" cy="685801"/>
          </a:xfrm>
        </p:spPr>
        <p:txBody>
          <a:bodyPr>
            <a:normAutofit/>
          </a:bodyPr>
          <a:lstStyle/>
          <a:p>
            <a:r>
              <a:rPr lang="en-JP" dirty="0"/>
              <a:t>Additional Layouts and Background Options</a:t>
            </a:r>
          </a:p>
        </p:txBody>
      </p:sp>
      <p:sp>
        <p:nvSpPr>
          <p:cNvPr id="16" name="スライド番号プレースホルダ 5">
            <a:extLst>
              <a:ext uri="{FF2B5EF4-FFF2-40B4-BE49-F238E27FC236}">
                <a16:creationId xmlns:a16="http://schemas.microsoft.com/office/drawing/2014/main" id="{16E2E9F3-53F7-934A-B4C9-37D7E2ABC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71985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b="0" smtClean="0">
                <a:latin typeface="Aptos" panose="020B0004020202020204" pitchFamily="34" charset="0"/>
              </a:rPr>
              <a:pPr defTabSz="1218810"/>
              <a:t>2</a:t>
            </a:fld>
            <a:endParaRPr lang="ja-JP" altLang="en-US" b="0">
              <a:latin typeface="Aptos" panose="020B0004020202020204" pitchFamily="34" charset="0"/>
            </a:endParaRPr>
          </a:p>
        </p:txBody>
      </p:sp>
      <p:sp>
        <p:nvSpPr>
          <p:cNvPr id="25" name="Text Placeholder 50">
            <a:extLst>
              <a:ext uri="{FF2B5EF4-FFF2-40B4-BE49-F238E27FC236}">
                <a16:creationId xmlns:a16="http://schemas.microsoft.com/office/drawing/2014/main" id="{7612EAC8-54B2-AD4A-80EC-2DCD42DDA5A4}"/>
              </a:ext>
            </a:extLst>
          </p:cNvPr>
          <p:cNvSpPr txBox="1">
            <a:spLocks/>
          </p:cNvSpPr>
          <p:nvPr/>
        </p:nvSpPr>
        <p:spPr>
          <a:xfrm>
            <a:off x="692288" y="1246935"/>
            <a:ext cx="3636826" cy="2925015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6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accent3"/>
                </a:solidFill>
                <a:latin typeface="Aptos" panose="020B0004020202020204" pitchFamily="34" charset="0"/>
              </a:rPr>
              <a:t>To access layouts and backgrounds not shown in the standard editing view, click </a:t>
            </a:r>
            <a:r>
              <a:rPr lang="en-US" sz="1400" b="1" dirty="0">
                <a:solidFill>
                  <a:schemeClr val="accent1"/>
                </a:solidFill>
                <a:latin typeface="Aptos" panose="020B0004020202020204" pitchFamily="34" charset="0"/>
              </a:rPr>
              <a:t>New Slide </a:t>
            </a:r>
            <a:r>
              <a:rPr lang="en-US" sz="1400" dirty="0">
                <a:solidFill>
                  <a:schemeClr val="accent3"/>
                </a:solidFill>
                <a:latin typeface="Aptos" panose="020B0004020202020204" pitchFamily="34" charset="0"/>
              </a:rPr>
              <a:t>or </a:t>
            </a:r>
            <a:r>
              <a:rPr lang="en-US" sz="1400" b="1" dirty="0">
                <a:solidFill>
                  <a:schemeClr val="accent1"/>
                </a:solidFill>
                <a:latin typeface="Aptos" panose="020B0004020202020204" pitchFamily="34" charset="0"/>
              </a:rPr>
              <a:t>Layout</a:t>
            </a:r>
            <a:r>
              <a:rPr lang="en-US" sz="1400" dirty="0">
                <a:solidFill>
                  <a:schemeClr val="accent3"/>
                </a:solidFill>
                <a:latin typeface="Aptos" panose="020B0004020202020204" pitchFamily="34" charset="0"/>
              </a:rPr>
              <a:t> and select the desired template.</a:t>
            </a:r>
          </a:p>
          <a:p>
            <a:pPr>
              <a:lnSpc>
                <a:spcPts val="2000"/>
              </a:lnSpc>
            </a:pPr>
            <a:endParaRPr lang="en-US" sz="1400" dirty="0">
              <a:solidFill>
                <a:schemeClr val="accent3"/>
              </a:solidFill>
              <a:latin typeface="Aptos" panose="020B0004020202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sz="1400" dirty="0">
                <a:solidFill>
                  <a:schemeClr val="accent3"/>
                </a:solidFill>
                <a:latin typeface="Aptos" panose="020B0004020202020204" pitchFamily="34" charset="0"/>
              </a:rPr>
              <a:t>Additional patterns and gradients can be found on the </a:t>
            </a:r>
            <a:r>
              <a:rPr lang="en-US" sz="1400" b="1" dirty="0">
                <a:solidFill>
                  <a:schemeClr val="accent1"/>
                </a:solidFill>
                <a:latin typeface="Aptos" panose="020B00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Brand Portal</a:t>
            </a:r>
            <a:r>
              <a:rPr lang="en-US" sz="1400" dirty="0">
                <a:solidFill>
                  <a:schemeClr val="accent3"/>
                </a:solidFill>
                <a:latin typeface="Aptos" panose="020B0004020202020204" pitchFamily="34" charset="0"/>
              </a:rPr>
              <a:t>.</a:t>
            </a:r>
            <a:endParaRPr lang="en-JP" sz="1400" dirty="0">
              <a:solidFill>
                <a:schemeClr val="accent3"/>
              </a:solidFill>
              <a:latin typeface="Aptos" panose="020B0004020202020204" pitchFamily="34" charset="0"/>
            </a:endParaRPr>
          </a:p>
          <a:p>
            <a:pPr>
              <a:lnSpc>
                <a:spcPts val="2000"/>
              </a:lnSpc>
            </a:pPr>
            <a:endParaRPr lang="en-JP" sz="14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DCD1D38-FF43-80C2-7283-12CB61957AA4}"/>
              </a:ext>
            </a:extLst>
          </p:cNvPr>
          <p:cNvGrpSpPr/>
          <p:nvPr/>
        </p:nvGrpSpPr>
        <p:grpSpPr>
          <a:xfrm>
            <a:off x="6172756" y="1011132"/>
            <a:ext cx="5116303" cy="4858425"/>
            <a:chOff x="6172756" y="1011132"/>
            <a:chExt cx="5116303" cy="48584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25268ED-8230-A980-947B-9836C8E7C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172756" y="2127782"/>
              <a:ext cx="5116303" cy="3741775"/>
            </a:xfrm>
            <a:prstGeom prst="rect">
              <a:avLst/>
            </a:prstGeom>
            <a:ln>
              <a:noFill/>
            </a:ln>
            <a:effectLst>
              <a:outerShdw blurRad="433950" dir="1440000" sx="98898" sy="98898" algn="ctr" rotWithShape="0">
                <a:prstClr val="black">
                  <a:alpha val="2000"/>
                </a:prstClr>
              </a:outerShdw>
            </a:effec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F63BFDB-EBBC-B68F-F9AE-CE70B33F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9" t="5291" r="1212" b="11478"/>
            <a:stretch/>
          </p:blipFill>
          <p:spPr>
            <a:xfrm>
              <a:off x="6414131" y="1011132"/>
              <a:ext cx="4599919" cy="1353933"/>
            </a:xfrm>
            <a:prstGeom prst="rect">
              <a:avLst/>
            </a:prstGeom>
            <a:ln>
              <a:noFill/>
            </a:ln>
            <a:effectLst>
              <a:outerShdw blurRad="433950" dir="1440000" sx="89617" sy="89617" algn="ctr" rotWithShape="0">
                <a:prstClr val="black">
                  <a:alpha val="0"/>
                </a:prstClr>
              </a:outerShdw>
            </a:effectLst>
          </p:spPr>
        </p:pic>
        <p:sp>
          <p:nvSpPr>
            <p:cNvPr id="11" name="Round Single Corner Rectangle 10">
              <a:extLst>
                <a:ext uri="{FF2B5EF4-FFF2-40B4-BE49-F238E27FC236}">
                  <a16:creationId xmlns:a16="http://schemas.microsoft.com/office/drawing/2014/main" id="{BF544776-B9C0-EC51-FD33-750F2C25365A}"/>
                </a:ext>
              </a:extLst>
            </p:cNvPr>
            <p:cNvSpPr/>
            <p:nvPr/>
          </p:nvSpPr>
          <p:spPr>
            <a:xfrm>
              <a:off x="7737544" y="1552806"/>
              <a:ext cx="366368" cy="592909"/>
            </a:xfrm>
            <a:prstGeom prst="round1Rect">
              <a:avLst>
                <a:gd name="adj" fmla="val 0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/>
            </a:p>
          </p:txBody>
        </p:sp>
        <p:sp>
          <p:nvSpPr>
            <p:cNvPr id="13" name="Round Single Corner Rectangle 12">
              <a:extLst>
                <a:ext uri="{FF2B5EF4-FFF2-40B4-BE49-F238E27FC236}">
                  <a16:creationId xmlns:a16="http://schemas.microsoft.com/office/drawing/2014/main" id="{C17E6A90-97D0-4E44-FEE9-A1E9756F0062}"/>
                </a:ext>
              </a:extLst>
            </p:cNvPr>
            <p:cNvSpPr/>
            <p:nvPr/>
          </p:nvSpPr>
          <p:spPr>
            <a:xfrm>
              <a:off x="8145011" y="1552806"/>
              <a:ext cx="672787" cy="226538"/>
            </a:xfrm>
            <a:prstGeom prst="round1Rect">
              <a:avLst>
                <a:gd name="adj" fmla="val 0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B278A65-064E-D9C6-47F7-6E5A36DDB1F2}"/>
                </a:ext>
              </a:extLst>
            </p:cNvPr>
            <p:cNvCxnSpPr>
              <a:cxnSpLocks/>
            </p:cNvCxnSpPr>
            <p:nvPr/>
          </p:nvCxnSpPr>
          <p:spPr>
            <a:xfrm>
              <a:off x="8251591" y="2196514"/>
              <a:ext cx="0" cy="29298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529BA-8CDA-C204-FC20-3FCD59443AEA}"/>
              </a:ext>
            </a:extLst>
          </p:cNvPr>
          <p:cNvSpPr/>
          <p:nvPr/>
        </p:nvSpPr>
        <p:spPr>
          <a:xfrm>
            <a:off x="6498210" y="5608622"/>
            <a:ext cx="44706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JP" sz="1200">
                <a:latin typeface="Aptos" panose="020B0004020202020204" pitchFamily="34" charset="0"/>
              </a:rPr>
              <a:t>These layouts can be modified as needed, but when doing so please try to maintain a clean, aligned look and feel.</a:t>
            </a:r>
          </a:p>
        </p:txBody>
      </p:sp>
    </p:spTree>
    <p:extLst>
      <p:ext uri="{BB962C8B-B14F-4D97-AF65-F5344CB8AC3E}">
        <p14:creationId xmlns:p14="http://schemas.microsoft.com/office/powerpoint/2010/main" val="339535828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1F48D-FA33-24C4-259E-083EBD4C2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21E5F-0C2B-4484-BCF2-23884050518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A7C252-DFD1-8D8D-C5AF-6C9DC3FEE1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8B704C-59AB-51FB-3F2B-D96D7BCD2D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9BC422-8C93-01C3-765F-0D892968733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E78B1-A91C-883C-CDBB-0824921A95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C52140-1D9F-EA7C-4D46-97E54CF8BF7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9338405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815DB-DA81-99D6-B83F-14FE5680C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18E1B-9BF8-7467-3AFA-8CC9DB56E9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19A5B9-C1A1-6DD0-2602-9E222F38D6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9D1F57-D2FC-A16A-F2CF-1C4B83F5FDA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08A7F1-14C5-C6DF-95FC-AFF4AA60373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1FE6A-9BAC-77B1-BA46-72D7135A53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B3A5BB7-8389-C5B1-53C8-2BFB8DD9A4A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01" r="-26"/>
          <a:stretch>
            <a:fillRect/>
          </a:stretch>
        </p:blipFill>
        <p:spPr>
          <a:xfrm>
            <a:off x="5866512" y="1"/>
            <a:ext cx="6328185" cy="685799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075B5-C14D-E8AA-73B5-B9B9AE29F4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CE4268-0D78-0D57-4AF7-CDBAD6D2669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3806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72F49-3052-80CE-5922-7235C3E2D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C290F-5927-6E6A-1971-F1107D26326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8D7C3D-310A-2047-4A4D-2B0D78C8600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E39820-4F15-87F7-13E1-31662B545A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FA5F20-BABA-9AF7-DEE7-EF0A709F66E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315D2-AE3F-7BBC-8A15-EF719CA92A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19B85D1-1544-EEEB-3049-E83B17B6F94D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6" r="3636"/>
          <a:stretch>
            <a:fillRect/>
          </a:stretch>
        </p:blipFill>
        <p:spPr>
          <a:xfrm>
            <a:off x="5866512" y="1"/>
            <a:ext cx="6328185" cy="685799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FADDC2-F3F0-FAA3-FBA4-BAA85A0CE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474336-F485-3336-38C7-C9D87D34E3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0377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D1A15-B861-BC0E-8FE6-42FF2D7AD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2E26766-12F9-897E-3D32-28D86675A46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BC5D85-0FF4-331D-79A5-3C4C9AD11B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C8C84B-2CB4-352E-82D8-C4296E18C75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02995B-7376-C093-309D-709D6EECBFF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B8854F6-6557-7EA9-7EEF-AAC4E025AC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7A94CE52-9EBC-02EF-E939-D4F267FA82AF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6" r="19236"/>
          <a:stretch/>
        </p:blipFill>
        <p:spPr/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7D79DCD-BBF4-DB23-5C2D-77D69A1804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FDE2970-6C34-37C3-FC75-58522209469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34798087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E51E5-5105-88CB-FA5C-802169EE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655D9F4-1AB0-1A06-4D46-0AE8D7C63FF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5A497C4-EA1B-04BF-CE7A-43EB630ED7D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179EFE8-62E6-1F51-9A67-F2935EC267A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6826483-C2D6-ADC8-1C1B-446924CE0E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DA21FD-EDC1-0382-5813-B4B44D9856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D5BBE4C-8165-FD7B-F6F4-77165BB64BA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1" t="8801" r="21326"/>
          <a:stretch>
            <a:fillRect/>
          </a:stretch>
        </p:blipFill>
        <p:spPr>
          <a:xfrm>
            <a:off x="5866512" y="1"/>
            <a:ext cx="6328185" cy="6857999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D820433C-CDC4-A674-933D-E42DFC1971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15DFEB9-0339-0E88-5411-65C8170B5E9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61636190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4DC63-18A4-EBA5-41B9-79632B387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D2C8F3A-5116-C232-D2DA-F572EDB50A5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881079-513C-CA6D-0AEA-94059FCECF0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AA46DA-D946-903A-0664-14F8383482B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7D0B5E9-6AA1-F044-228C-8861AA2FB3E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5BE1F8C-A5EE-C856-B8D5-F9B70AC55C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2950CE2-E74F-1644-7CBF-C0BC19554EA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9" r="32783"/>
          <a:stretch>
            <a:fillRect/>
          </a:stretch>
        </p:blipFill>
        <p:spPr>
          <a:xfrm>
            <a:off x="5866512" y="1"/>
            <a:ext cx="6328185" cy="6857999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5D2DC77-5250-12B9-0B32-39FD821972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7332372-7158-07B6-FB15-CEF3F81B663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01660092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DBF1-E7DB-B6D4-2576-0C449325B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33C27DA-7EDA-896C-3136-7735461C767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E2105AD-FC22-DC00-E0D9-543F7135A0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DAC0E41-EABC-F4AB-4BEF-C173648564D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69EB464-35EE-FC13-CF2B-E89489027AF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CDF81B1-7A69-50D2-612B-D152310EE7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0F5DE53-B240-484B-E257-FE60EE46B625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3" r="36925"/>
          <a:stretch>
            <a:fillRect/>
          </a:stretch>
        </p:blipFill>
        <p:spPr>
          <a:xfrm>
            <a:off x="5866512" y="1"/>
            <a:ext cx="6328185" cy="6857999"/>
          </a:xfrm>
          <a:custGeom>
            <a:avLst/>
            <a:gdLst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3409714 w 6462532"/>
              <a:gd name="connsiteY2" fmla="*/ 0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309764"/>
              <a:gd name="connsiteY0" fmla="*/ 3060215 h 6113033"/>
              <a:gd name="connsiteX1" fmla="*/ 3052818 w 7309764"/>
              <a:gd name="connsiteY1" fmla="*/ 7397 h 6113033"/>
              <a:gd name="connsiteX2" fmla="*/ 6592752 w 7309764"/>
              <a:gd name="connsiteY2" fmla="*/ 53695 h 6113033"/>
              <a:gd name="connsiteX3" fmla="*/ 6462532 w 7309764"/>
              <a:gd name="connsiteY3" fmla="*/ 3060215 h 6113033"/>
              <a:gd name="connsiteX4" fmla="*/ 6462532 w 7309764"/>
              <a:gd name="connsiteY4" fmla="*/ 3060215 h 6113033"/>
              <a:gd name="connsiteX5" fmla="*/ 3409714 w 7309764"/>
              <a:gd name="connsiteY5" fmla="*/ 6113033 h 6113033"/>
              <a:gd name="connsiteX6" fmla="*/ 3052818 w 7309764"/>
              <a:gd name="connsiteY6" fmla="*/ 6113033 h 6113033"/>
              <a:gd name="connsiteX7" fmla="*/ 0 w 7309764"/>
              <a:gd name="connsiteY7" fmla="*/ 3060215 h 6113033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6750471"/>
              <a:gd name="connsiteY0" fmla="*/ 3052818 h 6105636"/>
              <a:gd name="connsiteX1" fmla="*/ 3052818 w 6750471"/>
              <a:gd name="connsiteY1" fmla="*/ 0 h 6105636"/>
              <a:gd name="connsiteX2" fmla="*/ 6395982 w 6750471"/>
              <a:gd name="connsiteY2" fmla="*/ 11574 h 6105636"/>
              <a:gd name="connsiteX3" fmla="*/ 6462532 w 6750471"/>
              <a:gd name="connsiteY3" fmla="*/ 3052818 h 6105636"/>
              <a:gd name="connsiteX4" fmla="*/ 6462532 w 6750471"/>
              <a:gd name="connsiteY4" fmla="*/ 3052818 h 6105636"/>
              <a:gd name="connsiteX5" fmla="*/ 3409714 w 6750471"/>
              <a:gd name="connsiteY5" fmla="*/ 6105636 h 6105636"/>
              <a:gd name="connsiteX6" fmla="*/ 3052818 w 6750471"/>
              <a:gd name="connsiteY6" fmla="*/ 6105636 h 6105636"/>
              <a:gd name="connsiteX7" fmla="*/ 0 w 6750471"/>
              <a:gd name="connsiteY7" fmla="*/ 3052818 h 6105636"/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6395982 w 6462532"/>
              <a:gd name="connsiteY2" fmla="*/ 11574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6462532 w 6477004"/>
              <a:gd name="connsiteY4" fmla="*/ 3052819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5756477 w 6477004"/>
              <a:gd name="connsiteY4" fmla="*/ 3018095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3409714 w 6477004"/>
              <a:gd name="connsiteY4" fmla="*/ 6105637 h 6105637"/>
              <a:gd name="connsiteX5" fmla="*/ 3052818 w 6477004"/>
              <a:gd name="connsiteY5" fmla="*/ 6105637 h 6105637"/>
              <a:gd name="connsiteX6" fmla="*/ 0 w 6477004"/>
              <a:gd name="connsiteY6" fmla="*/ 3052819 h 6105637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462532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323635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326533"/>
              <a:gd name="connsiteY0" fmla="*/ 3052819 h 6108535"/>
              <a:gd name="connsiteX1" fmla="*/ 3052818 w 6326533"/>
              <a:gd name="connsiteY1" fmla="*/ 1 h 6108535"/>
              <a:gd name="connsiteX2" fmla="*/ 6326533 w 6326533"/>
              <a:gd name="connsiteY2" fmla="*/ 0 h 6108535"/>
              <a:gd name="connsiteX3" fmla="*/ 6323635 w 6326533"/>
              <a:gd name="connsiteY3" fmla="*/ 6108535 h 6108535"/>
              <a:gd name="connsiteX4" fmla="*/ 3409714 w 6326533"/>
              <a:gd name="connsiteY4" fmla="*/ 6105637 h 6108535"/>
              <a:gd name="connsiteX5" fmla="*/ 3052818 w 6326533"/>
              <a:gd name="connsiteY5" fmla="*/ 6105637 h 6108535"/>
              <a:gd name="connsiteX6" fmla="*/ 0 w 6326533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602211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448355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606874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5610302"/>
              <a:gd name="connsiteY0" fmla="*/ 3052819 h 6105637"/>
              <a:gd name="connsiteX1" fmla="*/ 3052818 w 5610302"/>
              <a:gd name="connsiteY1" fmla="*/ 1 h 6105637"/>
              <a:gd name="connsiteX2" fmla="*/ 5606874 w 5610302"/>
              <a:gd name="connsiteY2" fmla="*/ 0 h 6105637"/>
              <a:gd name="connsiteX3" fmla="*/ 5610302 w 5610302"/>
              <a:gd name="connsiteY3" fmla="*/ 6080560 h 6105637"/>
              <a:gd name="connsiteX4" fmla="*/ 3409714 w 5610302"/>
              <a:gd name="connsiteY4" fmla="*/ 6105637 h 6105637"/>
              <a:gd name="connsiteX5" fmla="*/ 3052818 w 5610302"/>
              <a:gd name="connsiteY5" fmla="*/ 6105637 h 6105637"/>
              <a:gd name="connsiteX6" fmla="*/ 0 w 5610302"/>
              <a:gd name="connsiteY6" fmla="*/ 3052819 h 6105637"/>
              <a:gd name="connsiteX0" fmla="*/ 0 w 5610302"/>
              <a:gd name="connsiteY0" fmla="*/ 3052819 h 6105637"/>
              <a:gd name="connsiteX1" fmla="*/ 3052818 w 5610302"/>
              <a:gd name="connsiteY1" fmla="*/ 1 h 6105637"/>
              <a:gd name="connsiteX2" fmla="*/ 5606874 w 5610302"/>
              <a:gd name="connsiteY2" fmla="*/ 0 h 6105637"/>
              <a:gd name="connsiteX3" fmla="*/ 5610302 w 5610302"/>
              <a:gd name="connsiteY3" fmla="*/ 6080560 h 6105637"/>
              <a:gd name="connsiteX4" fmla="*/ 3052818 w 5610302"/>
              <a:gd name="connsiteY4" fmla="*/ 6105637 h 6105637"/>
              <a:gd name="connsiteX5" fmla="*/ 0 w 5610302"/>
              <a:gd name="connsiteY5" fmla="*/ 3052819 h 6105637"/>
              <a:gd name="connsiteX0" fmla="*/ 0 w 5705141"/>
              <a:gd name="connsiteY0" fmla="*/ 3052819 h 6116581"/>
              <a:gd name="connsiteX1" fmla="*/ 3052818 w 5705141"/>
              <a:gd name="connsiteY1" fmla="*/ 1 h 6116581"/>
              <a:gd name="connsiteX2" fmla="*/ 5606874 w 5705141"/>
              <a:gd name="connsiteY2" fmla="*/ 0 h 6116581"/>
              <a:gd name="connsiteX3" fmla="*/ 5705141 w 5705141"/>
              <a:gd name="connsiteY3" fmla="*/ 6116581 h 6116581"/>
              <a:gd name="connsiteX4" fmla="*/ 3052818 w 5705141"/>
              <a:gd name="connsiteY4" fmla="*/ 6105637 h 6116581"/>
              <a:gd name="connsiteX5" fmla="*/ 0 w 5705141"/>
              <a:gd name="connsiteY5" fmla="*/ 3052819 h 6116581"/>
              <a:gd name="connsiteX0" fmla="*/ 0 w 5705141"/>
              <a:gd name="connsiteY0" fmla="*/ 3052819 h 6109377"/>
              <a:gd name="connsiteX1" fmla="*/ 3052818 w 5705141"/>
              <a:gd name="connsiteY1" fmla="*/ 1 h 6109377"/>
              <a:gd name="connsiteX2" fmla="*/ 5606874 w 5705141"/>
              <a:gd name="connsiteY2" fmla="*/ 0 h 6109377"/>
              <a:gd name="connsiteX3" fmla="*/ 5705141 w 5705141"/>
              <a:gd name="connsiteY3" fmla="*/ 6109377 h 6109377"/>
              <a:gd name="connsiteX4" fmla="*/ 3052818 w 5705141"/>
              <a:gd name="connsiteY4" fmla="*/ 6105637 h 6109377"/>
              <a:gd name="connsiteX5" fmla="*/ 0 w 5705141"/>
              <a:gd name="connsiteY5" fmla="*/ 3052819 h 610937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098939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062411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9 h 6109377"/>
              <a:gd name="connsiteX1" fmla="*/ 3052818 w 5705141"/>
              <a:gd name="connsiteY1" fmla="*/ 1 h 6109377"/>
              <a:gd name="connsiteX2" fmla="*/ 5606874 w 5705141"/>
              <a:gd name="connsiteY2" fmla="*/ 0 h 6109377"/>
              <a:gd name="connsiteX3" fmla="*/ 5705141 w 5705141"/>
              <a:gd name="connsiteY3" fmla="*/ 6109377 h 6109377"/>
              <a:gd name="connsiteX4" fmla="*/ 3052818 w 5705141"/>
              <a:gd name="connsiteY4" fmla="*/ 6105637 h 6109377"/>
              <a:gd name="connsiteX5" fmla="*/ 0 w 5705141"/>
              <a:gd name="connsiteY5" fmla="*/ 3052819 h 610937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104159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8 h 6105636"/>
              <a:gd name="connsiteX1" fmla="*/ 3052818 w 5705141"/>
              <a:gd name="connsiteY1" fmla="*/ 0 h 6105636"/>
              <a:gd name="connsiteX2" fmla="*/ 5703423 w 5705141"/>
              <a:gd name="connsiteY2" fmla="*/ 7333 h 6105636"/>
              <a:gd name="connsiteX3" fmla="*/ 5705141 w 5705141"/>
              <a:gd name="connsiteY3" fmla="*/ 6104158 h 6105636"/>
              <a:gd name="connsiteX4" fmla="*/ 3052818 w 5705141"/>
              <a:gd name="connsiteY4" fmla="*/ 6105636 h 6105636"/>
              <a:gd name="connsiteX5" fmla="*/ 0 w 5705141"/>
              <a:gd name="connsiteY5" fmla="*/ 3052818 h 6105636"/>
              <a:gd name="connsiteX0" fmla="*/ 0 w 5705141"/>
              <a:gd name="connsiteY0" fmla="*/ 3052818 h 6105636"/>
              <a:gd name="connsiteX1" fmla="*/ 3052818 w 5705141"/>
              <a:gd name="connsiteY1" fmla="*/ 0 h 6105636"/>
              <a:gd name="connsiteX2" fmla="*/ 5703424 w 5705141"/>
              <a:gd name="connsiteY2" fmla="*/ 4178 h 6105636"/>
              <a:gd name="connsiteX3" fmla="*/ 5705141 w 5705141"/>
              <a:gd name="connsiteY3" fmla="*/ 6104158 h 6105636"/>
              <a:gd name="connsiteX4" fmla="*/ 3052818 w 5705141"/>
              <a:gd name="connsiteY4" fmla="*/ 6105636 h 6105636"/>
              <a:gd name="connsiteX5" fmla="*/ 0 w 5705141"/>
              <a:gd name="connsiteY5" fmla="*/ 3052818 h 6105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05141" h="6105636">
                <a:moveTo>
                  <a:pt x="0" y="3052818"/>
                </a:moveTo>
                <a:cubicBezTo>
                  <a:pt x="0" y="1366793"/>
                  <a:pt x="1366793" y="0"/>
                  <a:pt x="3052818" y="0"/>
                </a:cubicBezTo>
                <a:lnTo>
                  <a:pt x="5703424" y="4178"/>
                </a:lnTo>
                <a:cubicBezTo>
                  <a:pt x="5704567" y="2031031"/>
                  <a:pt x="5703998" y="4077305"/>
                  <a:pt x="5705141" y="6104158"/>
                </a:cubicBezTo>
                <a:lnTo>
                  <a:pt x="3052818" y="6105636"/>
                </a:lnTo>
                <a:cubicBezTo>
                  <a:pt x="1366793" y="6105636"/>
                  <a:pt x="0" y="4738843"/>
                  <a:pt x="0" y="3052818"/>
                </a:cubicBezTo>
                <a:close/>
              </a:path>
            </a:pathLst>
          </a:custGeom>
          <a:noFill/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88261CDD-3FAA-0E0B-8537-B3E035BF82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84103D6-D9BF-523F-02C3-546BE54F8C6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07302310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007EA-A61F-54A5-BECA-46CE19AD0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F58D863-DE91-2FF2-B202-A59C0BE7EA0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C1BDD94-FBC1-5085-14E7-549A293CC68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BF80318-89F6-E639-793C-46054784D6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B5F8D-F11F-3E57-0972-2EA244DFF1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8D5C29F-E4FD-24D6-9480-C32119BA94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5DE0EE6-8515-F24E-C445-979C5C2AB9C5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055"/>
                    </a14:imgEffect>
                    <a14:imgEffect>
                      <a14:brightnessContrast brigh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33" r="32723"/>
          <a:stretch>
            <a:fillRect/>
          </a:stretch>
        </p:blipFill>
        <p:spPr>
          <a:xfrm>
            <a:off x="5866512" y="1"/>
            <a:ext cx="6328185" cy="6857999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8FB65F22-5A15-B693-F224-0BAF0F6E9D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3F273C8-C0B1-4C17-9690-7900AB006E7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52447741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8483F-2745-6738-174E-3942CEE5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B933670-45A0-517E-86A5-34E959D89E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FA89D55-21BB-2172-993C-C72F82D418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7D92943-9064-F6D0-757D-41D2C08D3E4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E4336CF-CACE-D67F-5954-8C4E08AC331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A9BB0C-BFF0-239E-2303-EDE95DC3EB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572DF2FF-ACC9-9329-5FAE-CEFE7388098F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64" r="14364"/>
          <a:stretch/>
        </p:blipFill>
        <p:spPr/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FAD1B25-2343-8D3B-5BF8-BFE97E51D1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40170B9-EC33-5B21-BD7F-D3BBA01E186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84476621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2505-21D1-655C-8536-6214FAEDE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F75743C-A932-1847-F80D-A626BF5FFC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511A404-5068-2422-70C5-03D58276769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1F47A0-B77C-6E84-D1EB-1F9BB16BC15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5A47706-D8B3-8BFD-9E90-7E41EC8E0E0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AA9507B-36F6-55AA-DEAA-823B1151F3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7E4268E-4B63-0083-A240-B997E1025145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8" r="-40"/>
          <a:stretch>
            <a:fillRect/>
          </a:stretch>
        </p:blipFill>
        <p:spPr>
          <a:xfrm>
            <a:off x="5866512" y="1"/>
            <a:ext cx="6328185" cy="6857999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E7B9977-D1B8-FD9D-8AEB-4597716BAA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81BAFBB-B156-17D4-4D2C-62CE1F70110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15112567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1274-3337-9D8C-FB88-0406E2358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9471CA-1350-4A92-C796-5EED1713A7D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F30BD22-2A84-2545-177E-62B09092CF5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0EAA1A-CC8F-24CD-5993-7BC4B61A49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8123705-6B6D-28B8-2C63-BD0DD301E2B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2D14DB-97AF-E737-AD4B-9606594926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64CC870-50AE-3D29-AE2A-05D62A0003E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06" r="19206"/>
          <a:stretch/>
        </p:blipFill>
        <p:spPr/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0F89F4B-0FD6-2C6B-A834-41E777A577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26DAA3D-CC09-D81E-1B1D-DBAB88406A2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JP" dirty="0"/>
          </a:p>
        </p:txBody>
      </p:sp>
      <p:pic>
        <p:nvPicPr>
          <p:cNvPr id="2" name="Picture Placeholder 4">
            <a:extLst>
              <a:ext uri="{FF2B5EF4-FFF2-40B4-BE49-F238E27FC236}">
                <a16:creationId xmlns:a16="http://schemas.microsoft.com/office/drawing/2014/main" id="{28523962-74EA-FFF0-439F-AFE62D334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0" r="32851"/>
          <a:stretch>
            <a:fillRect/>
          </a:stretch>
        </p:blipFill>
        <p:spPr>
          <a:xfrm>
            <a:off x="5863815" y="1"/>
            <a:ext cx="6328185" cy="6857999"/>
          </a:xfrm>
          <a:custGeom>
            <a:avLst/>
            <a:gdLst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3409714 w 6462532"/>
              <a:gd name="connsiteY2" fmla="*/ 0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309764"/>
              <a:gd name="connsiteY0" fmla="*/ 3060215 h 6113033"/>
              <a:gd name="connsiteX1" fmla="*/ 3052818 w 7309764"/>
              <a:gd name="connsiteY1" fmla="*/ 7397 h 6113033"/>
              <a:gd name="connsiteX2" fmla="*/ 6592752 w 7309764"/>
              <a:gd name="connsiteY2" fmla="*/ 53695 h 6113033"/>
              <a:gd name="connsiteX3" fmla="*/ 6462532 w 7309764"/>
              <a:gd name="connsiteY3" fmla="*/ 3060215 h 6113033"/>
              <a:gd name="connsiteX4" fmla="*/ 6462532 w 7309764"/>
              <a:gd name="connsiteY4" fmla="*/ 3060215 h 6113033"/>
              <a:gd name="connsiteX5" fmla="*/ 3409714 w 7309764"/>
              <a:gd name="connsiteY5" fmla="*/ 6113033 h 6113033"/>
              <a:gd name="connsiteX6" fmla="*/ 3052818 w 7309764"/>
              <a:gd name="connsiteY6" fmla="*/ 6113033 h 6113033"/>
              <a:gd name="connsiteX7" fmla="*/ 0 w 7309764"/>
              <a:gd name="connsiteY7" fmla="*/ 3060215 h 6113033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6750471"/>
              <a:gd name="connsiteY0" fmla="*/ 3052818 h 6105636"/>
              <a:gd name="connsiteX1" fmla="*/ 3052818 w 6750471"/>
              <a:gd name="connsiteY1" fmla="*/ 0 h 6105636"/>
              <a:gd name="connsiteX2" fmla="*/ 6395982 w 6750471"/>
              <a:gd name="connsiteY2" fmla="*/ 11574 h 6105636"/>
              <a:gd name="connsiteX3" fmla="*/ 6462532 w 6750471"/>
              <a:gd name="connsiteY3" fmla="*/ 3052818 h 6105636"/>
              <a:gd name="connsiteX4" fmla="*/ 6462532 w 6750471"/>
              <a:gd name="connsiteY4" fmla="*/ 3052818 h 6105636"/>
              <a:gd name="connsiteX5" fmla="*/ 3409714 w 6750471"/>
              <a:gd name="connsiteY5" fmla="*/ 6105636 h 6105636"/>
              <a:gd name="connsiteX6" fmla="*/ 3052818 w 6750471"/>
              <a:gd name="connsiteY6" fmla="*/ 6105636 h 6105636"/>
              <a:gd name="connsiteX7" fmla="*/ 0 w 6750471"/>
              <a:gd name="connsiteY7" fmla="*/ 3052818 h 6105636"/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6395982 w 6462532"/>
              <a:gd name="connsiteY2" fmla="*/ 11574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6462532 w 6477004"/>
              <a:gd name="connsiteY4" fmla="*/ 3052819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5756477 w 6477004"/>
              <a:gd name="connsiteY4" fmla="*/ 3018095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3409714 w 6477004"/>
              <a:gd name="connsiteY4" fmla="*/ 6105637 h 6105637"/>
              <a:gd name="connsiteX5" fmla="*/ 3052818 w 6477004"/>
              <a:gd name="connsiteY5" fmla="*/ 6105637 h 6105637"/>
              <a:gd name="connsiteX6" fmla="*/ 0 w 6477004"/>
              <a:gd name="connsiteY6" fmla="*/ 3052819 h 6105637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462532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323635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326533"/>
              <a:gd name="connsiteY0" fmla="*/ 3052819 h 6108535"/>
              <a:gd name="connsiteX1" fmla="*/ 3052818 w 6326533"/>
              <a:gd name="connsiteY1" fmla="*/ 1 h 6108535"/>
              <a:gd name="connsiteX2" fmla="*/ 6326533 w 6326533"/>
              <a:gd name="connsiteY2" fmla="*/ 0 h 6108535"/>
              <a:gd name="connsiteX3" fmla="*/ 6323635 w 6326533"/>
              <a:gd name="connsiteY3" fmla="*/ 6108535 h 6108535"/>
              <a:gd name="connsiteX4" fmla="*/ 3409714 w 6326533"/>
              <a:gd name="connsiteY4" fmla="*/ 6105637 h 6108535"/>
              <a:gd name="connsiteX5" fmla="*/ 3052818 w 6326533"/>
              <a:gd name="connsiteY5" fmla="*/ 6105637 h 6108535"/>
              <a:gd name="connsiteX6" fmla="*/ 0 w 6326533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602211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448355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6323635"/>
              <a:gd name="connsiteY0" fmla="*/ 3052819 h 6108535"/>
              <a:gd name="connsiteX1" fmla="*/ 3052818 w 6323635"/>
              <a:gd name="connsiteY1" fmla="*/ 1 h 6108535"/>
              <a:gd name="connsiteX2" fmla="*/ 5606874 w 6323635"/>
              <a:gd name="connsiteY2" fmla="*/ 0 h 6108535"/>
              <a:gd name="connsiteX3" fmla="*/ 6323635 w 6323635"/>
              <a:gd name="connsiteY3" fmla="*/ 6108535 h 6108535"/>
              <a:gd name="connsiteX4" fmla="*/ 3409714 w 6323635"/>
              <a:gd name="connsiteY4" fmla="*/ 6105637 h 6108535"/>
              <a:gd name="connsiteX5" fmla="*/ 3052818 w 6323635"/>
              <a:gd name="connsiteY5" fmla="*/ 6105637 h 6108535"/>
              <a:gd name="connsiteX6" fmla="*/ 0 w 6323635"/>
              <a:gd name="connsiteY6" fmla="*/ 3052819 h 6108535"/>
              <a:gd name="connsiteX0" fmla="*/ 0 w 5610302"/>
              <a:gd name="connsiteY0" fmla="*/ 3052819 h 6105637"/>
              <a:gd name="connsiteX1" fmla="*/ 3052818 w 5610302"/>
              <a:gd name="connsiteY1" fmla="*/ 1 h 6105637"/>
              <a:gd name="connsiteX2" fmla="*/ 5606874 w 5610302"/>
              <a:gd name="connsiteY2" fmla="*/ 0 h 6105637"/>
              <a:gd name="connsiteX3" fmla="*/ 5610302 w 5610302"/>
              <a:gd name="connsiteY3" fmla="*/ 6080560 h 6105637"/>
              <a:gd name="connsiteX4" fmla="*/ 3409714 w 5610302"/>
              <a:gd name="connsiteY4" fmla="*/ 6105637 h 6105637"/>
              <a:gd name="connsiteX5" fmla="*/ 3052818 w 5610302"/>
              <a:gd name="connsiteY5" fmla="*/ 6105637 h 6105637"/>
              <a:gd name="connsiteX6" fmla="*/ 0 w 5610302"/>
              <a:gd name="connsiteY6" fmla="*/ 3052819 h 6105637"/>
              <a:gd name="connsiteX0" fmla="*/ 0 w 5610302"/>
              <a:gd name="connsiteY0" fmla="*/ 3052819 h 6105637"/>
              <a:gd name="connsiteX1" fmla="*/ 3052818 w 5610302"/>
              <a:gd name="connsiteY1" fmla="*/ 1 h 6105637"/>
              <a:gd name="connsiteX2" fmla="*/ 5606874 w 5610302"/>
              <a:gd name="connsiteY2" fmla="*/ 0 h 6105637"/>
              <a:gd name="connsiteX3" fmla="*/ 5610302 w 5610302"/>
              <a:gd name="connsiteY3" fmla="*/ 6080560 h 6105637"/>
              <a:gd name="connsiteX4" fmla="*/ 3052818 w 5610302"/>
              <a:gd name="connsiteY4" fmla="*/ 6105637 h 6105637"/>
              <a:gd name="connsiteX5" fmla="*/ 0 w 5610302"/>
              <a:gd name="connsiteY5" fmla="*/ 3052819 h 6105637"/>
              <a:gd name="connsiteX0" fmla="*/ 0 w 5705141"/>
              <a:gd name="connsiteY0" fmla="*/ 3052819 h 6116581"/>
              <a:gd name="connsiteX1" fmla="*/ 3052818 w 5705141"/>
              <a:gd name="connsiteY1" fmla="*/ 1 h 6116581"/>
              <a:gd name="connsiteX2" fmla="*/ 5606874 w 5705141"/>
              <a:gd name="connsiteY2" fmla="*/ 0 h 6116581"/>
              <a:gd name="connsiteX3" fmla="*/ 5705141 w 5705141"/>
              <a:gd name="connsiteY3" fmla="*/ 6116581 h 6116581"/>
              <a:gd name="connsiteX4" fmla="*/ 3052818 w 5705141"/>
              <a:gd name="connsiteY4" fmla="*/ 6105637 h 6116581"/>
              <a:gd name="connsiteX5" fmla="*/ 0 w 5705141"/>
              <a:gd name="connsiteY5" fmla="*/ 3052819 h 6116581"/>
              <a:gd name="connsiteX0" fmla="*/ 0 w 5705141"/>
              <a:gd name="connsiteY0" fmla="*/ 3052819 h 6109377"/>
              <a:gd name="connsiteX1" fmla="*/ 3052818 w 5705141"/>
              <a:gd name="connsiteY1" fmla="*/ 1 h 6109377"/>
              <a:gd name="connsiteX2" fmla="*/ 5606874 w 5705141"/>
              <a:gd name="connsiteY2" fmla="*/ 0 h 6109377"/>
              <a:gd name="connsiteX3" fmla="*/ 5705141 w 5705141"/>
              <a:gd name="connsiteY3" fmla="*/ 6109377 h 6109377"/>
              <a:gd name="connsiteX4" fmla="*/ 3052818 w 5705141"/>
              <a:gd name="connsiteY4" fmla="*/ 6105637 h 6109377"/>
              <a:gd name="connsiteX5" fmla="*/ 0 w 5705141"/>
              <a:gd name="connsiteY5" fmla="*/ 3052819 h 610937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098939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062411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9 h 6109377"/>
              <a:gd name="connsiteX1" fmla="*/ 3052818 w 5705141"/>
              <a:gd name="connsiteY1" fmla="*/ 1 h 6109377"/>
              <a:gd name="connsiteX2" fmla="*/ 5606874 w 5705141"/>
              <a:gd name="connsiteY2" fmla="*/ 0 h 6109377"/>
              <a:gd name="connsiteX3" fmla="*/ 5705141 w 5705141"/>
              <a:gd name="connsiteY3" fmla="*/ 6109377 h 6109377"/>
              <a:gd name="connsiteX4" fmla="*/ 3052818 w 5705141"/>
              <a:gd name="connsiteY4" fmla="*/ 6105637 h 6109377"/>
              <a:gd name="connsiteX5" fmla="*/ 0 w 5705141"/>
              <a:gd name="connsiteY5" fmla="*/ 3052819 h 6109377"/>
              <a:gd name="connsiteX0" fmla="*/ 0 w 5705141"/>
              <a:gd name="connsiteY0" fmla="*/ 3052819 h 6105637"/>
              <a:gd name="connsiteX1" fmla="*/ 3052818 w 5705141"/>
              <a:gd name="connsiteY1" fmla="*/ 1 h 6105637"/>
              <a:gd name="connsiteX2" fmla="*/ 5606874 w 5705141"/>
              <a:gd name="connsiteY2" fmla="*/ 0 h 6105637"/>
              <a:gd name="connsiteX3" fmla="*/ 5705141 w 5705141"/>
              <a:gd name="connsiteY3" fmla="*/ 6104159 h 6105637"/>
              <a:gd name="connsiteX4" fmla="*/ 3052818 w 5705141"/>
              <a:gd name="connsiteY4" fmla="*/ 6105637 h 6105637"/>
              <a:gd name="connsiteX5" fmla="*/ 0 w 5705141"/>
              <a:gd name="connsiteY5" fmla="*/ 3052819 h 6105637"/>
              <a:gd name="connsiteX0" fmla="*/ 0 w 5705141"/>
              <a:gd name="connsiteY0" fmla="*/ 3052818 h 6105636"/>
              <a:gd name="connsiteX1" fmla="*/ 3052818 w 5705141"/>
              <a:gd name="connsiteY1" fmla="*/ 0 h 6105636"/>
              <a:gd name="connsiteX2" fmla="*/ 5703423 w 5705141"/>
              <a:gd name="connsiteY2" fmla="*/ 7333 h 6105636"/>
              <a:gd name="connsiteX3" fmla="*/ 5705141 w 5705141"/>
              <a:gd name="connsiteY3" fmla="*/ 6104158 h 6105636"/>
              <a:gd name="connsiteX4" fmla="*/ 3052818 w 5705141"/>
              <a:gd name="connsiteY4" fmla="*/ 6105636 h 6105636"/>
              <a:gd name="connsiteX5" fmla="*/ 0 w 5705141"/>
              <a:gd name="connsiteY5" fmla="*/ 3052818 h 6105636"/>
              <a:gd name="connsiteX0" fmla="*/ 0 w 5705141"/>
              <a:gd name="connsiteY0" fmla="*/ 3052818 h 6105636"/>
              <a:gd name="connsiteX1" fmla="*/ 3052818 w 5705141"/>
              <a:gd name="connsiteY1" fmla="*/ 0 h 6105636"/>
              <a:gd name="connsiteX2" fmla="*/ 5703424 w 5705141"/>
              <a:gd name="connsiteY2" fmla="*/ 4178 h 6105636"/>
              <a:gd name="connsiteX3" fmla="*/ 5705141 w 5705141"/>
              <a:gd name="connsiteY3" fmla="*/ 6104158 h 6105636"/>
              <a:gd name="connsiteX4" fmla="*/ 3052818 w 5705141"/>
              <a:gd name="connsiteY4" fmla="*/ 6105636 h 6105636"/>
              <a:gd name="connsiteX5" fmla="*/ 0 w 5705141"/>
              <a:gd name="connsiteY5" fmla="*/ 3052818 h 6105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05141" h="6105636">
                <a:moveTo>
                  <a:pt x="0" y="3052818"/>
                </a:moveTo>
                <a:cubicBezTo>
                  <a:pt x="0" y="1366793"/>
                  <a:pt x="1366793" y="0"/>
                  <a:pt x="3052818" y="0"/>
                </a:cubicBezTo>
                <a:lnTo>
                  <a:pt x="5703424" y="4178"/>
                </a:lnTo>
                <a:cubicBezTo>
                  <a:pt x="5704567" y="2031031"/>
                  <a:pt x="5703998" y="4077305"/>
                  <a:pt x="5705141" y="6104158"/>
                </a:cubicBezTo>
                <a:lnTo>
                  <a:pt x="3052818" y="6105636"/>
                </a:lnTo>
                <a:cubicBezTo>
                  <a:pt x="1366793" y="6105636"/>
                  <a:pt x="0" y="4738843"/>
                  <a:pt x="0" y="3052818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84644203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7B3F7-B30F-AD5F-D424-18517900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B5DE3674-72F4-0CB0-EA80-CC9506C7EFF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12" b="10212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E43BA-9F8D-B999-9479-75D4D6C48A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015EE-8371-FC84-536D-1E893466F73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484B90-5F56-67CA-7871-3C0A63DB289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910B21-2162-73BF-131D-575A1DE91DD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149876-18DD-8F30-3AEA-9A744E1D8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CF7B35-B0AE-424A-F98A-F588E20979A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27143885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337D1-AE5A-6FA3-53C3-4D02B8B9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BD615F1-C309-E952-93D7-9896FC90DA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/>
        </p:blipFill>
        <p:spPr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6E4EC-C1C3-3DDD-870F-3DADA0E281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6C096-8731-5F13-A620-523BCF4ED4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DFDB6-58D3-7A4C-4E08-810DF4D1D8D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D950EE-BD63-95D9-3E6D-EB4A3952B1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8F2F25-5C18-65E3-86E0-055A118483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5E58FD-99B9-A2F2-F8BA-33D107E2A1C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93445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C58D7-F9A8-8100-2595-AB574DE8C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05E9F950-14CD-8D99-84BB-F7D14503BB7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" t="37086" r="-143" b="20916"/>
          <a:stretch>
            <a:fillRect/>
          </a:stretch>
        </p:blipFill>
        <p:spPr>
          <a:xfrm>
            <a:off x="749005" y="506"/>
            <a:ext cx="11459359" cy="3428494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72853-DF1A-F9EC-72B9-1CFC3139E4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64346-F241-A510-64CD-1462EF63E9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4B534-79CF-0A94-4C4D-F031574D2E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BF3942-D7DB-37CA-CB2F-D6D47E9B58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F4CDE4-5C70-0348-61A6-AD9EE512EA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0388D7-7A3E-5BD2-7B59-6175701E695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8181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A7280-F4A1-E04A-BE07-3461F37A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657665B-C891-EB21-FFB4-505390A3D85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" t="8743" r="-143" b="46369"/>
          <a:stretch>
            <a:fillRect/>
          </a:stretch>
        </p:blipFill>
        <p:spPr>
          <a:xfrm>
            <a:off x="749005" y="506"/>
            <a:ext cx="11459359" cy="3428494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3DBC1-FDA8-D806-EAEA-29CF83DE8AA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FFF13-74D5-2AB0-3EDA-383DD3E2EA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38217-6F9B-40F6-7499-D7349BFD7DA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CD8C4E-9EF1-AFF2-3BB5-77D511E64E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E9D315-A28D-1619-0AD4-DFDAB4435C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08B6CD-CCF3-7B1A-5875-B98CA65A9BA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38237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16475-06A4-6D24-3AF6-6FF5A3E62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32411B3-AF1F-9DB2-D28F-796429299EE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" t="3781" r="-143" b="29679"/>
          <a:stretch>
            <a:fillRect/>
          </a:stretch>
        </p:blipFill>
        <p:spPr>
          <a:xfrm>
            <a:off x="749005" y="506"/>
            <a:ext cx="11459359" cy="3428494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4B4A8-AEF1-C5D6-ADB1-9D275D00896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038B0-A518-97FD-E2A3-4DF14CB836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1FBE2-4BE0-FAF1-CA52-EC20AE3120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7A721F-8CD5-CB67-1B5C-9D000DA0E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6A8245-51E2-071A-C77B-2EB191171F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1434E22-4D26-E5D0-54E7-B299434DAF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01362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A7280-F4A1-E04A-BE07-3461F37A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657665B-C891-EB21-FFB4-505390A3D85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" t="22029" r="-143" b="33083"/>
          <a:stretch>
            <a:fillRect/>
          </a:stretch>
        </p:blipFill>
        <p:spPr>
          <a:xfrm>
            <a:off x="749005" y="506"/>
            <a:ext cx="11459359" cy="3428494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3DBC1-FDA8-D806-EAEA-29CF83DE8AA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FFF13-74D5-2AB0-3EDA-383DD3E2EA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38217-6F9B-40F6-7499-D7349BFD7DA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CD8C4E-9EF1-AFF2-3BB5-77D511E64E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E9D315-A28D-1619-0AD4-DFDAB4435C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08B6CD-CCF3-7B1A-5875-B98CA65A9BA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9794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2BE0F-B59F-AF31-544C-2A015DBA5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FAB748E-66B5-F932-CD15-7507EB2CE25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" t="23442" r="-143" b="31601"/>
          <a:stretch>
            <a:fillRect/>
          </a:stretch>
        </p:blipFill>
        <p:spPr>
          <a:xfrm>
            <a:off x="749005" y="506"/>
            <a:ext cx="11459359" cy="3428494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28224-95CA-28A2-7D18-73578657F9B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492A3-C110-356D-DFD7-6227751F239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87DB51-40AC-36F5-1854-88181775B90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39EE2E-BE07-3FB4-0B32-F0B1CABF392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5AF941-9DEA-DFBA-BBB1-D138645D03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E3AAC0-646C-14DA-AA30-C818B9A29B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47927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EB2FC-6A23-B0FC-FC15-A92E9C00F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26432D4D-4AAA-F2C0-B942-139CCF5913D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" t="-47" r="-143" b="55327"/>
          <a:stretch>
            <a:fillRect/>
          </a:stretch>
        </p:blipFill>
        <p:spPr>
          <a:xfrm>
            <a:off x="749005" y="506"/>
            <a:ext cx="11459359" cy="3428494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5EB78-555B-1204-91B6-28ED5E55247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9FA8D-ED36-5FD9-A372-8116CECD75C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449F98-594A-E471-1447-185AC478DC4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57CCF6-AEC2-704E-0F2D-D762150FC0A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A1C903-00F7-16C4-1F54-E74E15BB3E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43A222-4089-ABC5-E29A-D9E4C16CCDF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10564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5B23B-BD7C-599C-9512-794391DFA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23BF38-C76D-E5D3-03D0-A80EE071B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003" y="3294870"/>
            <a:ext cx="4073747" cy="980653"/>
          </a:xfrm>
        </p:spPr>
        <p:txBody>
          <a:bodyPr/>
          <a:lstStyle/>
          <a:p>
            <a:endParaRPr lang="en-JP" dirty="0">
              <a:latin typeface="+mn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3CBDF6-537A-4A62-15B2-A7F1D993B9A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6003" y="2825357"/>
            <a:ext cx="4073747" cy="338534"/>
          </a:xfrm>
        </p:spPr>
        <p:txBody>
          <a:bodyPr/>
          <a:lstStyle/>
          <a:p>
            <a:endParaRPr lang="en-JP" dirty="0">
              <a:latin typeface="+mn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59B647-FE53-E614-EA66-7F5784334E2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713655480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2BB72-0566-1E78-0FBD-28CE6841F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9C6C0-AF2E-D073-55FE-49C3476D35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JP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0C612-9358-873F-6181-FA68EAD1648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234359982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2AA6A-CD53-AD44-8D6F-B667DCF7AC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1151" y="1247551"/>
            <a:ext cx="4870449" cy="685801"/>
          </a:xfrm>
        </p:spPr>
        <p:txBody>
          <a:bodyPr numCol="1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/>
              <a:t>These example charts and graphs can be copied into your own document. Right-click on the chart to “Edit the Data in Excel.”</a:t>
            </a:r>
            <a:endParaRPr lang="en-JP" sz="1400" dirty="0"/>
          </a:p>
        </p:txBody>
      </p:sp>
      <p:sp>
        <p:nvSpPr>
          <p:cNvPr id="51" name="Footer Placeholder 8">
            <a:extLst>
              <a:ext uri="{FF2B5EF4-FFF2-40B4-BE49-F238E27FC236}">
                <a16:creationId xmlns:a16="http://schemas.microsoft.com/office/drawing/2014/main" id="{9F01428D-0F2F-A140-BFEB-B69C67AE0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40" name="スライド番号プレースホルダ 5">
            <a:extLst>
              <a:ext uri="{FF2B5EF4-FFF2-40B4-BE49-F238E27FC236}">
                <a16:creationId xmlns:a16="http://schemas.microsoft.com/office/drawing/2014/main" id="{C53D5D5B-788A-924C-A9EE-D27155C46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71985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b="0" smtClean="0">
                <a:latin typeface="Aptos" panose="020B0004020202020204" pitchFamily="34" charset="0"/>
              </a:rPr>
              <a:pPr defTabSz="1218810"/>
              <a:t>24</a:t>
            </a:fld>
            <a:endParaRPr lang="ja-JP" altLang="en-US" b="0">
              <a:latin typeface="Aptos" panose="020B0004020202020204" pitchFamily="34" charset="0"/>
            </a:endParaRPr>
          </a:p>
        </p:txBody>
      </p:sp>
      <p:sp>
        <p:nvSpPr>
          <p:cNvPr id="37" name="Title 4">
            <a:extLst>
              <a:ext uri="{FF2B5EF4-FFF2-40B4-BE49-F238E27FC236}">
                <a16:creationId xmlns:a16="http://schemas.microsoft.com/office/drawing/2014/main" id="{99AADAAD-B847-4F47-95C7-0C395109C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90" y="195058"/>
            <a:ext cx="9379060" cy="685801"/>
          </a:xfrm>
        </p:spPr>
        <p:txBody>
          <a:bodyPr>
            <a:normAutofit/>
          </a:bodyPr>
          <a:lstStyle/>
          <a:p>
            <a:r>
              <a:rPr lang="en-JP" b="1" dirty="0"/>
              <a:t>Example Charts and Graphs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7665A2E8-8482-A841-A774-F3858DF942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1223456"/>
              </p:ext>
            </p:extLst>
          </p:nvPr>
        </p:nvGraphicFramePr>
        <p:xfrm>
          <a:off x="5500559" y="1950769"/>
          <a:ext cx="6380291" cy="3433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EA92C009-B94F-3843-89C0-8605A10BFB32}"/>
              </a:ext>
            </a:extLst>
          </p:cNvPr>
          <p:cNvGrpSpPr/>
          <p:nvPr/>
        </p:nvGrpSpPr>
        <p:grpSpPr>
          <a:xfrm>
            <a:off x="876299" y="2752420"/>
            <a:ext cx="3859822" cy="3329197"/>
            <a:chOff x="876299" y="2752420"/>
            <a:chExt cx="3859822" cy="3329197"/>
          </a:xfrm>
        </p:grpSpPr>
        <p:graphicFrame>
          <p:nvGraphicFramePr>
            <p:cNvPr id="20" name="Chart 19">
              <a:extLst>
                <a:ext uri="{FF2B5EF4-FFF2-40B4-BE49-F238E27FC236}">
                  <a16:creationId xmlns:a16="http://schemas.microsoft.com/office/drawing/2014/main" id="{6CC0BEE1-A84A-5C4A-AE91-8A41A1D749F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98572894"/>
                </p:ext>
              </p:extLst>
            </p:nvPr>
          </p:nvGraphicFramePr>
          <p:xfrm>
            <a:off x="876299" y="2752420"/>
            <a:ext cx="3100755" cy="332919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1" name="Text Placeholder 3">
              <a:extLst>
                <a:ext uri="{FF2B5EF4-FFF2-40B4-BE49-F238E27FC236}">
                  <a16:creationId xmlns:a16="http://schemas.microsoft.com/office/drawing/2014/main" id="{53968730-75F0-2A43-AE9C-AEE74CB6C5DD}"/>
                </a:ext>
              </a:extLst>
            </p:cNvPr>
            <p:cNvSpPr txBox="1">
              <a:spLocks/>
            </p:cNvSpPr>
            <p:nvPr/>
          </p:nvSpPr>
          <p:spPr>
            <a:xfrm>
              <a:off x="1984374" y="4129753"/>
              <a:ext cx="884604" cy="591785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600" b="1" i="0" kern="1200" baseline="0">
                  <a:solidFill>
                    <a:srgbClr val="FF0000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200"/>
                </a:lnSpc>
                <a:spcAft>
                  <a:spcPts val="0"/>
                </a:spcAft>
              </a:pPr>
              <a:r>
                <a:rPr lang="en-JP" sz="2000" b="0" dirty="0">
                  <a:solidFill>
                    <a:schemeClr val="tx1"/>
                  </a:solidFill>
                  <a:latin typeface="Aptos" panose="020B0004020202020204" pitchFamily="34" charset="0"/>
                </a:rPr>
                <a:t>Chart Title</a:t>
              </a:r>
            </a:p>
          </p:txBody>
        </p:sp>
        <p:sp>
          <p:nvSpPr>
            <p:cNvPr id="31" name="Text Placeholder 4">
              <a:extLst>
                <a:ext uri="{FF2B5EF4-FFF2-40B4-BE49-F238E27FC236}">
                  <a16:creationId xmlns:a16="http://schemas.microsoft.com/office/drawing/2014/main" id="{2BFF2F92-CF27-0D43-A62F-2BECA67A9E7F}"/>
                </a:ext>
              </a:extLst>
            </p:cNvPr>
            <p:cNvSpPr txBox="1">
              <a:spLocks/>
            </p:cNvSpPr>
            <p:nvPr/>
          </p:nvSpPr>
          <p:spPr>
            <a:xfrm>
              <a:off x="3687391" y="3403374"/>
              <a:ext cx="1048730" cy="193320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spc="100" dirty="0">
                  <a:latin typeface="Aptos" panose="020B0004020202020204" pitchFamily="34" charset="0"/>
                </a:rPr>
                <a:t>CATEGORY 01</a:t>
              </a:r>
              <a:endParaRPr lang="en-JP" sz="1100" spc="100" dirty="0">
                <a:latin typeface="Aptos" panose="020B0004020202020204" pitchFamily="34" charset="0"/>
              </a:endParaRPr>
            </a:p>
          </p:txBody>
        </p:sp>
        <p:sp>
          <p:nvSpPr>
            <p:cNvPr id="32" name="Text Placeholder 4">
              <a:extLst>
                <a:ext uri="{FF2B5EF4-FFF2-40B4-BE49-F238E27FC236}">
                  <a16:creationId xmlns:a16="http://schemas.microsoft.com/office/drawing/2014/main" id="{D4257129-8D68-D647-819C-79F40FEED2F1}"/>
                </a:ext>
              </a:extLst>
            </p:cNvPr>
            <p:cNvSpPr txBox="1">
              <a:spLocks/>
            </p:cNvSpPr>
            <p:nvPr/>
          </p:nvSpPr>
          <p:spPr>
            <a:xfrm>
              <a:off x="3687391" y="3106669"/>
              <a:ext cx="1048730" cy="193320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spc="100" dirty="0">
                  <a:latin typeface="Aptos" panose="020B0004020202020204" pitchFamily="34" charset="0"/>
                </a:rPr>
                <a:t>0%</a:t>
              </a:r>
              <a:endParaRPr lang="en-JP" sz="3200" spc="100" dirty="0">
                <a:latin typeface="Aptos" panose="020B0004020202020204" pitchFamily="34" charset="0"/>
              </a:endParaRPr>
            </a:p>
          </p:txBody>
        </p:sp>
      </p:grp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35137238-4926-A842-8CE8-2788F6A84973}"/>
              </a:ext>
            </a:extLst>
          </p:cNvPr>
          <p:cNvSpPr txBox="1">
            <a:spLocks/>
          </p:cNvSpPr>
          <p:nvPr/>
        </p:nvSpPr>
        <p:spPr>
          <a:xfrm>
            <a:off x="6097255" y="5118210"/>
            <a:ext cx="1048730" cy="193320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spc="100" dirty="0">
                <a:latin typeface="Aptos" panose="020B0004020202020204" pitchFamily="34" charset="0"/>
              </a:rPr>
              <a:t>CATEGORY 01</a:t>
            </a:r>
            <a:endParaRPr lang="en-JP" sz="1000" spc="100" dirty="0">
              <a:latin typeface="Aptos" panose="020B0004020202020204" pitchFamily="34" charset="0"/>
            </a:endParaRP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5DA8A5B4-4DF9-D044-A044-FF080F9E8035}"/>
              </a:ext>
            </a:extLst>
          </p:cNvPr>
          <p:cNvSpPr txBox="1">
            <a:spLocks/>
          </p:cNvSpPr>
          <p:nvPr/>
        </p:nvSpPr>
        <p:spPr>
          <a:xfrm>
            <a:off x="7560295" y="5118210"/>
            <a:ext cx="1048730" cy="193320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spc="100" dirty="0">
                <a:latin typeface="Aptos" panose="020B0004020202020204" pitchFamily="34" charset="0"/>
              </a:rPr>
              <a:t>CATEGORY 02</a:t>
            </a:r>
            <a:endParaRPr lang="en-JP" sz="1000" spc="100" dirty="0">
              <a:latin typeface="Aptos" panose="020B0004020202020204" pitchFamily="34" charset="0"/>
            </a:endParaRP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94C17B34-9AE2-FF45-87B8-D98CFCE05083}"/>
              </a:ext>
            </a:extLst>
          </p:cNvPr>
          <p:cNvSpPr txBox="1">
            <a:spLocks/>
          </p:cNvSpPr>
          <p:nvPr/>
        </p:nvSpPr>
        <p:spPr>
          <a:xfrm>
            <a:off x="9023335" y="5118210"/>
            <a:ext cx="1048730" cy="193320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spc="100" dirty="0">
                <a:latin typeface="Aptos" panose="020B0004020202020204" pitchFamily="34" charset="0"/>
              </a:rPr>
              <a:t>CATEGORY 03</a:t>
            </a:r>
            <a:endParaRPr lang="en-JP" sz="1000" spc="100" dirty="0">
              <a:latin typeface="Aptos" panose="020B0004020202020204" pitchFamily="34" charset="0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D6ED6353-142B-3049-B70E-14CC6F9CB6C2}"/>
              </a:ext>
            </a:extLst>
          </p:cNvPr>
          <p:cNvSpPr txBox="1">
            <a:spLocks/>
          </p:cNvSpPr>
          <p:nvPr/>
        </p:nvSpPr>
        <p:spPr>
          <a:xfrm>
            <a:off x="10486375" y="5118210"/>
            <a:ext cx="1048730" cy="193320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spc="100" dirty="0">
                <a:latin typeface="Aptos" panose="020B0004020202020204" pitchFamily="34" charset="0"/>
              </a:rPr>
              <a:t>CATEGORY 04</a:t>
            </a:r>
            <a:endParaRPr lang="en-JP" sz="1000" spc="100" dirty="0">
              <a:latin typeface="Aptos" panose="020B00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7C48C91-AC9D-AA4A-AC05-425634C80007}"/>
              </a:ext>
            </a:extLst>
          </p:cNvPr>
          <p:cNvGrpSpPr/>
          <p:nvPr/>
        </p:nvGrpSpPr>
        <p:grpSpPr>
          <a:xfrm>
            <a:off x="5484441" y="1247550"/>
            <a:ext cx="2197281" cy="562215"/>
            <a:chOff x="5484441" y="1703115"/>
            <a:chExt cx="2197281" cy="562215"/>
          </a:xfrm>
        </p:grpSpPr>
        <p:sp>
          <p:nvSpPr>
            <p:cNvPr id="26" name="Text Placeholder 3">
              <a:extLst>
                <a:ext uri="{FF2B5EF4-FFF2-40B4-BE49-F238E27FC236}">
                  <a16:creationId xmlns:a16="http://schemas.microsoft.com/office/drawing/2014/main" id="{0EDCC89A-4620-4F4F-B1E9-8E3B1DE155FD}"/>
                </a:ext>
              </a:extLst>
            </p:cNvPr>
            <p:cNvSpPr txBox="1">
              <a:spLocks/>
            </p:cNvSpPr>
            <p:nvPr/>
          </p:nvSpPr>
          <p:spPr>
            <a:xfrm>
              <a:off x="5500559" y="1932631"/>
              <a:ext cx="2181163" cy="332699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600" b="1" i="0" kern="1200" baseline="0">
                  <a:solidFill>
                    <a:srgbClr val="FF0000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200"/>
                </a:lnSpc>
                <a:spcAft>
                  <a:spcPts val="0"/>
                </a:spcAft>
              </a:pPr>
              <a:r>
                <a:rPr lang="en-JP" sz="2000" b="0" dirty="0">
                  <a:solidFill>
                    <a:schemeClr val="accent1"/>
                  </a:solidFill>
                  <a:latin typeface="Aptos" panose="020B0004020202020204" pitchFamily="34" charset="0"/>
                </a:rPr>
                <a:t>Graph Title</a:t>
              </a:r>
            </a:p>
          </p:txBody>
        </p:sp>
        <p:sp>
          <p:nvSpPr>
            <p:cNvPr id="36" name="Text Placeholder 4">
              <a:extLst>
                <a:ext uri="{FF2B5EF4-FFF2-40B4-BE49-F238E27FC236}">
                  <a16:creationId xmlns:a16="http://schemas.microsoft.com/office/drawing/2014/main" id="{66C92AE8-2F58-C749-81EE-949E2DB8F9AD}"/>
                </a:ext>
              </a:extLst>
            </p:cNvPr>
            <p:cNvSpPr txBox="1">
              <a:spLocks/>
            </p:cNvSpPr>
            <p:nvPr/>
          </p:nvSpPr>
          <p:spPr>
            <a:xfrm>
              <a:off x="5484441" y="1703115"/>
              <a:ext cx="2197281" cy="200078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spc="100" dirty="0">
                  <a:latin typeface="Aptos" panose="020B0004020202020204" pitchFamily="34" charset="0"/>
                  <a:cs typeface="Calibri Light" panose="020F0302020204030204" pitchFamily="34" charset="0"/>
                </a:rPr>
                <a:t>VERTICAL STYLE</a:t>
              </a:r>
              <a:endParaRPr lang="en-JP" sz="1200" spc="100" dirty="0">
                <a:latin typeface="Aptos" panose="020B000402020202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E94398D-52CA-BC4C-B0D5-B90ECC6DF808}"/>
              </a:ext>
            </a:extLst>
          </p:cNvPr>
          <p:cNvGrpSpPr/>
          <p:nvPr/>
        </p:nvGrpSpPr>
        <p:grpSpPr>
          <a:xfrm>
            <a:off x="5556583" y="5851622"/>
            <a:ext cx="1400172" cy="230558"/>
            <a:chOff x="3022203" y="6107475"/>
            <a:chExt cx="1400172" cy="230558"/>
          </a:xfrm>
        </p:grpSpPr>
        <p:sp>
          <p:nvSpPr>
            <p:cNvPr id="38" name="Text Placeholder 4">
              <a:extLst>
                <a:ext uri="{FF2B5EF4-FFF2-40B4-BE49-F238E27FC236}">
                  <a16:creationId xmlns:a16="http://schemas.microsoft.com/office/drawing/2014/main" id="{E65BE817-7463-6349-BDD6-777C88CEC261}"/>
                </a:ext>
              </a:extLst>
            </p:cNvPr>
            <p:cNvSpPr txBox="1">
              <a:spLocks/>
            </p:cNvSpPr>
            <p:nvPr/>
          </p:nvSpPr>
          <p:spPr>
            <a:xfrm>
              <a:off x="3373645" y="6107475"/>
              <a:ext cx="1048730" cy="193320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spc="100" dirty="0">
                  <a:latin typeface="Aptos" panose="020B0004020202020204" pitchFamily="34" charset="0"/>
                </a:rPr>
                <a:t>SERIES 01</a:t>
              </a:r>
              <a:endParaRPr lang="en-JP" sz="1000" spc="100" dirty="0">
                <a:latin typeface="Aptos" panose="020B00040202020202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C656FB3-FD2E-9141-A95E-97D71CE26F7A}"/>
                </a:ext>
              </a:extLst>
            </p:cNvPr>
            <p:cNvSpPr/>
            <p:nvPr/>
          </p:nvSpPr>
          <p:spPr>
            <a:xfrm>
              <a:off x="3022203" y="6137955"/>
              <a:ext cx="200078" cy="200078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 sz="1000">
                <a:latin typeface="Aptos" panose="020B0004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07A7D8D-7EDB-744E-88C3-D8EBE534B12A}"/>
              </a:ext>
            </a:extLst>
          </p:cNvPr>
          <p:cNvGrpSpPr/>
          <p:nvPr/>
        </p:nvGrpSpPr>
        <p:grpSpPr>
          <a:xfrm>
            <a:off x="7177103" y="5851622"/>
            <a:ext cx="1400172" cy="230558"/>
            <a:chOff x="3022203" y="6107475"/>
            <a:chExt cx="1400172" cy="230558"/>
          </a:xfrm>
        </p:grpSpPr>
        <p:sp>
          <p:nvSpPr>
            <p:cNvPr id="43" name="Text Placeholder 4">
              <a:extLst>
                <a:ext uri="{FF2B5EF4-FFF2-40B4-BE49-F238E27FC236}">
                  <a16:creationId xmlns:a16="http://schemas.microsoft.com/office/drawing/2014/main" id="{0E2D4E5F-5709-B341-BA8A-3E580CF5DF16}"/>
                </a:ext>
              </a:extLst>
            </p:cNvPr>
            <p:cNvSpPr txBox="1">
              <a:spLocks/>
            </p:cNvSpPr>
            <p:nvPr/>
          </p:nvSpPr>
          <p:spPr>
            <a:xfrm>
              <a:off x="3373645" y="6107475"/>
              <a:ext cx="1048730" cy="193320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spc="100" dirty="0">
                  <a:latin typeface="Aptos" panose="020B0004020202020204" pitchFamily="34" charset="0"/>
                </a:rPr>
                <a:t>SERIES 02</a:t>
              </a:r>
              <a:endParaRPr lang="en-JP" sz="1000" spc="100" dirty="0">
                <a:latin typeface="Aptos" panose="020B0004020202020204" pitchFamily="34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AABBD19-8F09-444E-B59F-B49E97F042CA}"/>
                </a:ext>
              </a:extLst>
            </p:cNvPr>
            <p:cNvSpPr/>
            <p:nvPr/>
          </p:nvSpPr>
          <p:spPr>
            <a:xfrm>
              <a:off x="3022203" y="6137955"/>
              <a:ext cx="200078" cy="200078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 sz="1000">
                <a:latin typeface="Aptos" panose="020B00040202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259C1FE-996E-CF47-9335-120444BC543F}"/>
              </a:ext>
            </a:extLst>
          </p:cNvPr>
          <p:cNvGrpSpPr/>
          <p:nvPr/>
        </p:nvGrpSpPr>
        <p:grpSpPr>
          <a:xfrm>
            <a:off x="8797623" y="5851622"/>
            <a:ext cx="1400172" cy="230558"/>
            <a:chOff x="3022203" y="6107475"/>
            <a:chExt cx="1400172" cy="230558"/>
          </a:xfrm>
        </p:grpSpPr>
        <p:sp>
          <p:nvSpPr>
            <p:cNvPr id="46" name="Text Placeholder 4">
              <a:extLst>
                <a:ext uri="{FF2B5EF4-FFF2-40B4-BE49-F238E27FC236}">
                  <a16:creationId xmlns:a16="http://schemas.microsoft.com/office/drawing/2014/main" id="{DE0E3249-1660-114E-A950-B403AD0E70C3}"/>
                </a:ext>
              </a:extLst>
            </p:cNvPr>
            <p:cNvSpPr txBox="1">
              <a:spLocks/>
            </p:cNvSpPr>
            <p:nvPr/>
          </p:nvSpPr>
          <p:spPr>
            <a:xfrm>
              <a:off x="3373645" y="6107475"/>
              <a:ext cx="1048730" cy="193320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spc="100" dirty="0">
                  <a:latin typeface="Aptos" panose="020B0004020202020204" pitchFamily="34" charset="0"/>
                </a:rPr>
                <a:t>SERIES 03</a:t>
              </a:r>
              <a:endParaRPr lang="en-JP" sz="1000" spc="100" dirty="0">
                <a:latin typeface="Aptos" panose="020B0004020202020204" pitchFamily="34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C751D7B-DB3C-7847-8232-3E0ECB77B67B}"/>
                </a:ext>
              </a:extLst>
            </p:cNvPr>
            <p:cNvSpPr/>
            <p:nvPr/>
          </p:nvSpPr>
          <p:spPr>
            <a:xfrm>
              <a:off x="3022203" y="6137955"/>
              <a:ext cx="200078" cy="200078"/>
            </a:xfrm>
            <a:prstGeom prst="ellipse">
              <a:avLst/>
            </a:prstGeom>
            <a:solidFill>
              <a:schemeClr val="tx1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 sz="1000">
                <a:latin typeface="Aptos" panose="020B000402020202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BD70E4D-C546-ED43-81DA-49BF37340C40}"/>
              </a:ext>
            </a:extLst>
          </p:cNvPr>
          <p:cNvGrpSpPr/>
          <p:nvPr/>
        </p:nvGrpSpPr>
        <p:grpSpPr>
          <a:xfrm>
            <a:off x="10418143" y="5851622"/>
            <a:ext cx="1400172" cy="230558"/>
            <a:chOff x="3022203" y="6107475"/>
            <a:chExt cx="1400172" cy="230558"/>
          </a:xfrm>
        </p:grpSpPr>
        <p:sp>
          <p:nvSpPr>
            <p:cNvPr id="49" name="Text Placeholder 4">
              <a:extLst>
                <a:ext uri="{FF2B5EF4-FFF2-40B4-BE49-F238E27FC236}">
                  <a16:creationId xmlns:a16="http://schemas.microsoft.com/office/drawing/2014/main" id="{811E0B8E-F0D7-D942-99BF-23F3F585A1AD}"/>
                </a:ext>
              </a:extLst>
            </p:cNvPr>
            <p:cNvSpPr txBox="1">
              <a:spLocks/>
            </p:cNvSpPr>
            <p:nvPr/>
          </p:nvSpPr>
          <p:spPr>
            <a:xfrm>
              <a:off x="3373645" y="6107475"/>
              <a:ext cx="1048730" cy="193320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spc="100" dirty="0">
                  <a:latin typeface="Aptos" panose="020B0004020202020204" pitchFamily="34" charset="0"/>
                </a:rPr>
                <a:t>SERIES 04</a:t>
              </a:r>
              <a:endParaRPr lang="en-JP" sz="1000" spc="100" dirty="0">
                <a:latin typeface="Aptos" panose="020B0004020202020204" pitchFamily="34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F7AE0AD-4183-6341-9D89-B480E5F1FA7F}"/>
                </a:ext>
              </a:extLst>
            </p:cNvPr>
            <p:cNvSpPr/>
            <p:nvPr/>
          </p:nvSpPr>
          <p:spPr>
            <a:xfrm>
              <a:off x="3022203" y="6137955"/>
              <a:ext cx="200078" cy="200078"/>
            </a:xfrm>
            <a:prstGeom prst="ellipse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 sz="1000">
                <a:latin typeface="Aptos" panose="020B0004020202020204" pitchFamily="34" charset="0"/>
              </a:endParaRPr>
            </a:p>
          </p:txBody>
        </p:sp>
      </p:grp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85CF6A2D-21DC-2F46-A946-C84C2EAA876F}"/>
              </a:ext>
            </a:extLst>
          </p:cNvPr>
          <p:cNvSpPr txBox="1">
            <a:spLocks/>
          </p:cNvSpPr>
          <p:nvPr/>
        </p:nvSpPr>
        <p:spPr>
          <a:xfrm>
            <a:off x="5556582" y="5557432"/>
            <a:ext cx="3869857" cy="219292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100">
                <a:solidFill>
                  <a:schemeClr val="accent3"/>
                </a:solidFill>
                <a:latin typeface="Aptos" panose="020B0004020202020204" pitchFamily="34" charset="0"/>
                <a:cs typeface="Calibri Light" panose="020F0302020204030204" pitchFamily="34" charset="0"/>
              </a:rPr>
              <a:t>EXAMPLE KEY</a:t>
            </a:r>
            <a:endParaRPr lang="en-JP" sz="1200" spc="100">
              <a:solidFill>
                <a:schemeClr val="accent3"/>
              </a:solidFill>
              <a:latin typeface="Aptos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79A18231-C2DD-0749-95B4-BAD3B8525BD5}"/>
              </a:ext>
            </a:extLst>
          </p:cNvPr>
          <p:cNvSpPr txBox="1">
            <a:spLocks/>
          </p:cNvSpPr>
          <p:nvPr/>
        </p:nvSpPr>
        <p:spPr>
          <a:xfrm>
            <a:off x="311150" y="2633763"/>
            <a:ext cx="2118151" cy="200078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100">
                <a:latin typeface="Aptos" panose="020B0004020202020204" pitchFamily="34" charset="0"/>
                <a:cs typeface="Calibri Light" panose="020F0302020204030204" pitchFamily="34" charset="0"/>
              </a:rPr>
              <a:t>DOUGHNUT STYLE</a:t>
            </a:r>
            <a:endParaRPr lang="en-JP" sz="1200" spc="100">
              <a:latin typeface="Aptos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81BB8FAB-645A-D14F-A575-170A58092203}"/>
              </a:ext>
            </a:extLst>
          </p:cNvPr>
          <p:cNvSpPr txBox="1">
            <a:spLocks/>
          </p:cNvSpPr>
          <p:nvPr/>
        </p:nvSpPr>
        <p:spPr>
          <a:xfrm rot="16200000">
            <a:off x="4423061" y="3328960"/>
            <a:ext cx="1915803" cy="200078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spc="150">
                <a:latin typeface="Aptos" panose="020B0004020202020204" pitchFamily="34" charset="0"/>
                <a:cs typeface="Calibri Light" panose="020F0302020204030204" pitchFamily="34" charset="0"/>
              </a:rPr>
              <a:t>INSERT MEASUREMENT</a:t>
            </a:r>
            <a:endParaRPr lang="en-JP" sz="1000" spc="150">
              <a:latin typeface="Aptos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235CA9B3-5B06-BF55-4BCB-FAE05A498E9E}"/>
              </a:ext>
            </a:extLst>
          </p:cNvPr>
          <p:cNvSpPr txBox="1">
            <a:spLocks/>
          </p:cNvSpPr>
          <p:nvPr/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b="1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>
                <a:solidFill>
                  <a:schemeClr val="accent1"/>
                </a:solidFill>
                <a:latin typeface="Aptos" panose="020B0004020202020204" pitchFamily="34" charset="0"/>
              </a:rPr>
              <a:t>TAKEDA </a:t>
            </a:r>
            <a:r>
              <a:rPr lang="en-JP">
                <a:latin typeface="Aptos" panose="020B0004020202020204" pitchFamily="34" charset="0"/>
              </a:rPr>
              <a:t>|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3669970610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3A7A6A8-BE35-614A-8AB1-CA762FC664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9452283"/>
              </p:ext>
            </p:extLst>
          </p:nvPr>
        </p:nvGraphicFramePr>
        <p:xfrm>
          <a:off x="1270983" y="1796722"/>
          <a:ext cx="4439629" cy="3688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E14EE026-75FD-AA41-B4A7-D73917876095}"/>
              </a:ext>
            </a:extLst>
          </p:cNvPr>
          <p:cNvGrpSpPr/>
          <p:nvPr/>
        </p:nvGrpSpPr>
        <p:grpSpPr>
          <a:xfrm>
            <a:off x="297957" y="1247550"/>
            <a:ext cx="2917663" cy="562215"/>
            <a:chOff x="5473059" y="1703115"/>
            <a:chExt cx="2917663" cy="562215"/>
          </a:xfrm>
        </p:grpSpPr>
        <p:sp>
          <p:nvSpPr>
            <p:cNvPr id="15" name="Text Placeholder 3">
              <a:extLst>
                <a:ext uri="{FF2B5EF4-FFF2-40B4-BE49-F238E27FC236}">
                  <a16:creationId xmlns:a16="http://schemas.microsoft.com/office/drawing/2014/main" id="{C9A72D5B-F7A4-D446-B4B2-9AD805E4440A}"/>
                </a:ext>
              </a:extLst>
            </p:cNvPr>
            <p:cNvSpPr txBox="1">
              <a:spLocks/>
            </p:cNvSpPr>
            <p:nvPr/>
          </p:nvSpPr>
          <p:spPr>
            <a:xfrm>
              <a:off x="5473059" y="1932631"/>
              <a:ext cx="2917663" cy="332699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600" b="1" i="0" kern="1200" baseline="0">
                  <a:solidFill>
                    <a:srgbClr val="FF0000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200"/>
                </a:lnSpc>
                <a:spcAft>
                  <a:spcPts val="0"/>
                </a:spcAft>
              </a:pPr>
              <a:r>
                <a:rPr lang="en-JP" sz="1800" b="0" dirty="0">
                  <a:solidFill>
                    <a:schemeClr val="accent1"/>
                  </a:solidFill>
                  <a:latin typeface="Aptos" panose="020B0004020202020204" pitchFamily="34" charset="0"/>
                </a:rPr>
                <a:t>Horizontal Bar Chart Title</a:t>
              </a:r>
            </a:p>
          </p:txBody>
        </p:sp>
        <p:sp>
          <p:nvSpPr>
            <p:cNvPr id="16" name="Text Placeholder 4">
              <a:extLst>
                <a:ext uri="{FF2B5EF4-FFF2-40B4-BE49-F238E27FC236}">
                  <a16:creationId xmlns:a16="http://schemas.microsoft.com/office/drawing/2014/main" id="{874B44C2-EFB6-2647-998C-7CFEC34C3D29}"/>
                </a:ext>
              </a:extLst>
            </p:cNvPr>
            <p:cNvSpPr txBox="1">
              <a:spLocks/>
            </p:cNvSpPr>
            <p:nvPr/>
          </p:nvSpPr>
          <p:spPr>
            <a:xfrm>
              <a:off x="5484441" y="1703115"/>
              <a:ext cx="2906281" cy="200078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spc="100">
                  <a:latin typeface="Aptos" panose="020B0004020202020204" pitchFamily="34" charset="0"/>
                  <a:cs typeface="Calibri Light" panose="020F0302020204030204" pitchFamily="34" charset="0"/>
                </a:rPr>
                <a:t>HORIZONTAL STYLE</a:t>
              </a:r>
              <a:endParaRPr lang="en-JP" sz="1200" spc="100">
                <a:latin typeface="Aptos" panose="020B000402020202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86C5716-598E-FF45-82A1-81F7A6D00CFC}"/>
              </a:ext>
            </a:extLst>
          </p:cNvPr>
          <p:cNvSpPr txBox="1">
            <a:spLocks/>
          </p:cNvSpPr>
          <p:nvPr/>
        </p:nvSpPr>
        <p:spPr>
          <a:xfrm>
            <a:off x="265795" y="2282581"/>
            <a:ext cx="1048730" cy="193320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spc="100" dirty="0">
                <a:latin typeface="Aptos" panose="020B0004020202020204" pitchFamily="34" charset="0"/>
              </a:rPr>
              <a:t>CATEGORY 01</a:t>
            </a:r>
            <a:endParaRPr lang="en-JP" sz="1100" spc="100" dirty="0">
              <a:latin typeface="Aptos" panose="020B000402020202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9052802-8757-FA49-A7E8-E6712AC1AF3E}"/>
              </a:ext>
            </a:extLst>
          </p:cNvPr>
          <p:cNvSpPr txBox="1">
            <a:spLocks/>
          </p:cNvSpPr>
          <p:nvPr/>
        </p:nvSpPr>
        <p:spPr>
          <a:xfrm>
            <a:off x="265795" y="3092348"/>
            <a:ext cx="1048730" cy="193320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spc="100" dirty="0">
                <a:latin typeface="Aptos" panose="020B0004020202020204" pitchFamily="34" charset="0"/>
              </a:rPr>
              <a:t>CATEGORY 02</a:t>
            </a:r>
            <a:endParaRPr lang="en-JP" sz="1100" spc="100" dirty="0">
              <a:latin typeface="Aptos" panose="020B0004020202020204" pitchFamily="34" charset="0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1F182DB2-918A-3D40-8565-FB2E23CB4D44}"/>
              </a:ext>
            </a:extLst>
          </p:cNvPr>
          <p:cNvSpPr txBox="1">
            <a:spLocks/>
          </p:cNvSpPr>
          <p:nvPr/>
        </p:nvSpPr>
        <p:spPr>
          <a:xfrm>
            <a:off x="265795" y="3902115"/>
            <a:ext cx="1048730" cy="193320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spc="100" dirty="0">
                <a:latin typeface="Aptos" panose="020B0004020202020204" pitchFamily="34" charset="0"/>
              </a:rPr>
              <a:t>CATEGORY 03</a:t>
            </a:r>
            <a:endParaRPr lang="en-JP" sz="1100" spc="100" dirty="0">
              <a:latin typeface="Aptos" panose="020B0004020202020204" pitchFamily="34" charset="0"/>
            </a:endParaRP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A0A2C6D-E2A0-7A4D-B070-4E28B4CC4FFB}"/>
              </a:ext>
            </a:extLst>
          </p:cNvPr>
          <p:cNvSpPr txBox="1">
            <a:spLocks/>
          </p:cNvSpPr>
          <p:nvPr/>
        </p:nvSpPr>
        <p:spPr>
          <a:xfrm>
            <a:off x="265795" y="4711882"/>
            <a:ext cx="1048730" cy="193320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spc="100" dirty="0">
                <a:latin typeface="Aptos" panose="020B0004020202020204" pitchFamily="34" charset="0"/>
              </a:rPr>
              <a:t>CATEGORY 04</a:t>
            </a:r>
            <a:endParaRPr lang="en-JP" sz="1100" spc="100" dirty="0">
              <a:latin typeface="Aptos" panose="020B0004020202020204" pitchFamily="34" charset="0"/>
            </a:endParaRP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4A236223-233D-3B49-89E4-31027A46002D}"/>
              </a:ext>
            </a:extLst>
          </p:cNvPr>
          <p:cNvSpPr txBox="1">
            <a:spLocks/>
          </p:cNvSpPr>
          <p:nvPr/>
        </p:nvSpPr>
        <p:spPr>
          <a:xfrm>
            <a:off x="2663525" y="5395446"/>
            <a:ext cx="1915803" cy="200078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spc="100">
                <a:latin typeface="Aptos" panose="020B0004020202020204" pitchFamily="34" charset="0"/>
                <a:cs typeface="Calibri Light" panose="020F0302020204030204" pitchFamily="34" charset="0"/>
              </a:rPr>
              <a:t>Y AXIS</a:t>
            </a:r>
            <a:endParaRPr lang="en-JP" sz="1000" spc="100">
              <a:latin typeface="Aptos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A599D94D-DA9A-B941-BAF7-F9B09BF5DA64}"/>
              </a:ext>
            </a:extLst>
          </p:cNvPr>
          <p:cNvSpPr txBox="1">
            <a:spLocks/>
          </p:cNvSpPr>
          <p:nvPr/>
        </p:nvSpPr>
        <p:spPr>
          <a:xfrm>
            <a:off x="6922201" y="1477066"/>
            <a:ext cx="2181163" cy="332699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600" b="1" i="0" kern="1200" baseline="0">
                <a:solidFill>
                  <a:srgbClr val="FF0000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00"/>
              </a:lnSpc>
              <a:spcAft>
                <a:spcPts val="0"/>
              </a:spcAft>
            </a:pPr>
            <a:r>
              <a:rPr lang="en-JP" sz="1800" b="0" dirty="0">
                <a:solidFill>
                  <a:schemeClr val="accent1"/>
                </a:solidFill>
                <a:latin typeface="Aptos" panose="020B0004020202020204" pitchFamily="34" charset="0"/>
              </a:rPr>
              <a:t>Line Graph Title</a:t>
            </a:r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DFA504D9-5B09-3548-BE2D-35236B2C2A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6051528"/>
              </p:ext>
            </p:extLst>
          </p:nvPr>
        </p:nvGraphicFramePr>
        <p:xfrm>
          <a:off x="6913413" y="2006674"/>
          <a:ext cx="4439629" cy="3688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80A8C270-0AF6-084A-B04C-9E9E5738BC9F}"/>
              </a:ext>
            </a:extLst>
          </p:cNvPr>
          <p:cNvSpPr txBox="1">
            <a:spLocks/>
          </p:cNvSpPr>
          <p:nvPr/>
        </p:nvSpPr>
        <p:spPr>
          <a:xfrm>
            <a:off x="8406659" y="5395446"/>
            <a:ext cx="1915803" cy="200078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spc="100">
                <a:latin typeface="Aptos" panose="020B0004020202020204" pitchFamily="34" charset="0"/>
                <a:cs typeface="Calibri Light" panose="020F0302020204030204" pitchFamily="34" charset="0"/>
              </a:rPr>
              <a:t>Y AXIS</a:t>
            </a:r>
            <a:endParaRPr lang="en-JP" sz="1000" spc="100">
              <a:latin typeface="Aptos" panose="020B000402020202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D53B9A4-B08E-E246-8772-EE4FC52C91AB}"/>
              </a:ext>
            </a:extLst>
          </p:cNvPr>
          <p:cNvGrpSpPr/>
          <p:nvPr/>
        </p:nvGrpSpPr>
        <p:grpSpPr>
          <a:xfrm>
            <a:off x="309339" y="5773565"/>
            <a:ext cx="1400172" cy="230558"/>
            <a:chOff x="3022203" y="6107475"/>
            <a:chExt cx="1400172" cy="230558"/>
          </a:xfrm>
        </p:grpSpPr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FBFB2EBD-F8F5-694D-BF31-3AE7BE2BCC84}"/>
                </a:ext>
              </a:extLst>
            </p:cNvPr>
            <p:cNvSpPr txBox="1">
              <a:spLocks/>
            </p:cNvSpPr>
            <p:nvPr/>
          </p:nvSpPr>
          <p:spPr>
            <a:xfrm>
              <a:off x="3373645" y="6107475"/>
              <a:ext cx="1048730" cy="193320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spc="100" dirty="0">
                  <a:latin typeface="Aptos" panose="020B0004020202020204" pitchFamily="34" charset="0"/>
                </a:rPr>
                <a:t>SERIES 01</a:t>
              </a:r>
              <a:endParaRPr lang="en-JP" sz="1000" spc="100" dirty="0">
                <a:latin typeface="Aptos" panose="020B0004020202020204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FC7B8AD-4434-C345-BA5A-8B784CFE08D5}"/>
                </a:ext>
              </a:extLst>
            </p:cNvPr>
            <p:cNvSpPr/>
            <p:nvPr/>
          </p:nvSpPr>
          <p:spPr>
            <a:xfrm>
              <a:off x="3022203" y="6137955"/>
              <a:ext cx="200078" cy="200078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 sz="1000">
                <a:latin typeface="Aptos" panose="020B00040202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18ECF2B-8314-6848-AAED-AD53AE01BECF}"/>
              </a:ext>
            </a:extLst>
          </p:cNvPr>
          <p:cNvGrpSpPr/>
          <p:nvPr/>
        </p:nvGrpSpPr>
        <p:grpSpPr>
          <a:xfrm>
            <a:off x="1929859" y="5773565"/>
            <a:ext cx="1400172" cy="230558"/>
            <a:chOff x="3022203" y="6107475"/>
            <a:chExt cx="1400172" cy="230558"/>
          </a:xfrm>
        </p:grpSpPr>
        <p:sp>
          <p:nvSpPr>
            <p:cNvPr id="38" name="Text Placeholder 4">
              <a:extLst>
                <a:ext uri="{FF2B5EF4-FFF2-40B4-BE49-F238E27FC236}">
                  <a16:creationId xmlns:a16="http://schemas.microsoft.com/office/drawing/2014/main" id="{45E36F5B-4470-1D42-8A23-1592190E6D0D}"/>
                </a:ext>
              </a:extLst>
            </p:cNvPr>
            <p:cNvSpPr txBox="1">
              <a:spLocks/>
            </p:cNvSpPr>
            <p:nvPr/>
          </p:nvSpPr>
          <p:spPr>
            <a:xfrm>
              <a:off x="3373645" y="6107475"/>
              <a:ext cx="1048730" cy="193320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spc="100" dirty="0">
                  <a:latin typeface="Aptos" panose="020B0004020202020204" pitchFamily="34" charset="0"/>
                </a:rPr>
                <a:t>SERIES 02</a:t>
              </a:r>
              <a:endParaRPr lang="en-JP" sz="1000" spc="100" dirty="0">
                <a:latin typeface="Aptos" panose="020B00040202020202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45B4F41-1B87-D941-8612-9252EE02B20B}"/>
                </a:ext>
              </a:extLst>
            </p:cNvPr>
            <p:cNvSpPr/>
            <p:nvPr/>
          </p:nvSpPr>
          <p:spPr>
            <a:xfrm>
              <a:off x="3022203" y="6137955"/>
              <a:ext cx="200078" cy="200078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 sz="1000">
                <a:latin typeface="Aptos" panose="020B00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2B6773E-0F7D-C046-9C1A-F303815C6F19}"/>
              </a:ext>
            </a:extLst>
          </p:cNvPr>
          <p:cNvGrpSpPr/>
          <p:nvPr/>
        </p:nvGrpSpPr>
        <p:grpSpPr>
          <a:xfrm>
            <a:off x="3550379" y="5773565"/>
            <a:ext cx="1400172" cy="230558"/>
            <a:chOff x="3022203" y="6107475"/>
            <a:chExt cx="1400172" cy="230558"/>
          </a:xfrm>
        </p:grpSpPr>
        <p:sp>
          <p:nvSpPr>
            <p:cNvPr id="41" name="Text Placeholder 4">
              <a:extLst>
                <a:ext uri="{FF2B5EF4-FFF2-40B4-BE49-F238E27FC236}">
                  <a16:creationId xmlns:a16="http://schemas.microsoft.com/office/drawing/2014/main" id="{121C5D58-90EB-6B4D-A324-2077DF8AB125}"/>
                </a:ext>
              </a:extLst>
            </p:cNvPr>
            <p:cNvSpPr txBox="1">
              <a:spLocks/>
            </p:cNvSpPr>
            <p:nvPr/>
          </p:nvSpPr>
          <p:spPr>
            <a:xfrm>
              <a:off x="3373645" y="6107475"/>
              <a:ext cx="1048730" cy="193320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spc="100" dirty="0">
                  <a:latin typeface="Aptos" panose="020B0004020202020204" pitchFamily="34" charset="0"/>
                </a:rPr>
                <a:t>SERIES 03</a:t>
              </a:r>
              <a:endParaRPr lang="en-JP" sz="1000" spc="100" dirty="0">
                <a:latin typeface="Aptos" panose="020B0004020202020204" pitchFamily="34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4FC4930-6DB5-5742-80E7-CCC42F79F674}"/>
                </a:ext>
              </a:extLst>
            </p:cNvPr>
            <p:cNvSpPr/>
            <p:nvPr/>
          </p:nvSpPr>
          <p:spPr>
            <a:xfrm>
              <a:off x="3022203" y="6137955"/>
              <a:ext cx="200078" cy="200078"/>
            </a:xfrm>
            <a:prstGeom prst="ellipse">
              <a:avLst/>
            </a:prstGeom>
            <a:solidFill>
              <a:schemeClr val="tx1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 sz="1000">
                <a:latin typeface="Aptos" panose="020B000402020202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CF961DB-565E-6041-BCEC-5C47048D4A41}"/>
              </a:ext>
            </a:extLst>
          </p:cNvPr>
          <p:cNvGrpSpPr/>
          <p:nvPr/>
        </p:nvGrpSpPr>
        <p:grpSpPr>
          <a:xfrm>
            <a:off x="5170899" y="5773565"/>
            <a:ext cx="1400172" cy="230558"/>
            <a:chOff x="3022203" y="6107475"/>
            <a:chExt cx="1400172" cy="230558"/>
          </a:xfrm>
        </p:grpSpPr>
        <p:sp>
          <p:nvSpPr>
            <p:cNvPr id="44" name="Text Placeholder 4">
              <a:extLst>
                <a:ext uri="{FF2B5EF4-FFF2-40B4-BE49-F238E27FC236}">
                  <a16:creationId xmlns:a16="http://schemas.microsoft.com/office/drawing/2014/main" id="{E1055ADE-5538-E24E-9213-D0553AE19958}"/>
                </a:ext>
              </a:extLst>
            </p:cNvPr>
            <p:cNvSpPr txBox="1">
              <a:spLocks/>
            </p:cNvSpPr>
            <p:nvPr/>
          </p:nvSpPr>
          <p:spPr>
            <a:xfrm>
              <a:off x="3373645" y="6107475"/>
              <a:ext cx="1048730" cy="193320"/>
            </a:xfrm>
            <a:prstGeom prst="rect">
              <a:avLst/>
            </a:prstGeom>
          </p:spPr>
          <p:txBody>
            <a:bodyPr vert="horz" lIns="0" tIns="0" rIns="0" bIns="0" numCol="1" rtlCol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spc="100" dirty="0">
                  <a:latin typeface="Aptos" panose="020B0004020202020204" pitchFamily="34" charset="0"/>
                </a:rPr>
                <a:t>SERIES 04</a:t>
              </a:r>
              <a:endParaRPr lang="en-JP" sz="1000" spc="100" dirty="0">
                <a:latin typeface="Aptos" panose="020B0004020202020204" pitchFamily="34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4BDBC48-CFFB-B04A-967F-DA8DCE0D39CA}"/>
                </a:ext>
              </a:extLst>
            </p:cNvPr>
            <p:cNvSpPr/>
            <p:nvPr/>
          </p:nvSpPr>
          <p:spPr>
            <a:xfrm>
              <a:off x="3022203" y="6137955"/>
              <a:ext cx="200078" cy="200078"/>
            </a:xfrm>
            <a:prstGeom prst="ellipse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 sz="1000">
                <a:latin typeface="Aptos" panose="020B0004020202020204" pitchFamily="34" charset="0"/>
              </a:endParaRPr>
            </a:p>
          </p:txBody>
        </p:sp>
      </p:grpSp>
      <p:sp>
        <p:nvSpPr>
          <p:cNvPr id="61" name="Footer Placeholder 8">
            <a:extLst>
              <a:ext uri="{FF2B5EF4-FFF2-40B4-BE49-F238E27FC236}">
                <a16:creationId xmlns:a16="http://schemas.microsoft.com/office/drawing/2014/main" id="{F2D8EE13-0899-7048-A99C-D140AF733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47" name="スライド番号プレースホルダ 5">
            <a:extLst>
              <a:ext uri="{FF2B5EF4-FFF2-40B4-BE49-F238E27FC236}">
                <a16:creationId xmlns:a16="http://schemas.microsoft.com/office/drawing/2014/main" id="{4D40F59C-D341-FB40-A8BB-1C1B3B916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71985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b="0" smtClean="0">
                <a:latin typeface="Aptos" panose="020B0004020202020204" pitchFamily="34" charset="0"/>
              </a:rPr>
              <a:pPr defTabSz="1218810"/>
              <a:t>25</a:t>
            </a:fld>
            <a:endParaRPr lang="ja-JP" altLang="en-US" b="0">
              <a:latin typeface="Aptos" panose="020B0004020202020204" pitchFamily="34" charset="0"/>
            </a:endParaRPr>
          </a:p>
        </p:txBody>
      </p:sp>
      <p:sp>
        <p:nvSpPr>
          <p:cNvPr id="46" name="Title 4">
            <a:extLst>
              <a:ext uri="{FF2B5EF4-FFF2-40B4-BE49-F238E27FC236}">
                <a16:creationId xmlns:a16="http://schemas.microsoft.com/office/drawing/2014/main" id="{8022CF3A-68A6-C64E-8C17-E907B0FF7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90" y="195058"/>
            <a:ext cx="9379060" cy="685801"/>
          </a:xfrm>
        </p:spPr>
        <p:txBody>
          <a:bodyPr>
            <a:normAutofit/>
          </a:bodyPr>
          <a:lstStyle/>
          <a:p>
            <a:r>
              <a:rPr lang="en-JP" b="1" dirty="0"/>
              <a:t>Example Charts and Graphs</a:t>
            </a: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B81E5E31-EAA0-813E-E3D8-B3B0F235307C}"/>
              </a:ext>
            </a:extLst>
          </p:cNvPr>
          <p:cNvSpPr txBox="1">
            <a:spLocks/>
          </p:cNvSpPr>
          <p:nvPr/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b="1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>
                <a:solidFill>
                  <a:schemeClr val="accent1"/>
                </a:solidFill>
                <a:latin typeface="Aptos" panose="020B0004020202020204" pitchFamily="34" charset="0"/>
              </a:rPr>
              <a:t>TAKEDA </a:t>
            </a:r>
            <a:r>
              <a:rPr lang="en-JP">
                <a:latin typeface="Aptos" panose="020B0004020202020204" pitchFamily="34" charset="0"/>
              </a:rPr>
              <a:t>|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3631094029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7">
            <a:extLst>
              <a:ext uri="{FF2B5EF4-FFF2-40B4-BE49-F238E27FC236}">
                <a16:creationId xmlns:a16="http://schemas.microsoft.com/office/drawing/2014/main" id="{7655653D-7CDF-8645-8240-57FFF4DED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630877"/>
              </p:ext>
            </p:extLst>
          </p:nvPr>
        </p:nvGraphicFramePr>
        <p:xfrm>
          <a:off x="319672" y="1564862"/>
          <a:ext cx="11392901" cy="1995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673">
                  <a:extLst>
                    <a:ext uri="{9D8B030D-6E8A-4147-A177-3AD203B41FA5}">
                      <a16:colId xmlns:a16="http://schemas.microsoft.com/office/drawing/2014/main" val="2525923934"/>
                    </a:ext>
                  </a:extLst>
                </a:gridCol>
                <a:gridCol w="2403807">
                  <a:extLst>
                    <a:ext uri="{9D8B030D-6E8A-4147-A177-3AD203B41FA5}">
                      <a16:colId xmlns:a16="http://schemas.microsoft.com/office/drawing/2014/main" val="841980673"/>
                    </a:ext>
                  </a:extLst>
                </a:gridCol>
                <a:gridCol w="2403807">
                  <a:extLst>
                    <a:ext uri="{9D8B030D-6E8A-4147-A177-3AD203B41FA5}">
                      <a16:colId xmlns:a16="http://schemas.microsoft.com/office/drawing/2014/main" val="460316398"/>
                    </a:ext>
                  </a:extLst>
                </a:gridCol>
                <a:gridCol w="2403807">
                  <a:extLst>
                    <a:ext uri="{9D8B030D-6E8A-4147-A177-3AD203B41FA5}">
                      <a16:colId xmlns:a16="http://schemas.microsoft.com/office/drawing/2014/main" val="734451337"/>
                    </a:ext>
                  </a:extLst>
                </a:gridCol>
                <a:gridCol w="2403807">
                  <a:extLst>
                    <a:ext uri="{9D8B030D-6E8A-4147-A177-3AD203B41FA5}">
                      <a16:colId xmlns:a16="http://schemas.microsoft.com/office/drawing/2014/main" val="2189379656"/>
                    </a:ext>
                  </a:extLst>
                </a:gridCol>
              </a:tblGrid>
              <a:tr h="399723">
                <a:tc>
                  <a:txBody>
                    <a:bodyPr/>
                    <a:lstStyle/>
                    <a:p>
                      <a:endParaRPr lang="en-US" sz="2000" b="0" i="0" spc="0" baseline="0" dirty="0">
                        <a:solidFill>
                          <a:schemeClr val="bg1"/>
                        </a:solidFill>
                        <a:latin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144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spc="100" baseline="0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CATEGORY 01</a:t>
                      </a:r>
                    </a:p>
                  </a:txBody>
                  <a:tcPr marL="14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spc="100" baseline="0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CATEGORY 02</a:t>
                      </a:r>
                    </a:p>
                  </a:txBody>
                  <a:tcPr marL="14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spc="100" baseline="0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CATEGORY 03</a:t>
                      </a:r>
                    </a:p>
                  </a:txBody>
                  <a:tcPr marL="14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spc="100" baseline="0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CATEGORY 04</a:t>
                      </a:r>
                    </a:p>
                  </a:txBody>
                  <a:tcPr marL="14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706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1200" b="0" i="0" kern="0" spc="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Series 01</a:t>
                      </a:r>
                    </a:p>
                  </a:txBody>
                  <a:tcPr marL="144000" marT="108000" marB="10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62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AutoNum type="arabicPeriod" startAt="2"/>
                      </a:pPr>
                      <a:r>
                        <a:rPr lang="en-US" sz="1200" b="0" i="0" kern="0" spc="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Series 02</a:t>
                      </a:r>
                    </a:p>
                  </a:txBody>
                  <a:tcPr marL="144000" marT="108000" marB="10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379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AutoNum type="arabicPeriod" startAt="3"/>
                      </a:pPr>
                      <a:r>
                        <a:rPr lang="en-US" sz="1200" b="0" i="0" kern="0" spc="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Series 03</a:t>
                      </a:r>
                    </a:p>
                  </a:txBody>
                  <a:tcPr marL="144000" marT="108000" marB="10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64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marR="0" lvl="0" indent="-228600" algn="l" defTabSz="9141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sz="1200" b="0" i="0" kern="0" spc="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Series 04</a:t>
                      </a:r>
                    </a:p>
                  </a:txBody>
                  <a:tcPr marL="144000" marT="108000" marB="10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585173"/>
                  </a:ext>
                </a:extLst>
              </a:tr>
            </a:tbl>
          </a:graphicData>
        </a:graphic>
      </p:graphicFrame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348E840-5C9E-E646-B39E-EFFA1B198D60}"/>
              </a:ext>
            </a:extLst>
          </p:cNvPr>
          <p:cNvSpPr txBox="1">
            <a:spLocks/>
          </p:cNvSpPr>
          <p:nvPr/>
        </p:nvSpPr>
        <p:spPr>
          <a:xfrm>
            <a:off x="311150" y="1236223"/>
            <a:ext cx="1416289" cy="200078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100">
                <a:latin typeface="Aptos" panose="020B0004020202020204" pitchFamily="34" charset="0"/>
                <a:cs typeface="Calibri Light" panose="020F0302020204030204" pitchFamily="34" charset="0"/>
              </a:rPr>
              <a:t>TABLE STYLE 01</a:t>
            </a:r>
            <a:endParaRPr lang="en-JP" sz="1200" spc="100">
              <a:latin typeface="Aptos" panose="020B000402020202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24" name="Table 7">
            <a:extLst>
              <a:ext uri="{FF2B5EF4-FFF2-40B4-BE49-F238E27FC236}">
                <a16:creationId xmlns:a16="http://schemas.microsoft.com/office/drawing/2014/main" id="{9733BB34-F6A6-724E-9C09-B3561EB5B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37352"/>
              </p:ext>
            </p:extLst>
          </p:nvPr>
        </p:nvGraphicFramePr>
        <p:xfrm>
          <a:off x="319672" y="4282662"/>
          <a:ext cx="11392901" cy="1995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673">
                  <a:extLst>
                    <a:ext uri="{9D8B030D-6E8A-4147-A177-3AD203B41FA5}">
                      <a16:colId xmlns:a16="http://schemas.microsoft.com/office/drawing/2014/main" val="2525923934"/>
                    </a:ext>
                  </a:extLst>
                </a:gridCol>
                <a:gridCol w="2403807">
                  <a:extLst>
                    <a:ext uri="{9D8B030D-6E8A-4147-A177-3AD203B41FA5}">
                      <a16:colId xmlns:a16="http://schemas.microsoft.com/office/drawing/2014/main" val="841980673"/>
                    </a:ext>
                  </a:extLst>
                </a:gridCol>
                <a:gridCol w="2403807">
                  <a:extLst>
                    <a:ext uri="{9D8B030D-6E8A-4147-A177-3AD203B41FA5}">
                      <a16:colId xmlns:a16="http://schemas.microsoft.com/office/drawing/2014/main" val="460316398"/>
                    </a:ext>
                  </a:extLst>
                </a:gridCol>
                <a:gridCol w="2403807">
                  <a:extLst>
                    <a:ext uri="{9D8B030D-6E8A-4147-A177-3AD203B41FA5}">
                      <a16:colId xmlns:a16="http://schemas.microsoft.com/office/drawing/2014/main" val="734451337"/>
                    </a:ext>
                  </a:extLst>
                </a:gridCol>
                <a:gridCol w="2403807">
                  <a:extLst>
                    <a:ext uri="{9D8B030D-6E8A-4147-A177-3AD203B41FA5}">
                      <a16:colId xmlns:a16="http://schemas.microsoft.com/office/drawing/2014/main" val="2189379656"/>
                    </a:ext>
                  </a:extLst>
                </a:gridCol>
              </a:tblGrid>
              <a:tr h="399723">
                <a:tc>
                  <a:txBody>
                    <a:bodyPr/>
                    <a:lstStyle/>
                    <a:p>
                      <a:endParaRPr lang="en-US" sz="2000" b="0" i="0" spc="0" baseline="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144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spc="100" baseline="0" dirty="0">
                          <a:solidFill>
                            <a:schemeClr val="accent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CATEGORY 01</a:t>
                      </a:r>
                    </a:p>
                  </a:txBody>
                  <a:tcPr marL="14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spc="100" baseline="0" dirty="0">
                          <a:solidFill>
                            <a:schemeClr val="accent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CATEGORY 02</a:t>
                      </a:r>
                    </a:p>
                  </a:txBody>
                  <a:tcPr marL="14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spc="100" baseline="0" dirty="0">
                          <a:solidFill>
                            <a:schemeClr val="accent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CATEGORY 03</a:t>
                      </a:r>
                    </a:p>
                  </a:txBody>
                  <a:tcPr marL="14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spc="100" baseline="0" dirty="0">
                          <a:solidFill>
                            <a:schemeClr val="accent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CATEGORY 04</a:t>
                      </a:r>
                    </a:p>
                  </a:txBody>
                  <a:tcPr marL="1440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706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US" sz="1200" b="0" i="0" kern="0" spc="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Series 01</a:t>
                      </a:r>
                    </a:p>
                  </a:txBody>
                  <a:tcPr marL="144000" marT="108000" marB="10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62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AutoNum type="arabicPeriod" startAt="2"/>
                      </a:pPr>
                      <a:r>
                        <a:rPr lang="en-US" sz="1200" b="0" i="0" kern="0" spc="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Series 02</a:t>
                      </a:r>
                    </a:p>
                  </a:txBody>
                  <a:tcPr marL="144000" marT="108000" marB="10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379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+mj-lt"/>
                        <a:buAutoNum type="arabicPeriod" startAt="3"/>
                      </a:pPr>
                      <a:r>
                        <a:rPr lang="en-US" sz="1200" b="0" i="0" kern="0" spc="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Series 03</a:t>
                      </a:r>
                    </a:p>
                  </a:txBody>
                  <a:tcPr marL="144000" marT="108000" marB="10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64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28600" marR="0" lvl="0" indent="-228600" algn="l" defTabSz="9141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sz="1200" b="0" i="0" kern="0" spc="0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cs typeface="Calibri" panose="020F0502020204030204" pitchFamily="34" charset="0"/>
                        </a:rPr>
                        <a:t>Series 04</a:t>
                      </a:r>
                    </a:p>
                  </a:txBody>
                  <a:tcPr marL="144000" marT="108000" marB="10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4000" marT="108000" marB="108000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585173"/>
                  </a:ext>
                </a:extLst>
              </a:tr>
            </a:tbl>
          </a:graphicData>
        </a:graphic>
      </p:graphicFrame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8F3C27-8EA9-9A43-BBAA-F3D1A15E0584}"/>
              </a:ext>
            </a:extLst>
          </p:cNvPr>
          <p:cNvSpPr txBox="1">
            <a:spLocks/>
          </p:cNvSpPr>
          <p:nvPr/>
        </p:nvSpPr>
        <p:spPr>
          <a:xfrm>
            <a:off x="311150" y="3954023"/>
            <a:ext cx="1416289" cy="200078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100">
                <a:latin typeface="Aptos" panose="020B0004020202020204" pitchFamily="34" charset="0"/>
                <a:cs typeface="Calibri Light" panose="020F0302020204030204" pitchFamily="34" charset="0"/>
              </a:rPr>
              <a:t>TABLE STYLE 02</a:t>
            </a:r>
            <a:endParaRPr lang="en-JP" sz="1200" spc="100">
              <a:latin typeface="Aptos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5041D176-F4C4-5A40-B6FA-8D2CE5367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E2FDA3E3-E741-C54A-8CB1-9B7B1C1D4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71985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b="0" smtClean="0">
                <a:latin typeface="Aptos" panose="020B0004020202020204" pitchFamily="34" charset="0"/>
              </a:rPr>
              <a:pPr defTabSz="1218810"/>
              <a:t>26</a:t>
            </a:fld>
            <a:endParaRPr lang="ja-JP" altLang="en-US" b="0">
              <a:latin typeface="Aptos" panose="020B0004020202020204" pitchFamily="34" charset="0"/>
            </a:endParaRP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04DA62C5-AC3E-344C-8123-ABC835914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90" y="195058"/>
            <a:ext cx="9379060" cy="685801"/>
          </a:xfrm>
        </p:spPr>
        <p:txBody>
          <a:bodyPr>
            <a:normAutofit/>
          </a:bodyPr>
          <a:lstStyle/>
          <a:p>
            <a:r>
              <a:rPr lang="en-JP" b="1" dirty="0"/>
              <a:t>Example Tables</a:t>
            </a: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5CA41365-F76E-FC47-82F7-2295CD434879}"/>
              </a:ext>
            </a:extLst>
          </p:cNvPr>
          <p:cNvSpPr txBox="1">
            <a:spLocks/>
          </p:cNvSpPr>
          <p:nvPr/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b="1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>
                <a:solidFill>
                  <a:schemeClr val="accent1"/>
                </a:solidFill>
                <a:latin typeface="Aptos" panose="020B0004020202020204" pitchFamily="34" charset="0"/>
              </a:rPr>
              <a:t>TAKEDA </a:t>
            </a:r>
            <a:r>
              <a:rPr lang="en-JP">
                <a:latin typeface="Aptos" panose="020B0004020202020204" pitchFamily="34" charset="0"/>
              </a:rPr>
              <a:t>|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3282968026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38C826-A304-5848-865C-B6D83E8B4F65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531796" y="3429000"/>
            <a:ext cx="11126890" cy="0"/>
          </a:xfrm>
          <a:prstGeom prst="line">
            <a:avLst/>
          </a:prstGeom>
          <a:ln w="25400">
            <a:gradFill>
              <a:gsLst>
                <a:gs pos="25000">
                  <a:schemeClr val="accent4"/>
                </a:gs>
                <a:gs pos="49000">
                  <a:schemeClr val="accent2"/>
                </a:gs>
                <a:gs pos="76000">
                  <a:schemeClr val="accent1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3AB6DE0-6FB8-594E-A2DC-AD3B57235956}"/>
              </a:ext>
            </a:extLst>
          </p:cNvPr>
          <p:cNvSpPr txBox="1">
            <a:spLocks/>
          </p:cNvSpPr>
          <p:nvPr/>
        </p:nvSpPr>
        <p:spPr>
          <a:xfrm>
            <a:off x="664114" y="3683158"/>
            <a:ext cx="1048730" cy="193320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100">
                <a:latin typeface="Aptos" panose="020B0004020202020204" pitchFamily="34" charset="0"/>
                <a:cs typeface="Calibri Light" panose="020F0302020204030204" pitchFamily="34" charset="0"/>
              </a:rPr>
              <a:t>INSERT DATE</a:t>
            </a:r>
            <a:endParaRPr lang="en-JP" sz="1200" spc="100">
              <a:latin typeface="Aptos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64912D-156B-AB4A-A1C7-D748E51771A4}"/>
              </a:ext>
            </a:extLst>
          </p:cNvPr>
          <p:cNvSpPr/>
          <p:nvPr/>
        </p:nvSpPr>
        <p:spPr>
          <a:xfrm>
            <a:off x="404882" y="3365543"/>
            <a:ext cx="126914" cy="12691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latin typeface="Aptos" panose="020B0004020202020204" pitchFamily="34" charset="0"/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327B49A-38A7-4342-BB6C-B3CFCDC55658}"/>
              </a:ext>
            </a:extLst>
          </p:cNvPr>
          <p:cNvSpPr txBox="1">
            <a:spLocks/>
          </p:cNvSpPr>
          <p:nvPr/>
        </p:nvSpPr>
        <p:spPr>
          <a:xfrm>
            <a:off x="664115" y="3930785"/>
            <a:ext cx="2223070" cy="397599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600" b="1" i="0" kern="1200" baseline="0">
                <a:solidFill>
                  <a:srgbClr val="FF0000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b="0" dirty="0">
                <a:solidFill>
                  <a:schemeClr val="accent1"/>
                </a:solidFill>
                <a:latin typeface="Aptos" panose="020B0004020202020204" pitchFamily="34" charset="0"/>
              </a:rPr>
              <a:t>Event Title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1A8AFB5-3B35-324B-B724-27A9D75BB84E}"/>
              </a:ext>
            </a:extLst>
          </p:cNvPr>
          <p:cNvSpPr txBox="1">
            <a:spLocks/>
          </p:cNvSpPr>
          <p:nvPr/>
        </p:nvSpPr>
        <p:spPr>
          <a:xfrm>
            <a:off x="664116" y="4328393"/>
            <a:ext cx="2223072" cy="936334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200" dirty="0">
                <a:latin typeface="Aptos" panose="020B0004020202020204" pitchFamily="34" charset="0"/>
              </a:rPr>
              <a:t>It is recommended to keep the secondary text at 12pt. </a:t>
            </a:r>
            <a:r>
              <a:rPr lang="en-US" sz="1200" dirty="0" err="1">
                <a:latin typeface="Aptos" panose="020B0004020202020204" pitchFamily="34" charset="0"/>
              </a:rPr>
              <a:t>Praesent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ullamcorper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turpis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feugiat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arcu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mollis</a:t>
            </a:r>
            <a:r>
              <a:rPr lang="en-US" sz="1200" dirty="0">
                <a:latin typeface="Aptos" panose="020B0004020202020204" pitchFamily="34" charset="0"/>
              </a:rPr>
              <a:t>, porta </a:t>
            </a:r>
            <a:r>
              <a:rPr lang="en-US" sz="1200" dirty="0" err="1">
                <a:latin typeface="Aptos" panose="020B0004020202020204" pitchFamily="34" charset="0"/>
              </a:rPr>
              <a:t>varius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sapien</a:t>
            </a:r>
            <a:r>
              <a:rPr lang="en-US" sz="1200" dirty="0">
                <a:latin typeface="Aptos" panose="020B0004020202020204" pitchFamily="34" charset="0"/>
              </a:rPr>
              <a:t> porta. </a:t>
            </a:r>
            <a:endParaRPr lang="en-JP" sz="1200" dirty="0">
              <a:latin typeface="Aptos" panose="020B0004020202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15C9204-D729-174A-B76B-F75B7301B24C}"/>
              </a:ext>
            </a:extLst>
          </p:cNvPr>
          <p:cNvSpPr/>
          <p:nvPr/>
        </p:nvSpPr>
        <p:spPr>
          <a:xfrm>
            <a:off x="3218333" y="3365543"/>
            <a:ext cx="126914" cy="12691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latin typeface="Aptos" panose="020B000402020202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9862563-DDCB-1747-A317-1986D9EA156B}"/>
              </a:ext>
            </a:extLst>
          </p:cNvPr>
          <p:cNvSpPr/>
          <p:nvPr/>
        </p:nvSpPr>
        <p:spPr>
          <a:xfrm>
            <a:off x="6031784" y="3365543"/>
            <a:ext cx="126914" cy="12691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latin typeface="Aptos" panose="020B0004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B4D2A1-80B6-D849-A4CC-DA1923FC0C46}"/>
              </a:ext>
            </a:extLst>
          </p:cNvPr>
          <p:cNvSpPr/>
          <p:nvPr/>
        </p:nvSpPr>
        <p:spPr>
          <a:xfrm>
            <a:off x="8845235" y="3365543"/>
            <a:ext cx="126914" cy="12691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latin typeface="Aptos" panose="020B00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CE8E0F-E697-F546-813F-603B3F3183A0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468339" y="3492457"/>
            <a:ext cx="0" cy="177227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D950A5-30F6-984F-9375-AD64249BC75E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3281790" y="1593273"/>
            <a:ext cx="0" cy="177227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949D62BB-47C7-9447-AD31-E68DA587218C}"/>
              </a:ext>
            </a:extLst>
          </p:cNvPr>
          <p:cNvSpPr txBox="1">
            <a:spLocks/>
          </p:cNvSpPr>
          <p:nvPr/>
        </p:nvSpPr>
        <p:spPr>
          <a:xfrm>
            <a:off x="3477565" y="1688104"/>
            <a:ext cx="1048730" cy="193320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100">
                <a:latin typeface="Aptos" panose="020B0004020202020204" pitchFamily="34" charset="0"/>
                <a:cs typeface="Calibri Light" panose="020F0302020204030204" pitchFamily="34" charset="0"/>
              </a:rPr>
              <a:t>INSERT DATE</a:t>
            </a:r>
            <a:endParaRPr lang="en-JP" sz="1200" spc="100">
              <a:latin typeface="Aptos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31C3F386-A891-6E48-B500-F5CAFF812850}"/>
              </a:ext>
            </a:extLst>
          </p:cNvPr>
          <p:cNvSpPr txBox="1">
            <a:spLocks/>
          </p:cNvSpPr>
          <p:nvPr/>
        </p:nvSpPr>
        <p:spPr>
          <a:xfrm>
            <a:off x="3477566" y="1935731"/>
            <a:ext cx="2223067" cy="397599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600" b="1" i="0" kern="1200" baseline="0">
                <a:solidFill>
                  <a:srgbClr val="FF0000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b="0" dirty="0">
                <a:solidFill>
                  <a:schemeClr val="accent1"/>
                </a:solidFill>
                <a:latin typeface="Aptos" panose="020B0004020202020204" pitchFamily="34" charset="0"/>
              </a:rPr>
              <a:t>Event Title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9D5B6E93-4E76-9B46-ACAE-84715D004396}"/>
              </a:ext>
            </a:extLst>
          </p:cNvPr>
          <p:cNvSpPr txBox="1">
            <a:spLocks/>
          </p:cNvSpPr>
          <p:nvPr/>
        </p:nvSpPr>
        <p:spPr>
          <a:xfrm>
            <a:off x="3477567" y="2333339"/>
            <a:ext cx="2223072" cy="936334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200" dirty="0">
                <a:latin typeface="Aptos" panose="020B0004020202020204" pitchFamily="34" charset="0"/>
              </a:rPr>
              <a:t>It is recommended to keep the secondary text at 12pt. </a:t>
            </a:r>
            <a:r>
              <a:rPr lang="en-US" sz="1200" dirty="0" err="1">
                <a:latin typeface="Aptos" panose="020B0004020202020204" pitchFamily="34" charset="0"/>
              </a:rPr>
              <a:t>Praesent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ullamcorper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turpis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feugiat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arcu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mollis</a:t>
            </a:r>
            <a:r>
              <a:rPr lang="en-US" sz="1200" dirty="0">
                <a:latin typeface="Aptos" panose="020B0004020202020204" pitchFamily="34" charset="0"/>
              </a:rPr>
              <a:t>, porta </a:t>
            </a:r>
            <a:r>
              <a:rPr lang="en-US" sz="1200" dirty="0" err="1">
                <a:latin typeface="Aptos" panose="020B0004020202020204" pitchFamily="34" charset="0"/>
              </a:rPr>
              <a:t>varius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sapien</a:t>
            </a:r>
            <a:r>
              <a:rPr lang="en-US" sz="1200" dirty="0">
                <a:latin typeface="Aptos" panose="020B0004020202020204" pitchFamily="34" charset="0"/>
              </a:rPr>
              <a:t> porta. </a:t>
            </a:r>
            <a:endParaRPr lang="en-JP" sz="1200" dirty="0">
              <a:latin typeface="Aptos" panose="020B0004020202020204" pitchFamily="34" charset="0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76514913-6294-1A40-973A-D75FF985AC40}"/>
              </a:ext>
            </a:extLst>
          </p:cNvPr>
          <p:cNvSpPr txBox="1">
            <a:spLocks/>
          </p:cNvSpPr>
          <p:nvPr/>
        </p:nvSpPr>
        <p:spPr>
          <a:xfrm>
            <a:off x="6291016" y="3683158"/>
            <a:ext cx="1048730" cy="193320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100">
                <a:latin typeface="Aptos" panose="020B0004020202020204" pitchFamily="34" charset="0"/>
                <a:cs typeface="Calibri Light" panose="020F0302020204030204" pitchFamily="34" charset="0"/>
              </a:rPr>
              <a:t>INSERT DATE</a:t>
            </a:r>
            <a:endParaRPr lang="en-JP" sz="1200" spc="100">
              <a:latin typeface="Aptos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E8FFEF35-5883-974A-AF9C-252945AC3453}"/>
              </a:ext>
            </a:extLst>
          </p:cNvPr>
          <p:cNvSpPr txBox="1">
            <a:spLocks/>
          </p:cNvSpPr>
          <p:nvPr/>
        </p:nvSpPr>
        <p:spPr>
          <a:xfrm>
            <a:off x="6291017" y="3930785"/>
            <a:ext cx="2223067" cy="397599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600" b="1" i="0" kern="1200" baseline="0">
                <a:solidFill>
                  <a:srgbClr val="FF0000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b="0" dirty="0">
                <a:solidFill>
                  <a:schemeClr val="accent1"/>
                </a:solidFill>
                <a:latin typeface="Aptos" panose="020B0004020202020204" pitchFamily="34" charset="0"/>
              </a:rPr>
              <a:t>Event Title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F85CDF3B-FB28-6648-8737-FD592FA6BC47}"/>
              </a:ext>
            </a:extLst>
          </p:cNvPr>
          <p:cNvSpPr txBox="1">
            <a:spLocks/>
          </p:cNvSpPr>
          <p:nvPr/>
        </p:nvSpPr>
        <p:spPr>
          <a:xfrm>
            <a:off x="6291018" y="4328393"/>
            <a:ext cx="2223072" cy="936334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200" dirty="0">
                <a:latin typeface="Aptos" panose="020B0004020202020204" pitchFamily="34" charset="0"/>
              </a:rPr>
              <a:t>It is recommended to keep the secondary text at 12pt. </a:t>
            </a:r>
            <a:r>
              <a:rPr lang="en-US" sz="1200" dirty="0" err="1">
                <a:latin typeface="Aptos" panose="020B0004020202020204" pitchFamily="34" charset="0"/>
              </a:rPr>
              <a:t>Praesent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ullamcorper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turpis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feugiat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arcu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mollis</a:t>
            </a:r>
            <a:r>
              <a:rPr lang="en-US" sz="1200" dirty="0">
                <a:latin typeface="Aptos" panose="020B0004020202020204" pitchFamily="34" charset="0"/>
              </a:rPr>
              <a:t>, porta </a:t>
            </a:r>
            <a:r>
              <a:rPr lang="en-US" sz="1200" dirty="0" err="1">
                <a:latin typeface="Aptos" panose="020B0004020202020204" pitchFamily="34" charset="0"/>
              </a:rPr>
              <a:t>varius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sapien</a:t>
            </a:r>
            <a:r>
              <a:rPr lang="en-US" sz="1200" dirty="0">
                <a:latin typeface="Aptos" panose="020B0004020202020204" pitchFamily="34" charset="0"/>
              </a:rPr>
              <a:t> porta. </a:t>
            </a:r>
            <a:endParaRPr lang="en-JP" sz="1200" dirty="0">
              <a:latin typeface="Aptos" panose="020B000402020202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077A841-0C78-3E46-8C24-8AF1D79AC361}"/>
              </a:ext>
            </a:extLst>
          </p:cNvPr>
          <p:cNvCxnSpPr>
            <a:cxnSpLocks/>
          </p:cNvCxnSpPr>
          <p:nvPr/>
        </p:nvCxnSpPr>
        <p:spPr>
          <a:xfrm>
            <a:off x="6095241" y="3492457"/>
            <a:ext cx="0" cy="177227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25E2223-EED8-EF47-8D39-2FEA85C3962B}"/>
              </a:ext>
            </a:extLst>
          </p:cNvPr>
          <p:cNvCxnSpPr>
            <a:cxnSpLocks/>
          </p:cNvCxnSpPr>
          <p:nvPr/>
        </p:nvCxnSpPr>
        <p:spPr>
          <a:xfrm>
            <a:off x="8910211" y="1593273"/>
            <a:ext cx="0" cy="177227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E78A570E-EF4A-4D43-86B8-10DCC8102005}"/>
              </a:ext>
            </a:extLst>
          </p:cNvPr>
          <p:cNvSpPr txBox="1">
            <a:spLocks/>
          </p:cNvSpPr>
          <p:nvPr/>
        </p:nvSpPr>
        <p:spPr>
          <a:xfrm>
            <a:off x="9105986" y="1688104"/>
            <a:ext cx="1048730" cy="193320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100">
                <a:latin typeface="Aptos" panose="020B0004020202020204" pitchFamily="34" charset="0"/>
                <a:cs typeface="Calibri Light" panose="020F0302020204030204" pitchFamily="34" charset="0"/>
              </a:rPr>
              <a:t>INSERT DATE</a:t>
            </a:r>
            <a:endParaRPr lang="en-JP" sz="1200" spc="100">
              <a:latin typeface="Aptos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01285AAC-D986-9C4E-921C-FFC8648C25E7}"/>
              </a:ext>
            </a:extLst>
          </p:cNvPr>
          <p:cNvSpPr txBox="1">
            <a:spLocks/>
          </p:cNvSpPr>
          <p:nvPr/>
        </p:nvSpPr>
        <p:spPr>
          <a:xfrm>
            <a:off x="9105987" y="1935731"/>
            <a:ext cx="2223062" cy="397599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600" b="1" i="0" kern="1200" baseline="0">
                <a:solidFill>
                  <a:srgbClr val="FF0000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b="0" dirty="0">
                <a:solidFill>
                  <a:schemeClr val="accent1"/>
                </a:solidFill>
                <a:latin typeface="Aptos" panose="020B0004020202020204" pitchFamily="34" charset="0"/>
              </a:rPr>
              <a:t>Event Title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6422B1E4-E408-6241-AF1D-A0FAC0B3B0B9}"/>
              </a:ext>
            </a:extLst>
          </p:cNvPr>
          <p:cNvSpPr txBox="1">
            <a:spLocks/>
          </p:cNvSpPr>
          <p:nvPr/>
        </p:nvSpPr>
        <p:spPr>
          <a:xfrm>
            <a:off x="9105988" y="2333339"/>
            <a:ext cx="2223072" cy="936334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200" dirty="0">
                <a:latin typeface="Aptos" panose="020B0004020202020204" pitchFamily="34" charset="0"/>
              </a:rPr>
              <a:t>It is recommended to keep the secondary text at 12pt. </a:t>
            </a:r>
            <a:r>
              <a:rPr lang="en-US" sz="1200" dirty="0" err="1">
                <a:latin typeface="Aptos" panose="020B0004020202020204" pitchFamily="34" charset="0"/>
              </a:rPr>
              <a:t>Praesent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ullamcorper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turpis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feugiat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arcu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mollis</a:t>
            </a:r>
            <a:r>
              <a:rPr lang="en-US" sz="1200" dirty="0">
                <a:latin typeface="Aptos" panose="020B0004020202020204" pitchFamily="34" charset="0"/>
              </a:rPr>
              <a:t>, porta </a:t>
            </a:r>
            <a:r>
              <a:rPr lang="en-US" sz="1200" dirty="0" err="1">
                <a:latin typeface="Aptos" panose="020B0004020202020204" pitchFamily="34" charset="0"/>
              </a:rPr>
              <a:t>varius</a:t>
            </a:r>
            <a:r>
              <a:rPr lang="en-US" sz="1200" dirty="0">
                <a:latin typeface="Aptos" panose="020B0004020202020204" pitchFamily="34" charset="0"/>
              </a:rPr>
              <a:t> </a:t>
            </a:r>
            <a:r>
              <a:rPr lang="en-US" sz="1200" dirty="0" err="1">
                <a:latin typeface="Aptos" panose="020B0004020202020204" pitchFamily="34" charset="0"/>
              </a:rPr>
              <a:t>sapien</a:t>
            </a:r>
            <a:r>
              <a:rPr lang="en-US" sz="1200" dirty="0">
                <a:latin typeface="Aptos" panose="020B0004020202020204" pitchFamily="34" charset="0"/>
              </a:rPr>
              <a:t> porta. </a:t>
            </a:r>
            <a:endParaRPr lang="en-JP" sz="1200" dirty="0">
              <a:latin typeface="Aptos" panose="020B0004020202020204" pitchFamily="34" charset="0"/>
            </a:endParaRPr>
          </a:p>
        </p:txBody>
      </p:sp>
      <p:sp>
        <p:nvSpPr>
          <p:cNvPr id="25" name="Footer Placeholder 8">
            <a:extLst>
              <a:ext uri="{FF2B5EF4-FFF2-40B4-BE49-F238E27FC236}">
                <a16:creationId xmlns:a16="http://schemas.microsoft.com/office/drawing/2014/main" id="{27A442F7-03F0-824D-B843-8FD9354D9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4" name="スライド番号プレースホルダ 5">
            <a:extLst>
              <a:ext uri="{FF2B5EF4-FFF2-40B4-BE49-F238E27FC236}">
                <a16:creationId xmlns:a16="http://schemas.microsoft.com/office/drawing/2014/main" id="{852B04C2-FD98-164A-BAAE-B69F45BEF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71985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b="0" smtClean="0">
                <a:latin typeface="Aptos" panose="020B0004020202020204" pitchFamily="34" charset="0"/>
              </a:rPr>
              <a:pPr defTabSz="1218810"/>
              <a:t>27</a:t>
            </a:fld>
            <a:endParaRPr lang="ja-JP" altLang="en-US" b="0">
              <a:latin typeface="Aptos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4C0BC2-FE26-EA4D-8D65-0538B698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90" y="195058"/>
            <a:ext cx="9379060" cy="685801"/>
          </a:xfrm>
        </p:spPr>
        <p:txBody>
          <a:bodyPr>
            <a:normAutofit/>
          </a:bodyPr>
          <a:lstStyle/>
          <a:p>
            <a:r>
              <a:rPr lang="en-JP" b="1" dirty="0"/>
              <a:t>Example Timeline</a:t>
            </a: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ACE90678-590A-7832-B87E-E41B5501152F}"/>
              </a:ext>
            </a:extLst>
          </p:cNvPr>
          <p:cNvSpPr txBox="1">
            <a:spLocks/>
          </p:cNvSpPr>
          <p:nvPr/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b="1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>
                <a:solidFill>
                  <a:schemeClr val="accent1"/>
                </a:solidFill>
                <a:latin typeface="Aptos" panose="020B0004020202020204" pitchFamily="34" charset="0"/>
              </a:rPr>
              <a:t>TAKEDA </a:t>
            </a:r>
            <a:r>
              <a:rPr lang="en-JP">
                <a:latin typeface="Aptos" panose="020B0004020202020204" pitchFamily="34" charset="0"/>
              </a:rPr>
              <a:t>|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2808774447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28867-2832-C0EE-0430-423FA4433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3BE385E-E1EB-DDFE-7B8F-92FF76A9F14A}"/>
              </a:ext>
            </a:extLst>
          </p:cNvPr>
          <p:cNvSpPr txBox="1"/>
          <p:nvPr/>
        </p:nvSpPr>
        <p:spPr>
          <a:xfrm flipV="1">
            <a:off x="9229357" y="2289086"/>
            <a:ext cx="2645674" cy="4000806"/>
          </a:xfrm>
          <a:prstGeom prst="roundRect">
            <a:avLst>
              <a:gd name="adj" fmla="val 12428"/>
            </a:avLst>
          </a:prstGeom>
          <a:solidFill>
            <a:schemeClr val="accent6"/>
          </a:solidFill>
          <a:effectLst/>
        </p:spPr>
        <p:txBody>
          <a:bodyPr wrap="square" lIns="108000" tIns="0" rIns="0" bIns="0" rtlCol="0" anchor="ctr" anchorCtr="0">
            <a:noAutofit/>
          </a:bodyPr>
          <a:lstStyle/>
          <a:p>
            <a:pPr algn="ctr">
              <a:defRPr/>
            </a:pPr>
            <a:endParaRPr lang="en-US" sz="1400" b="1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5A56C-E82F-5192-259A-98862A31B741}"/>
              </a:ext>
            </a:extLst>
          </p:cNvPr>
          <p:cNvSpPr txBox="1"/>
          <p:nvPr/>
        </p:nvSpPr>
        <p:spPr>
          <a:xfrm flipV="1">
            <a:off x="6273676" y="2289086"/>
            <a:ext cx="2645674" cy="4000806"/>
          </a:xfrm>
          <a:prstGeom prst="roundRect">
            <a:avLst>
              <a:gd name="adj" fmla="val 12428"/>
            </a:avLst>
          </a:prstGeom>
          <a:solidFill>
            <a:schemeClr val="accent6"/>
          </a:solidFill>
          <a:effectLst/>
        </p:spPr>
        <p:txBody>
          <a:bodyPr wrap="square" lIns="108000" tIns="0" rIns="0" bIns="0" rtlCol="0" anchor="ctr" anchorCtr="0">
            <a:noAutofit/>
          </a:bodyPr>
          <a:lstStyle/>
          <a:p>
            <a:pPr algn="ctr">
              <a:defRPr/>
            </a:pPr>
            <a:endParaRPr lang="en-US" sz="1400" b="1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8907E-5380-69FE-5D80-43EDEE252EE7}"/>
              </a:ext>
            </a:extLst>
          </p:cNvPr>
          <p:cNvSpPr txBox="1"/>
          <p:nvPr/>
        </p:nvSpPr>
        <p:spPr>
          <a:xfrm flipV="1">
            <a:off x="3280310" y="2289086"/>
            <a:ext cx="2645674" cy="4000806"/>
          </a:xfrm>
          <a:prstGeom prst="roundRect">
            <a:avLst>
              <a:gd name="adj" fmla="val 12428"/>
            </a:avLst>
          </a:prstGeom>
          <a:solidFill>
            <a:schemeClr val="accent6"/>
          </a:solidFill>
          <a:effectLst/>
        </p:spPr>
        <p:txBody>
          <a:bodyPr wrap="square" lIns="108000" tIns="0" rIns="0" bIns="0" rtlCol="0" anchor="ctr" anchorCtr="0">
            <a:noAutofit/>
          </a:bodyPr>
          <a:lstStyle/>
          <a:p>
            <a:pPr algn="ctr">
              <a:defRPr/>
            </a:pPr>
            <a:endParaRPr lang="en-US" sz="1400" b="1"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9D54F2-BD98-2C83-1815-8FFC3FD96954}"/>
              </a:ext>
            </a:extLst>
          </p:cNvPr>
          <p:cNvSpPr txBox="1"/>
          <p:nvPr/>
        </p:nvSpPr>
        <p:spPr>
          <a:xfrm flipV="1">
            <a:off x="312823" y="2289086"/>
            <a:ext cx="2645674" cy="4000806"/>
          </a:xfrm>
          <a:prstGeom prst="roundRect">
            <a:avLst>
              <a:gd name="adj" fmla="val 12428"/>
            </a:avLst>
          </a:prstGeom>
          <a:solidFill>
            <a:schemeClr val="accent6"/>
          </a:solidFill>
          <a:effectLst/>
        </p:spPr>
        <p:txBody>
          <a:bodyPr wrap="square" lIns="108000" tIns="0" rIns="0" bIns="0" rtlCol="0" anchor="ctr" anchorCtr="0">
            <a:noAutofit/>
          </a:bodyPr>
          <a:lstStyle/>
          <a:p>
            <a:pPr algn="ctr">
              <a:defRPr/>
            </a:pPr>
            <a:endParaRPr lang="en-US" sz="1400" b="1">
              <a:latin typeface="Aptos" panose="020B00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5C5F18-70D0-AA61-0BDD-3FABE4A14C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6" b="10696"/>
          <a:stretch/>
        </p:blipFill>
        <p:spPr>
          <a:xfrm>
            <a:off x="308980" y="2289086"/>
            <a:ext cx="2645674" cy="2102336"/>
          </a:xfrm>
          <a:prstGeom prst="roundRect">
            <a:avLst>
              <a:gd name="adj" fmla="val 1644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4D0A2BC4-47BE-61D2-7D19-5CC98CBBC29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4D0A2BC4-47BE-61D2-7D19-5CC98CBBC2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0A4EBB01-5A58-B912-6076-4BEB9E3FC26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" name="Title 3">
            <a:extLst>
              <a:ext uri="{FF2B5EF4-FFF2-40B4-BE49-F238E27FC236}">
                <a16:creationId xmlns:a16="http://schemas.microsoft.com/office/drawing/2014/main" id="{57624B78-A083-CC0E-BF61-DF7701614091}"/>
              </a:ext>
            </a:extLst>
          </p:cNvPr>
          <p:cNvSpPr txBox="1">
            <a:spLocks/>
          </p:cNvSpPr>
          <p:nvPr/>
        </p:nvSpPr>
        <p:spPr>
          <a:xfrm>
            <a:off x="686690" y="1302158"/>
            <a:ext cx="5731043" cy="6844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150" rtl="0" eaLnBrk="1" latinLnBrk="0" hangingPunct="1">
              <a:spcBef>
                <a:spcPct val="0"/>
              </a:spcBef>
              <a:buNone/>
              <a:defRPr kumimoji="1" sz="28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pPr>
              <a:lnSpc>
                <a:spcPts val="1800"/>
              </a:lnSpc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This heading text sets the context for the data. In the color blocks below, the text is kept to a minimum. This is especially important in cases where white text is used on a red background, to ensure visibility.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1D7B0F3A-7756-FC38-11F9-6B157038F56A}"/>
              </a:ext>
            </a:extLst>
          </p:cNvPr>
          <p:cNvSpPr txBox="1">
            <a:spLocks/>
          </p:cNvSpPr>
          <p:nvPr/>
        </p:nvSpPr>
        <p:spPr>
          <a:xfrm>
            <a:off x="302557" y="4910473"/>
            <a:ext cx="2666206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anose="020B0604020202020204" pitchFamily="34" charset="0"/>
              <a:buChar char="•"/>
              <a:defRPr kumimoji="1" sz="26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400" kern="120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•"/>
              <a:defRPr kumimoji="1" sz="22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»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6000" dirty="0">
                <a:gradFill>
                  <a:gsLst>
                    <a:gs pos="0">
                      <a:schemeClr val="accent4"/>
                    </a:gs>
                    <a:gs pos="50000">
                      <a:schemeClr val="accent1"/>
                    </a:gs>
                    <a:gs pos="100000">
                      <a:schemeClr val="accent2"/>
                    </a:gs>
                  </a:gsLst>
                  <a:lin ang="1800000" scaled="0"/>
                </a:gradFill>
                <a:latin typeface="Aptos" panose="020B0004020202020204" pitchFamily="34" charset="0"/>
              </a:rPr>
              <a:t>10</a:t>
            </a:r>
            <a:endParaRPr kumimoji="1" lang="en-US" sz="600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accent4"/>
                  </a:gs>
                  <a:gs pos="50000">
                    <a:schemeClr val="accent1"/>
                  </a:gs>
                  <a:gs pos="100000">
                    <a:schemeClr val="accent2"/>
                  </a:gs>
                </a:gsLst>
                <a:lin ang="1800000" scaled="0"/>
              </a:gra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D588BAA-E168-3494-2FF2-B55265361E08}"/>
              </a:ext>
            </a:extLst>
          </p:cNvPr>
          <p:cNvSpPr txBox="1">
            <a:spLocks/>
          </p:cNvSpPr>
          <p:nvPr/>
        </p:nvSpPr>
        <p:spPr>
          <a:xfrm>
            <a:off x="315982" y="4823517"/>
            <a:ext cx="263935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anose="020B0604020202020204" pitchFamily="34" charset="0"/>
              <a:buChar char="•"/>
              <a:defRPr kumimoji="1" sz="26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400" kern="120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•"/>
              <a:defRPr kumimoji="1" sz="22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»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200" spc="100" dirty="0">
                <a:solidFill>
                  <a:schemeClr val="tx1"/>
                </a:solidFill>
                <a:latin typeface="Aptos" panose="020B0004020202020204" pitchFamily="34" charset="0"/>
              </a:rPr>
              <a:t> APPROX.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1A28B89-9DA7-C919-3D96-D1F5DEE405F9}"/>
              </a:ext>
            </a:extLst>
          </p:cNvPr>
          <p:cNvSpPr/>
          <p:nvPr/>
        </p:nvSpPr>
        <p:spPr>
          <a:xfrm>
            <a:off x="758369" y="3691006"/>
            <a:ext cx="17545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spc="10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OUR WORK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9D44936-1C95-EBE9-F5B0-A25C355B73B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7510" y="2796506"/>
            <a:ext cx="616300" cy="616298"/>
          </a:xfrm>
          <a:prstGeom prst="rect">
            <a:avLst/>
          </a:prstGeom>
        </p:spPr>
      </p:pic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26EB54AC-7CF1-EAC0-F175-51F580B5836B}"/>
              </a:ext>
            </a:extLst>
          </p:cNvPr>
          <p:cNvSpPr txBox="1">
            <a:spLocks/>
          </p:cNvSpPr>
          <p:nvPr/>
        </p:nvSpPr>
        <p:spPr>
          <a:xfrm>
            <a:off x="315982" y="5740777"/>
            <a:ext cx="263935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anose="020B0604020202020204" pitchFamily="34" charset="0"/>
              <a:buChar char="•"/>
              <a:defRPr kumimoji="1" sz="26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400" kern="120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•"/>
              <a:defRPr kumimoji="1" sz="22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»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200" spc="100" dirty="0">
                <a:solidFill>
                  <a:schemeClr val="tx1"/>
                </a:solidFill>
                <a:latin typeface="Aptos" panose="020B0004020202020204" pitchFamily="34" charset="0"/>
              </a:rPr>
              <a:t>PER YEAR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58F1D2-715A-5D69-E476-FFFE62DF894F}"/>
              </a:ext>
            </a:extLst>
          </p:cNvPr>
          <p:cNvSpPr txBox="1"/>
          <p:nvPr/>
        </p:nvSpPr>
        <p:spPr>
          <a:xfrm flipV="1">
            <a:off x="3281089" y="2289092"/>
            <a:ext cx="2645674" cy="2102336"/>
          </a:xfrm>
          <a:prstGeom prst="roundRect">
            <a:avLst/>
          </a:prstGeom>
          <a:solidFill>
            <a:schemeClr val="accent1"/>
          </a:solidFill>
          <a:effectLst/>
        </p:spPr>
        <p:txBody>
          <a:bodyPr wrap="square" lIns="108000" tIns="0" rIns="0" bIns="0" rtlCol="0" anchor="ctr" anchorCtr="0">
            <a:noAutofit/>
          </a:bodyPr>
          <a:lstStyle/>
          <a:p>
            <a:pPr algn="ctr">
              <a:defRPr/>
            </a:pPr>
            <a:endParaRPr lang="en-US" sz="1400" b="1">
              <a:latin typeface="Aptos" panose="020B0004020202020204" pitchFamily="34" charset="0"/>
            </a:endParaRPr>
          </a:p>
        </p:txBody>
      </p:sp>
      <p:graphicFrame>
        <p:nvGraphicFramePr>
          <p:cNvPr id="48" name="Chart 47">
            <a:extLst>
              <a:ext uri="{FF2B5EF4-FFF2-40B4-BE49-F238E27FC236}">
                <a16:creationId xmlns:a16="http://schemas.microsoft.com/office/drawing/2014/main" id="{746B6B19-5C14-5974-678A-61D1589FDD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082568"/>
              </p:ext>
            </p:extLst>
          </p:nvPr>
        </p:nvGraphicFramePr>
        <p:xfrm>
          <a:off x="3987189" y="2447551"/>
          <a:ext cx="1243718" cy="1218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075EE41D-F79F-B08E-FA27-91E52D9D5E47}"/>
              </a:ext>
            </a:extLst>
          </p:cNvPr>
          <p:cNvSpPr txBox="1">
            <a:spLocks/>
          </p:cNvSpPr>
          <p:nvPr/>
        </p:nvSpPr>
        <p:spPr>
          <a:xfrm>
            <a:off x="4294966" y="2866802"/>
            <a:ext cx="727742" cy="400110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anose="020B0604020202020204" pitchFamily="34" charset="0"/>
              <a:buChar char="•"/>
              <a:defRPr kumimoji="1" sz="26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400" kern="120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•"/>
              <a:defRPr kumimoji="1" sz="22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»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 spc="-100" dirty="0">
                <a:solidFill>
                  <a:schemeClr val="bg1"/>
                </a:solidFill>
                <a:latin typeface="Aptos" panose="020B0004020202020204" pitchFamily="34" charset="0"/>
              </a:rPr>
              <a:t>6</a:t>
            </a:r>
            <a:r>
              <a:rPr kumimoji="1" lang="en-US" sz="2000" u="none" strike="noStrike" kern="120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F6442E20-96AD-63C7-C145-F07D85638788}"/>
              </a:ext>
            </a:extLst>
          </p:cNvPr>
          <p:cNvSpPr txBox="1">
            <a:spLocks/>
          </p:cNvSpPr>
          <p:nvPr/>
        </p:nvSpPr>
        <p:spPr>
          <a:xfrm>
            <a:off x="3475270" y="4893077"/>
            <a:ext cx="2248132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anose="020B0604020202020204" pitchFamily="34" charset="0"/>
              <a:buChar char="•"/>
              <a:defRPr kumimoji="1" sz="26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400" kern="120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•"/>
              <a:defRPr kumimoji="1" sz="22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»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00"/>
              </a:lnSpc>
              <a:spcBef>
                <a:spcPts val="0"/>
              </a:spcBef>
              <a:buNone/>
              <a:defRPr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Approx. </a:t>
            </a:r>
            <a:r>
              <a:rPr lang="en-US" sz="1400" dirty="0">
                <a:solidFill>
                  <a:schemeClr val="accent1"/>
                </a:solidFill>
                <a:latin typeface="Aptos" panose="020B0004020202020204" pitchFamily="34" charset="0"/>
              </a:rPr>
              <a:t>60%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of the </a:t>
            </a:r>
          </a:p>
          <a:p>
            <a:pPr marL="0" lvl="0" indent="0" algn="ctr">
              <a:lnSpc>
                <a:spcPts val="1600"/>
              </a:lnSpc>
              <a:spcBef>
                <a:spcPts val="0"/>
              </a:spcBef>
              <a:buNone/>
              <a:defRPr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category described here</a:t>
            </a:r>
            <a:b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is the message we wish</a:t>
            </a:r>
            <a:b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to communicate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3ED01C-2066-0B58-D20A-9B41795F9594}"/>
              </a:ext>
            </a:extLst>
          </p:cNvPr>
          <p:cNvSpPr txBox="1"/>
          <p:nvPr/>
        </p:nvSpPr>
        <p:spPr>
          <a:xfrm flipV="1">
            <a:off x="6254387" y="2276976"/>
            <a:ext cx="2662643" cy="2130328"/>
          </a:xfrm>
          <a:prstGeom prst="roundRect">
            <a:avLst/>
          </a:prstGeom>
          <a:solidFill>
            <a:schemeClr val="accent2"/>
          </a:solidFill>
          <a:effectLst/>
        </p:spPr>
        <p:txBody>
          <a:bodyPr wrap="square" lIns="108000" tIns="0" rIns="0" bIns="0" rtlCol="0" anchor="ctr" anchorCtr="0">
            <a:noAutofit/>
          </a:bodyPr>
          <a:lstStyle/>
          <a:p>
            <a:pPr algn="ctr">
              <a:defRPr/>
            </a:pPr>
            <a:endParaRPr lang="en-US" sz="1400" b="1">
              <a:latin typeface="Aptos" panose="020B0004020202020204" pitchFamily="34" charset="0"/>
            </a:endParaRPr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9123CF25-7124-37B8-57E6-24EF578E78D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90129" y="2802000"/>
            <a:ext cx="623954" cy="62395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564AC82-9440-5F11-B713-C3F5C7BC3AEF}"/>
              </a:ext>
            </a:extLst>
          </p:cNvPr>
          <p:cNvSpPr txBox="1"/>
          <p:nvPr/>
        </p:nvSpPr>
        <p:spPr>
          <a:xfrm flipV="1">
            <a:off x="9239940" y="2289091"/>
            <a:ext cx="2635092" cy="2102336"/>
          </a:xfrm>
          <a:prstGeom prst="roundRect">
            <a:avLst/>
          </a:prstGeom>
          <a:solidFill>
            <a:schemeClr val="accent3"/>
          </a:solidFill>
          <a:effectLst/>
        </p:spPr>
        <p:txBody>
          <a:bodyPr wrap="square" lIns="108000" tIns="0" rIns="0" bIns="0" rtlCol="0" anchor="ctr" anchorCtr="0">
            <a:noAutofit/>
          </a:bodyPr>
          <a:lstStyle/>
          <a:p>
            <a:pPr algn="ctr">
              <a:defRPr/>
            </a:pPr>
            <a:endParaRPr lang="en-US" sz="1400" b="1">
              <a:solidFill>
                <a:schemeClr val="accent4"/>
              </a:solidFill>
              <a:latin typeface="Aptos" panose="020B0004020202020204" pitchFamily="34" charset="0"/>
            </a:endParaRP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2B4E50D5-F3A7-32A7-81FA-CFF718FA41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0750" y="2866802"/>
            <a:ext cx="623954" cy="623954"/>
          </a:xfrm>
          <a:prstGeom prst="rect">
            <a:avLst/>
          </a:prstGeom>
        </p:spPr>
      </p:pic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E9355F64-2EFD-19F7-B48B-EF0DBA8A0E83}"/>
              </a:ext>
            </a:extLst>
          </p:cNvPr>
          <p:cNvSpPr txBox="1">
            <a:spLocks/>
          </p:cNvSpPr>
          <p:nvPr/>
        </p:nvSpPr>
        <p:spPr>
          <a:xfrm>
            <a:off x="9529698" y="5028733"/>
            <a:ext cx="2065962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anose="020B0604020202020204" pitchFamily="34" charset="0"/>
              <a:buChar char="•"/>
              <a:defRPr kumimoji="1" sz="26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400" kern="120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•"/>
              <a:defRPr kumimoji="1" sz="22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»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Approximately </a:t>
            </a:r>
            <a:r>
              <a:rPr lang="en-US" sz="1400" dirty="0">
                <a:solidFill>
                  <a:schemeClr val="accent1"/>
                </a:solidFill>
                <a:latin typeface="Aptos" panose="020B0004020202020204" pitchFamily="34" charset="0"/>
              </a:rPr>
              <a:t>10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items in categories one and two*</a:t>
            </a:r>
          </a:p>
        </p:txBody>
      </p:sp>
      <p:sp>
        <p:nvSpPr>
          <p:cNvPr id="37" name="スライド番号プレースホルダ 5">
            <a:extLst>
              <a:ext uri="{FF2B5EF4-FFF2-40B4-BE49-F238E27FC236}">
                <a16:creationId xmlns:a16="http://schemas.microsoft.com/office/drawing/2014/main" id="{856EB9B3-1D13-5E12-9EAF-37278CE7B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71985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b="0" smtClean="0">
                <a:latin typeface="Aptos" panose="020B0004020202020204" pitchFamily="34" charset="0"/>
              </a:rPr>
              <a:pPr defTabSz="1218810"/>
              <a:t>28</a:t>
            </a:fld>
            <a:endParaRPr lang="ja-JP" altLang="en-US" b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1A598B-B3B3-2B4B-F6A4-3EA806540721}"/>
              </a:ext>
            </a:extLst>
          </p:cNvPr>
          <p:cNvSpPr/>
          <p:nvPr/>
        </p:nvSpPr>
        <p:spPr>
          <a:xfrm>
            <a:off x="3731757" y="3691006"/>
            <a:ext cx="17545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spc="10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OUR STATISTIC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FB8A12B-AFE6-3699-DFEC-44B93117B24B}"/>
              </a:ext>
            </a:extLst>
          </p:cNvPr>
          <p:cNvSpPr txBox="1">
            <a:spLocks/>
          </p:cNvSpPr>
          <p:nvPr/>
        </p:nvSpPr>
        <p:spPr>
          <a:xfrm>
            <a:off x="6272433" y="4910473"/>
            <a:ext cx="2666206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anose="020B0604020202020204" pitchFamily="34" charset="0"/>
              <a:buChar char="•"/>
              <a:defRPr kumimoji="1" sz="26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400" kern="120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•"/>
              <a:defRPr kumimoji="1" sz="22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»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6000" dirty="0">
                <a:solidFill>
                  <a:schemeClr val="accent1"/>
                </a:solidFill>
                <a:latin typeface="Aptos" panose="020B0004020202020204" pitchFamily="34" charset="0"/>
              </a:rPr>
              <a:t>100</a:t>
            </a:r>
            <a:endParaRPr kumimoji="1" lang="en-US" sz="600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0BA4F56-0702-EAA0-8FD4-56F3B804EA00}"/>
              </a:ext>
            </a:extLst>
          </p:cNvPr>
          <p:cNvSpPr txBox="1">
            <a:spLocks/>
          </p:cNvSpPr>
          <p:nvPr/>
        </p:nvSpPr>
        <p:spPr>
          <a:xfrm>
            <a:off x="6285858" y="4823517"/>
            <a:ext cx="263935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anose="020B0604020202020204" pitchFamily="34" charset="0"/>
              <a:buChar char="•"/>
              <a:defRPr kumimoji="1" sz="26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400" kern="120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•"/>
              <a:defRPr kumimoji="1" sz="22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»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200" spc="100" dirty="0">
                <a:solidFill>
                  <a:schemeClr val="tx1"/>
                </a:solidFill>
                <a:latin typeface="Aptos" panose="020B0004020202020204" pitchFamily="34" charset="0"/>
              </a:rPr>
              <a:t>OVER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985B5F-1F48-BB43-319D-7B5DBBD588E4}"/>
              </a:ext>
            </a:extLst>
          </p:cNvPr>
          <p:cNvSpPr/>
          <p:nvPr/>
        </p:nvSpPr>
        <p:spPr>
          <a:xfrm>
            <a:off x="6724815" y="3691006"/>
            <a:ext cx="17545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spc="10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OUR CATEGORY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00C79A-793B-1C9B-5C27-1CB30219EE8E}"/>
              </a:ext>
            </a:extLst>
          </p:cNvPr>
          <p:cNvSpPr/>
          <p:nvPr/>
        </p:nvSpPr>
        <p:spPr>
          <a:xfrm>
            <a:off x="9517018" y="3691006"/>
            <a:ext cx="20786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400" spc="10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ADDITIONAL INFO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D8C161-FB85-4116-1D8B-9BC32175DC0C}"/>
              </a:ext>
            </a:extLst>
          </p:cNvPr>
          <p:cNvSpPr txBox="1">
            <a:spLocks/>
          </p:cNvSpPr>
          <p:nvPr/>
        </p:nvSpPr>
        <p:spPr>
          <a:xfrm>
            <a:off x="686691" y="195058"/>
            <a:ext cx="9379060" cy="685801"/>
          </a:xfrm>
          <a:prstGeom prst="rect">
            <a:avLst/>
          </a:prstGeom>
        </p:spPr>
        <p:txBody>
          <a:bodyPr vert="horz" lIns="0" tIns="187200" rIns="0" bIns="0" rtlCol="0" anchor="t" anchorCtr="0">
            <a:noAutofit/>
          </a:bodyPr>
          <a:lstStyle>
            <a:lvl1pPr algn="l" defTabSz="91415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kumimoji="1" sz="2800" b="1" i="0" kern="120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US" dirty="0"/>
              <a:t>Example Use of Color Blocks to</a:t>
            </a:r>
            <a:br>
              <a:rPr lang="en-US" dirty="0"/>
            </a:br>
            <a:r>
              <a:rPr lang="en-US" dirty="0"/>
              <a:t>Present Multiple Data Points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5616584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78C3-3C6D-F791-2626-11631F9B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DA1642-ECF2-2CCE-4917-C542110EC2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6" b="10696"/>
          <a:stretch/>
        </p:blipFill>
        <p:spPr>
          <a:xfrm>
            <a:off x="9234528" y="1312949"/>
            <a:ext cx="2645674" cy="4976944"/>
          </a:xfrm>
          <a:prstGeom prst="roundRect">
            <a:avLst>
              <a:gd name="adj" fmla="val 648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8F370BA-449F-3FF2-47E1-446D913D538F}"/>
              </a:ext>
            </a:extLst>
          </p:cNvPr>
          <p:cNvSpPr txBox="1"/>
          <p:nvPr/>
        </p:nvSpPr>
        <p:spPr>
          <a:xfrm flipV="1">
            <a:off x="6271847" y="1302156"/>
            <a:ext cx="2645674" cy="4987737"/>
          </a:xfrm>
          <a:prstGeom prst="roundRect">
            <a:avLst>
              <a:gd name="adj" fmla="val 7780"/>
            </a:avLst>
          </a:prstGeom>
          <a:noFill/>
          <a:ln w="19050">
            <a:gradFill>
              <a:gsLst>
                <a:gs pos="0">
                  <a:schemeClr val="accent4"/>
                </a:gs>
                <a:gs pos="5300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</a:ln>
          <a:effectLst/>
        </p:spPr>
        <p:txBody>
          <a:bodyPr wrap="square" lIns="108000" tIns="0" rIns="0" bIns="0" rtlCol="0" anchor="ctr" anchorCtr="0">
            <a:noAutofit/>
          </a:bodyPr>
          <a:lstStyle/>
          <a:p>
            <a:pPr algn="ctr">
              <a:defRPr/>
            </a:pPr>
            <a:endParaRPr lang="en-US" sz="1400" b="1">
              <a:latin typeface="Aptos" panose="020B0004020202020204" pitchFamily="34" charset="0"/>
            </a:endParaRPr>
          </a:p>
        </p:txBody>
      </p:sp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6F7395E1-6410-DD77-64CB-F06E03D62B3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6F7395E1-6410-DD77-64CB-F06E03D62B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88BC4CD-BA6B-5B2B-3DC9-E20EFA5B0BB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" name="Title 3">
            <a:extLst>
              <a:ext uri="{FF2B5EF4-FFF2-40B4-BE49-F238E27FC236}">
                <a16:creationId xmlns:a16="http://schemas.microsoft.com/office/drawing/2014/main" id="{A9EB6150-DC34-EE8E-8C59-62A8DFE98D95}"/>
              </a:ext>
            </a:extLst>
          </p:cNvPr>
          <p:cNvSpPr txBox="1">
            <a:spLocks/>
          </p:cNvSpPr>
          <p:nvPr/>
        </p:nvSpPr>
        <p:spPr>
          <a:xfrm>
            <a:off x="686692" y="1302158"/>
            <a:ext cx="4904212" cy="41469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150" rtl="0" eaLnBrk="1" latinLnBrk="0" hangingPunct="1">
              <a:spcBef>
                <a:spcPct val="0"/>
              </a:spcBef>
              <a:buNone/>
              <a:defRPr kumimoji="1" sz="28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pPr>
              <a:lnSpc>
                <a:spcPts val="1800"/>
              </a:lnSpc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This heading text sets the context for the data. In the color blocks below, the text is kept to a minimum. This is especially important in cases where white text is used on a red background, to ensure visibility.</a:t>
            </a:r>
          </a:p>
          <a:p>
            <a:pPr>
              <a:lnSpc>
                <a:spcPts val="1800"/>
              </a:lnSpc>
            </a:pPr>
            <a:endParaRPr lang="en-US" sz="1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ts val="1800"/>
              </a:lnSpc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Lorem ipsum dolor sit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amet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consectetur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adipiscing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elit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Duis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scelerisque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libero sed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posuere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imperdiet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sapien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nibh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ullamcorper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justo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sit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amet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tristique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magna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purus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non est. Duis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turpis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libero,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suscipit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ac convallis at, vestibulum at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massa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Maecenas non mi vel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arcu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semper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pellentesque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Vestibulum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scelerisque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suscipit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leo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sit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amet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condimentum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lectus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aliquam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vitae.</a:t>
            </a:r>
          </a:p>
          <a:p>
            <a:pPr>
              <a:lnSpc>
                <a:spcPts val="1800"/>
              </a:lnSpc>
            </a:pPr>
            <a:endParaRPr lang="en-US" sz="1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ts val="1800"/>
              </a:lnSpc>
            </a:pP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Nullam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sollicitudin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vestibulum nisi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ut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rhoncus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Aenean at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felis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euismod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fermentum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nulla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a,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facilisis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lectus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Etiam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viverra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molestie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metus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id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consectetur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Suspendisse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a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nibh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magna. Mauris et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tincidunt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lacus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Suspendisse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potenti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Ut non porta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felis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37" name="スライド番号プレースホルダ 5">
            <a:extLst>
              <a:ext uri="{FF2B5EF4-FFF2-40B4-BE49-F238E27FC236}">
                <a16:creationId xmlns:a16="http://schemas.microsoft.com/office/drawing/2014/main" id="{90CCB9DB-9E52-92D2-E745-C934225B6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71985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b="0" smtClean="0">
                <a:latin typeface="Aptos" panose="020B0004020202020204" pitchFamily="34" charset="0"/>
              </a:rPr>
              <a:pPr defTabSz="1218810"/>
              <a:t>29</a:t>
            </a:fld>
            <a:endParaRPr lang="ja-JP" altLang="en-US" b="0">
              <a:latin typeface="Aptos" panose="020B0004020202020204" pitchFamily="34" charset="0"/>
            </a:endParaRP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6D2D70E1-DBD3-E034-8BD7-11A568DFB5BD}"/>
              </a:ext>
            </a:extLst>
          </p:cNvPr>
          <p:cNvSpPr txBox="1">
            <a:spLocks/>
          </p:cNvSpPr>
          <p:nvPr/>
        </p:nvSpPr>
        <p:spPr>
          <a:xfrm>
            <a:off x="6373818" y="1483771"/>
            <a:ext cx="2805870" cy="1446550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anose="020B0604020202020204" pitchFamily="34" charset="0"/>
              <a:buChar char="•"/>
              <a:defRPr kumimoji="1" sz="26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400" kern="120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•"/>
              <a:defRPr kumimoji="1" sz="22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»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8800" spc="-100" dirty="0">
                <a:gradFill>
                  <a:gsLst>
                    <a:gs pos="0">
                      <a:schemeClr val="accent4"/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latin typeface="Aptos" panose="020B0004020202020204" pitchFamily="34" charset="0"/>
              </a:rPr>
              <a:t>6</a:t>
            </a:r>
            <a:r>
              <a:rPr kumimoji="1" lang="en-US" sz="8800" u="none" strike="noStrike" kern="1200" cap="none" spc="-100" normalizeH="0" noProof="0" dirty="0">
                <a:ln>
                  <a:noFill/>
                </a:ln>
                <a:gradFill>
                  <a:gsLst>
                    <a:gs pos="0">
                      <a:schemeClr val="accent4"/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effectLst/>
                <a:uLnTx/>
                <a:uFillTx/>
                <a:latin typeface="Aptos" panose="020B0004020202020204" pitchFamily="34" charset="0"/>
              </a:rPr>
              <a:t>0</a:t>
            </a:r>
            <a:r>
              <a:rPr kumimoji="1" lang="en-US" sz="4400" u="none" strike="noStrike" kern="1200" cap="none" spc="-100" normalizeH="0" noProof="0" dirty="0">
                <a:ln>
                  <a:noFill/>
                </a:ln>
                <a:gradFill>
                  <a:gsLst>
                    <a:gs pos="0">
                      <a:schemeClr val="accent4"/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effectLst/>
                <a:uLnTx/>
                <a:uFillTx/>
                <a:latin typeface="Aptos" panose="020B0004020202020204" pitchFamily="34" charset="0"/>
              </a:rPr>
              <a:t>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465F5-FE42-8719-33EE-214684C3A854}"/>
              </a:ext>
            </a:extLst>
          </p:cNvPr>
          <p:cNvSpPr txBox="1"/>
          <p:nvPr/>
        </p:nvSpPr>
        <p:spPr>
          <a:xfrm>
            <a:off x="6256196" y="3395864"/>
            <a:ext cx="2645675" cy="1214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2200"/>
              </a:lnSpc>
              <a:spcBef>
                <a:spcPts val="0"/>
              </a:spcBef>
              <a:buNone/>
              <a:defRPr/>
            </a:pPr>
            <a:r>
              <a:rPr lang="en-US" sz="1600">
                <a:solidFill>
                  <a:schemeClr val="tx2"/>
                </a:solidFill>
                <a:latin typeface="Aptos" panose="020B0004020202020204" pitchFamily="34" charset="0"/>
              </a:rPr>
              <a:t>Approx. </a:t>
            </a:r>
            <a:r>
              <a:rPr lang="en-US" sz="1600" b="1">
                <a:solidFill>
                  <a:schemeClr val="tx2"/>
                </a:solidFill>
                <a:latin typeface="Aptos" panose="020B0004020202020204" pitchFamily="34" charset="0"/>
              </a:rPr>
              <a:t>60%</a:t>
            </a:r>
            <a:r>
              <a:rPr lang="en-US" sz="1600">
                <a:solidFill>
                  <a:schemeClr val="tx2"/>
                </a:solidFill>
                <a:latin typeface="Aptos" panose="020B0004020202020204" pitchFamily="34" charset="0"/>
              </a:rPr>
              <a:t> of the </a:t>
            </a:r>
          </a:p>
          <a:p>
            <a:pPr marL="0" lvl="0" indent="0" algn="ctr">
              <a:lnSpc>
                <a:spcPts val="2200"/>
              </a:lnSpc>
              <a:spcBef>
                <a:spcPts val="0"/>
              </a:spcBef>
              <a:buNone/>
              <a:defRPr/>
            </a:pPr>
            <a:r>
              <a:rPr lang="en-US" sz="1600">
                <a:solidFill>
                  <a:schemeClr val="tx2"/>
                </a:solidFill>
                <a:latin typeface="Aptos" panose="020B0004020202020204" pitchFamily="34" charset="0"/>
              </a:rPr>
              <a:t>category described here</a:t>
            </a:r>
          </a:p>
          <a:p>
            <a:pPr marL="0" lvl="0" indent="0" algn="ctr">
              <a:lnSpc>
                <a:spcPts val="2200"/>
              </a:lnSpc>
              <a:spcBef>
                <a:spcPts val="0"/>
              </a:spcBef>
              <a:buNone/>
              <a:defRPr/>
            </a:pPr>
            <a:r>
              <a:rPr lang="en-US" sz="1600">
                <a:solidFill>
                  <a:schemeClr val="tx2"/>
                </a:solidFill>
                <a:latin typeface="Aptos" panose="020B0004020202020204" pitchFamily="34" charset="0"/>
              </a:rPr>
              <a:t>is the message we wish</a:t>
            </a:r>
            <a:br>
              <a:rPr lang="en-US" sz="1600">
                <a:solidFill>
                  <a:schemeClr val="tx2"/>
                </a:solidFill>
                <a:latin typeface="Aptos" panose="020B0004020202020204" pitchFamily="34" charset="0"/>
              </a:rPr>
            </a:br>
            <a:r>
              <a:rPr lang="en-US" sz="1600">
                <a:solidFill>
                  <a:schemeClr val="tx2"/>
                </a:solidFill>
                <a:latin typeface="Aptos" panose="020B0004020202020204" pitchFamily="34" charset="0"/>
              </a:rPr>
              <a:t>to communicate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2FB39C-D6A4-DBE6-633E-C05CB8C0F5EA}"/>
              </a:ext>
            </a:extLst>
          </p:cNvPr>
          <p:cNvCxnSpPr>
            <a:cxnSpLocks/>
          </p:cNvCxnSpPr>
          <p:nvPr/>
        </p:nvCxnSpPr>
        <p:spPr>
          <a:xfrm>
            <a:off x="7293427" y="3037199"/>
            <a:ext cx="5225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0EB957E-A31F-2DCE-565A-E080270646BF}"/>
              </a:ext>
            </a:extLst>
          </p:cNvPr>
          <p:cNvSpPr txBox="1">
            <a:spLocks/>
          </p:cNvSpPr>
          <p:nvPr/>
        </p:nvSpPr>
        <p:spPr>
          <a:xfrm>
            <a:off x="9352149" y="1483771"/>
            <a:ext cx="2805870" cy="1446550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anose="020B0604020202020204" pitchFamily="34" charset="0"/>
              <a:buChar char="•"/>
              <a:defRPr kumimoji="1" sz="26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400" kern="120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•"/>
              <a:defRPr kumimoji="1" sz="22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»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8800" spc="-100" dirty="0">
                <a:solidFill>
                  <a:schemeClr val="bg1"/>
                </a:solidFill>
                <a:latin typeface="Aptos" panose="020B0004020202020204" pitchFamily="34" charset="0"/>
              </a:rPr>
              <a:t>70</a:t>
            </a:r>
            <a:r>
              <a:rPr kumimoji="1" lang="en-US" sz="4400" u="none" strike="noStrike" kern="120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</a:rPr>
              <a:t>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F2F8F2-3616-3FF6-F179-F24A4DB57623}"/>
              </a:ext>
            </a:extLst>
          </p:cNvPr>
          <p:cNvSpPr txBox="1"/>
          <p:nvPr/>
        </p:nvSpPr>
        <p:spPr>
          <a:xfrm>
            <a:off x="9234527" y="3395864"/>
            <a:ext cx="2645675" cy="925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2200"/>
              </a:lnSpc>
              <a:spcBef>
                <a:spcPts val="0"/>
              </a:spcBef>
              <a:buNone/>
              <a:defRPr/>
            </a:pPr>
            <a:r>
              <a:rPr lang="en-US" sz="1600">
                <a:solidFill>
                  <a:schemeClr val="bg1"/>
                </a:solidFill>
                <a:latin typeface="Aptos" panose="020B0004020202020204" pitchFamily="34" charset="0"/>
              </a:rPr>
              <a:t>Another statistic that</a:t>
            </a:r>
            <a:br>
              <a:rPr lang="en-US" sz="160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1600">
                <a:solidFill>
                  <a:schemeClr val="bg1"/>
                </a:solidFill>
                <a:latin typeface="Aptos" panose="020B0004020202020204" pitchFamily="34" charset="0"/>
              </a:rPr>
              <a:t>shows approx. </a:t>
            </a:r>
            <a:r>
              <a:rPr lang="en-US" sz="1600" b="1">
                <a:solidFill>
                  <a:schemeClr val="bg1"/>
                </a:solidFill>
                <a:latin typeface="Aptos" panose="020B0004020202020204" pitchFamily="34" charset="0"/>
              </a:rPr>
              <a:t>70%</a:t>
            </a:r>
            <a:r>
              <a:rPr lang="en-US" sz="1600">
                <a:solidFill>
                  <a:schemeClr val="bg1"/>
                </a:solidFill>
                <a:latin typeface="Aptos" panose="020B0004020202020204" pitchFamily="34" charset="0"/>
              </a:rPr>
              <a:t> of the </a:t>
            </a:r>
          </a:p>
          <a:p>
            <a:pPr marL="0" lvl="0" indent="0" algn="ctr">
              <a:lnSpc>
                <a:spcPts val="2200"/>
              </a:lnSpc>
              <a:spcBef>
                <a:spcPts val="0"/>
              </a:spcBef>
              <a:buNone/>
              <a:defRPr/>
            </a:pPr>
            <a:r>
              <a:rPr lang="en-US" sz="1600">
                <a:solidFill>
                  <a:schemeClr val="bg1"/>
                </a:solidFill>
                <a:latin typeface="Aptos" panose="020B0004020202020204" pitchFamily="34" charset="0"/>
              </a:rPr>
              <a:t>category described here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966E128-6C8A-8F1C-CACE-05B76CD6D576}"/>
              </a:ext>
            </a:extLst>
          </p:cNvPr>
          <p:cNvCxnSpPr>
            <a:cxnSpLocks/>
          </p:cNvCxnSpPr>
          <p:nvPr/>
        </p:nvCxnSpPr>
        <p:spPr>
          <a:xfrm>
            <a:off x="10271758" y="3037199"/>
            <a:ext cx="52251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3">
            <a:extLst>
              <a:ext uri="{FF2B5EF4-FFF2-40B4-BE49-F238E27FC236}">
                <a16:creationId xmlns:a16="http://schemas.microsoft.com/office/drawing/2014/main" id="{7131E45E-50E6-1F0F-CFA6-5371C233297C}"/>
              </a:ext>
            </a:extLst>
          </p:cNvPr>
          <p:cNvSpPr txBox="1">
            <a:spLocks/>
          </p:cNvSpPr>
          <p:nvPr/>
        </p:nvSpPr>
        <p:spPr>
          <a:xfrm>
            <a:off x="686691" y="195058"/>
            <a:ext cx="9379060" cy="685801"/>
          </a:xfrm>
          <a:prstGeom prst="rect">
            <a:avLst/>
          </a:prstGeom>
        </p:spPr>
        <p:txBody>
          <a:bodyPr vert="horz" lIns="0" tIns="187200" rIns="0" bIns="0" rtlCol="0" anchor="t" anchorCtr="0">
            <a:noAutofit/>
          </a:bodyPr>
          <a:lstStyle>
            <a:lvl1pPr algn="l" defTabSz="91415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kumimoji="1" sz="2800" b="1" i="0" kern="120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US" dirty="0"/>
              <a:t>Example Use of Color Blocks to</a:t>
            </a:r>
            <a:br>
              <a:rPr lang="en-US" dirty="0"/>
            </a:br>
            <a:r>
              <a:rPr lang="en-US" dirty="0"/>
              <a:t>Present Multiple Data Points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892650045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87FE3-D3E2-5B4E-006E-AC89BF44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65CBEB4E-0AB7-7364-7943-85F06D0493B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65CBEB4E-0AB7-7364-7943-85F06D0493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02FFE01-FAA3-3000-7B9D-43EE0415223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" name="Title 3">
            <a:extLst>
              <a:ext uri="{FF2B5EF4-FFF2-40B4-BE49-F238E27FC236}">
                <a16:creationId xmlns:a16="http://schemas.microsoft.com/office/drawing/2014/main" id="{B9E0FE10-7835-789F-6BEE-AADF25D60E49}"/>
              </a:ext>
            </a:extLst>
          </p:cNvPr>
          <p:cNvSpPr txBox="1">
            <a:spLocks/>
          </p:cNvSpPr>
          <p:nvPr/>
        </p:nvSpPr>
        <p:spPr>
          <a:xfrm>
            <a:off x="686691" y="1302158"/>
            <a:ext cx="5409309" cy="18387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150" rtl="0" eaLnBrk="1" latinLnBrk="0" hangingPunct="1">
              <a:spcBef>
                <a:spcPct val="0"/>
              </a:spcBef>
              <a:buNone/>
              <a:defRPr kumimoji="1" sz="28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pPr>
              <a:lnSpc>
                <a:spcPts val="1800"/>
              </a:lnSpc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This heading text sets the context for the data. In the color blocks below, the text is kept to a minimum. This is especially important in cases where white text is used on a red background, to ensure visibility.</a:t>
            </a:r>
          </a:p>
          <a:p>
            <a:pPr>
              <a:lnSpc>
                <a:spcPts val="1800"/>
              </a:lnSpc>
            </a:pPr>
            <a:endParaRPr lang="en-US" sz="1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ts val="1800"/>
              </a:lnSpc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Lorem ipsum dolor sit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amet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consectetur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adipiscing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elit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Duis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scelerisque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libero sed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posuere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imperdiet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sapien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nibh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ullamcorper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justo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sit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amet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tristique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magna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purus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non est. </a:t>
            </a:r>
          </a:p>
        </p:txBody>
      </p:sp>
      <p:sp>
        <p:nvSpPr>
          <p:cNvPr id="37" name="スライド番号プレースホルダ 5">
            <a:extLst>
              <a:ext uri="{FF2B5EF4-FFF2-40B4-BE49-F238E27FC236}">
                <a16:creationId xmlns:a16="http://schemas.microsoft.com/office/drawing/2014/main" id="{F51ADC2B-C8E7-B101-FED9-C8B6D5B9D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71985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b="0" smtClean="0">
                <a:latin typeface="Aptos" panose="020B0004020202020204" pitchFamily="34" charset="0"/>
              </a:rPr>
              <a:pPr defTabSz="1218810"/>
              <a:t>30</a:t>
            </a:fld>
            <a:endParaRPr lang="ja-JP" altLang="en-US" b="0">
              <a:latin typeface="Aptos" panose="020B0004020202020204" pitchFamily="34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CCBD73D-D40A-E792-5FDA-163484FBF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5778107"/>
              </p:ext>
            </p:extLst>
          </p:nvPr>
        </p:nvGraphicFramePr>
        <p:xfrm>
          <a:off x="6642100" y="1302158"/>
          <a:ext cx="5238750" cy="4704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8B0C014-535C-4AC1-CC2D-5C4F394CF1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6" b="10696"/>
          <a:stretch/>
        </p:blipFill>
        <p:spPr>
          <a:xfrm>
            <a:off x="584347" y="3595618"/>
            <a:ext cx="2587295" cy="2271781"/>
          </a:xfrm>
          <a:prstGeom prst="roundRect">
            <a:avLst>
              <a:gd name="adj" fmla="val 621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1047F6-2B31-63A9-BE8F-708C15DCA1F8}"/>
              </a:ext>
            </a:extLst>
          </p:cNvPr>
          <p:cNvSpPr txBox="1">
            <a:spLocks/>
          </p:cNvSpPr>
          <p:nvPr/>
        </p:nvSpPr>
        <p:spPr>
          <a:xfrm>
            <a:off x="311150" y="3578331"/>
            <a:ext cx="2805870" cy="1446550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anose="020B0604020202020204" pitchFamily="34" charset="0"/>
              <a:buChar char="•"/>
              <a:defRPr kumimoji="1" sz="26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400" kern="120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•"/>
              <a:defRPr kumimoji="1" sz="22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»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8800" spc="-100" dirty="0">
                <a:solidFill>
                  <a:schemeClr val="bg1"/>
                </a:solidFill>
                <a:latin typeface="Aptos" panose="020B0004020202020204" pitchFamily="34" charset="0"/>
              </a:rPr>
              <a:t>6</a:t>
            </a:r>
            <a:r>
              <a:rPr kumimoji="1" lang="en-US" sz="8800" u="none" strike="noStrike" kern="120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</a:rPr>
              <a:t>0</a:t>
            </a:r>
            <a:r>
              <a:rPr kumimoji="1" lang="en-US" sz="4400" u="none" strike="noStrike" kern="120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</a:rPr>
              <a:t>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2B3AED-85B3-DAE5-2546-8C5E8510D655}"/>
              </a:ext>
            </a:extLst>
          </p:cNvPr>
          <p:cNvSpPr txBox="1"/>
          <p:nvPr/>
        </p:nvSpPr>
        <p:spPr>
          <a:xfrm>
            <a:off x="744542" y="4849735"/>
            <a:ext cx="2372478" cy="773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ts val="1800"/>
              </a:lnSpc>
              <a:spcBef>
                <a:spcPts val="0"/>
              </a:spcBef>
              <a:buNone/>
              <a:defRPr/>
            </a:pPr>
            <a:r>
              <a:rPr lang="en-US" sz="1300">
                <a:solidFill>
                  <a:schemeClr val="bg1"/>
                </a:solidFill>
                <a:latin typeface="Aptos" panose="020B0004020202020204" pitchFamily="34" charset="0"/>
              </a:rPr>
              <a:t>Approx. </a:t>
            </a:r>
            <a:r>
              <a:rPr lang="en-US" sz="1300" b="1">
                <a:solidFill>
                  <a:schemeClr val="bg1"/>
                </a:solidFill>
                <a:latin typeface="Aptos" panose="020B0004020202020204" pitchFamily="34" charset="0"/>
              </a:rPr>
              <a:t>60%</a:t>
            </a:r>
            <a:r>
              <a:rPr lang="en-US" sz="1300">
                <a:solidFill>
                  <a:schemeClr val="bg1"/>
                </a:solidFill>
                <a:latin typeface="Aptos" panose="020B0004020202020204" pitchFamily="34" charset="0"/>
              </a:rPr>
              <a:t> of the  category described here is the message we wish to communicate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8F7DB85-C556-5266-8240-B14956356A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6" b="10696"/>
          <a:stretch/>
        </p:blipFill>
        <p:spPr>
          <a:xfrm>
            <a:off x="3505347" y="3595618"/>
            <a:ext cx="2587295" cy="2271781"/>
          </a:xfrm>
          <a:prstGeom prst="roundRect">
            <a:avLst>
              <a:gd name="adj" fmla="val 621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5226D1B-F9A4-5480-3159-2ED1B5D64A8F}"/>
              </a:ext>
            </a:extLst>
          </p:cNvPr>
          <p:cNvSpPr txBox="1">
            <a:spLocks/>
          </p:cNvSpPr>
          <p:nvPr/>
        </p:nvSpPr>
        <p:spPr>
          <a:xfrm>
            <a:off x="3232150" y="3578331"/>
            <a:ext cx="2805870" cy="1446550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anose="020B0604020202020204" pitchFamily="34" charset="0"/>
              <a:buChar char="•"/>
              <a:defRPr kumimoji="1" sz="26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400" kern="120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•"/>
              <a:defRPr kumimoji="1" sz="22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»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8800" spc="-100" dirty="0">
                <a:solidFill>
                  <a:schemeClr val="bg1"/>
                </a:solidFill>
                <a:latin typeface="Aptos" panose="020B0004020202020204" pitchFamily="34" charset="0"/>
              </a:rPr>
              <a:t>7</a:t>
            </a:r>
            <a:r>
              <a:rPr kumimoji="1" lang="en-US" sz="8800" u="none" strike="noStrike" kern="120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</a:rPr>
              <a:t>0</a:t>
            </a:r>
            <a:r>
              <a:rPr kumimoji="1" lang="en-US" sz="4400" u="none" strike="noStrike" kern="1200" cap="none" spc="-1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</a:rPr>
              <a:t>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2DF6DC-0E55-9CC6-CF40-40C94DBCDF09}"/>
              </a:ext>
            </a:extLst>
          </p:cNvPr>
          <p:cNvSpPr txBox="1"/>
          <p:nvPr/>
        </p:nvSpPr>
        <p:spPr>
          <a:xfrm>
            <a:off x="3665542" y="4849735"/>
            <a:ext cx="2372478" cy="1004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ts val="1800"/>
              </a:lnSpc>
              <a:spcBef>
                <a:spcPts val="0"/>
              </a:spcBef>
              <a:buNone/>
              <a:defRPr/>
            </a:pPr>
            <a:r>
              <a:rPr lang="en-US" sz="1300">
                <a:solidFill>
                  <a:schemeClr val="bg1"/>
                </a:solidFill>
                <a:latin typeface="Aptos" panose="020B0004020202020204" pitchFamily="34" charset="0"/>
              </a:rPr>
              <a:t>Another statistic that</a:t>
            </a:r>
            <a:br>
              <a:rPr lang="en-US" sz="130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1300">
                <a:solidFill>
                  <a:schemeClr val="bg1"/>
                </a:solidFill>
                <a:latin typeface="Aptos" panose="020B0004020202020204" pitchFamily="34" charset="0"/>
              </a:rPr>
              <a:t>shows approx. </a:t>
            </a:r>
            <a:r>
              <a:rPr lang="en-US" sz="1300" b="1">
                <a:solidFill>
                  <a:schemeClr val="bg1"/>
                </a:solidFill>
                <a:latin typeface="Aptos" panose="020B0004020202020204" pitchFamily="34" charset="0"/>
              </a:rPr>
              <a:t>70% </a:t>
            </a:r>
            <a:r>
              <a:rPr lang="en-US" sz="1300">
                <a:solidFill>
                  <a:schemeClr val="bg1"/>
                </a:solidFill>
                <a:latin typeface="Aptos" panose="020B0004020202020204" pitchFamily="34" charset="0"/>
              </a:rPr>
              <a:t>of the </a:t>
            </a:r>
          </a:p>
          <a:p>
            <a:pPr marL="0" lvl="0" indent="0">
              <a:lnSpc>
                <a:spcPts val="1800"/>
              </a:lnSpc>
              <a:spcBef>
                <a:spcPts val="0"/>
              </a:spcBef>
              <a:buNone/>
              <a:defRPr/>
            </a:pPr>
            <a:r>
              <a:rPr lang="en-US" sz="1300">
                <a:solidFill>
                  <a:schemeClr val="bg1"/>
                </a:solidFill>
                <a:latin typeface="Aptos" panose="020B0004020202020204" pitchFamily="34" charset="0"/>
              </a:rPr>
              <a:t>category described here</a:t>
            </a:r>
          </a:p>
          <a:p>
            <a:pPr marL="0" lvl="0" indent="0">
              <a:lnSpc>
                <a:spcPts val="1800"/>
              </a:lnSpc>
              <a:spcBef>
                <a:spcPts val="0"/>
              </a:spcBef>
              <a:buNone/>
              <a:defRPr/>
            </a:pPr>
            <a:endParaRPr lang="en-US" sz="13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0" name="Title 3">
            <a:extLst>
              <a:ext uri="{FF2B5EF4-FFF2-40B4-BE49-F238E27FC236}">
                <a16:creationId xmlns:a16="http://schemas.microsoft.com/office/drawing/2014/main" id="{483F643E-F346-8308-C164-027E8411B302}"/>
              </a:ext>
            </a:extLst>
          </p:cNvPr>
          <p:cNvSpPr txBox="1">
            <a:spLocks/>
          </p:cNvSpPr>
          <p:nvPr/>
        </p:nvSpPr>
        <p:spPr>
          <a:xfrm>
            <a:off x="686691" y="195058"/>
            <a:ext cx="9379060" cy="685801"/>
          </a:xfrm>
          <a:prstGeom prst="rect">
            <a:avLst/>
          </a:prstGeom>
        </p:spPr>
        <p:txBody>
          <a:bodyPr vert="horz" lIns="0" tIns="187200" rIns="0" bIns="0" rtlCol="0" anchor="t" anchorCtr="0">
            <a:noAutofit/>
          </a:bodyPr>
          <a:lstStyle>
            <a:lvl1pPr algn="l" defTabSz="91415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kumimoji="1" sz="2800" b="1" i="0" kern="120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US" dirty="0"/>
              <a:t>Example Use of Color Blocks to</a:t>
            </a:r>
            <a:br>
              <a:rPr lang="en-US" dirty="0"/>
            </a:br>
            <a:r>
              <a:rPr lang="en-US" dirty="0"/>
              <a:t>Present Multiple Data Points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208112109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25D5D-C2B3-494C-91FC-5659BBEA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1275C7B5-9DCA-15FE-9CD8-6EF7C6068A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6" b="10696"/>
          <a:stretch/>
        </p:blipFill>
        <p:spPr>
          <a:xfrm>
            <a:off x="6096000" y="1302158"/>
            <a:ext cx="5784202" cy="4987737"/>
          </a:xfrm>
          <a:prstGeom prst="roundRect">
            <a:avLst>
              <a:gd name="adj" fmla="val 621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CAA466-18A3-19AC-C105-D9AFC6AA228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1545" b="11815"/>
          <a:stretch>
            <a:fillRect/>
          </a:stretch>
        </p:blipFill>
        <p:spPr>
          <a:xfrm>
            <a:off x="6096000" y="1302158"/>
            <a:ext cx="5784850" cy="4987737"/>
          </a:xfrm>
          <a:prstGeom prst="roundRect">
            <a:avLst>
              <a:gd name="adj" fmla="val 6211"/>
            </a:avLst>
          </a:prstGeom>
          <a:noFill/>
          <a:ln>
            <a:noFill/>
          </a:ln>
          <a:effectLst/>
        </p:spPr>
      </p:pic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00F8621E-56FE-246D-BDD6-C5E489F4A4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7" imgH="348" progId="TCLayout.ActiveDocument.1">
                  <p:embed/>
                </p:oleObj>
              </mc:Choice>
              <mc:Fallback>
                <p:oleObj name="think-cell Slide" r:id="rId7" imgW="347" imgH="348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00F8621E-56FE-246D-BDD6-C5E489F4A4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B59B0F-148D-F5D3-2FB6-873F9ABA6DB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" name="Title 3">
            <a:extLst>
              <a:ext uri="{FF2B5EF4-FFF2-40B4-BE49-F238E27FC236}">
                <a16:creationId xmlns:a16="http://schemas.microsoft.com/office/drawing/2014/main" id="{CF79F1A6-C7C8-CC6F-6FA4-6AC5C258D918}"/>
              </a:ext>
            </a:extLst>
          </p:cNvPr>
          <p:cNvSpPr txBox="1">
            <a:spLocks/>
          </p:cNvSpPr>
          <p:nvPr/>
        </p:nvSpPr>
        <p:spPr>
          <a:xfrm>
            <a:off x="686691" y="1302158"/>
            <a:ext cx="5074029" cy="391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150" rtl="0" eaLnBrk="1" latinLnBrk="0" hangingPunct="1">
              <a:spcBef>
                <a:spcPct val="0"/>
              </a:spcBef>
              <a:buNone/>
              <a:defRPr kumimoji="1" sz="28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pPr>
              <a:lnSpc>
                <a:spcPts val="1800"/>
              </a:lnSpc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This is an example of a text block paired with a pattern and gradient background. When placing text over these elements, please ensure there is adequate contrast for legibility. For maximum readability, avoid placing white text over Heron Blue.</a:t>
            </a:r>
          </a:p>
          <a:p>
            <a:pPr>
              <a:lnSpc>
                <a:spcPts val="1800"/>
              </a:lnSpc>
            </a:pPr>
            <a:endParaRPr lang="en-US" sz="1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ts val="1800"/>
              </a:lnSpc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Lorem ipsum dolor sit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amet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consectetur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adipiscing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elit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Duis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scelerisque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libero sed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posuere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imperdiet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sapien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nibh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ullamcorper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justo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sit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amet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tristique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magna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purus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non est. Duis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turpis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libero,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suscipit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ac convallis at, vestibulum at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massa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Maecenas non mi vel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arcu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semper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pellentesque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Vestibulum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scelerisque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suscipit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leo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sit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amet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condimentum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lectus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aliquam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vitae.</a:t>
            </a:r>
          </a:p>
          <a:p>
            <a:pPr>
              <a:lnSpc>
                <a:spcPts val="1800"/>
              </a:lnSpc>
            </a:pPr>
            <a:endParaRPr lang="en-US" sz="1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ts val="1800"/>
              </a:lnSpc>
            </a:pP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Nullam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sollicitudin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vestibulum nisi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ut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rhoncus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Aenean at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felis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euismod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, fermentum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nulla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a,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facilisis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lectus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Etiam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viverra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molestie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metus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id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consectetur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Suspendisse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a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nibh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magna. Mauris et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tincidunt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lacus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Suspendisse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potenti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 Ut non porta </a:t>
            </a:r>
            <a:r>
              <a:rPr lang="en-US" sz="1400" dirty="0" err="1">
                <a:solidFill>
                  <a:schemeClr val="tx1"/>
                </a:solidFill>
                <a:latin typeface="Aptos" panose="020B0004020202020204" pitchFamily="34" charset="0"/>
              </a:rPr>
              <a:t>felis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37" name="スライド番号プレースホルダ 5">
            <a:extLst>
              <a:ext uri="{FF2B5EF4-FFF2-40B4-BE49-F238E27FC236}">
                <a16:creationId xmlns:a16="http://schemas.microsoft.com/office/drawing/2014/main" id="{1D96123A-3BD0-9F22-6ED0-87C7C34FE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71985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b="0" smtClean="0">
                <a:latin typeface="Aptos" panose="020B0004020202020204" pitchFamily="34" charset="0"/>
              </a:rPr>
              <a:pPr defTabSz="1218810"/>
              <a:t>31</a:t>
            </a:fld>
            <a:endParaRPr lang="ja-JP" altLang="en-US" b="0">
              <a:latin typeface="Aptos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653EF2-3668-77B9-BE49-A735B5F32E19}"/>
              </a:ext>
            </a:extLst>
          </p:cNvPr>
          <p:cNvSpPr txBox="1">
            <a:spLocks/>
          </p:cNvSpPr>
          <p:nvPr/>
        </p:nvSpPr>
        <p:spPr>
          <a:xfrm>
            <a:off x="686690" y="195058"/>
            <a:ext cx="9747491" cy="685801"/>
          </a:xfrm>
          <a:prstGeom prst="rect">
            <a:avLst/>
          </a:prstGeom>
        </p:spPr>
        <p:txBody>
          <a:bodyPr vert="horz" lIns="0" tIns="190800" rIns="0" bIns="0" rtlCol="0" anchor="t" anchorCtr="0">
            <a:noAutofit/>
          </a:bodyPr>
          <a:lstStyle>
            <a:lvl1pPr algn="l" defTabSz="914150" rtl="0" eaLnBrk="1" latinLnBrk="0" hangingPunct="1">
              <a:lnSpc>
                <a:spcPts val="2800"/>
              </a:lnSpc>
              <a:spcBef>
                <a:spcPct val="0"/>
              </a:spcBef>
              <a:buNone/>
              <a:defRPr kumimoji="1" sz="2800" b="1" i="0" kern="1200" baseline="0">
                <a:solidFill>
                  <a:schemeClr val="tx1"/>
                </a:solidFill>
                <a:latin typeface="Aptos" panose="020B000402020202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US" dirty="0"/>
              <a:t>Example Use of Patterns Paired with a Gradient Background</a:t>
            </a:r>
            <a:endParaRPr lang="en-JP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C52B6E8-87C1-3A21-9A45-A202B034ADAF}"/>
              </a:ext>
            </a:extLst>
          </p:cNvPr>
          <p:cNvSpPr txBox="1">
            <a:spLocks/>
          </p:cNvSpPr>
          <p:nvPr/>
        </p:nvSpPr>
        <p:spPr>
          <a:xfrm>
            <a:off x="6370987" y="1891945"/>
            <a:ext cx="2805870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anose="020B0604020202020204" pitchFamily="34" charset="0"/>
              <a:buChar char="•"/>
              <a:defRPr kumimoji="1" sz="26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400" kern="120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•"/>
              <a:defRPr kumimoji="1" sz="22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–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Char char="»"/>
              <a:defRPr kumimoji="1" sz="20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0" spc="-100" dirty="0">
                <a:solidFill>
                  <a:schemeClr val="bg1"/>
                </a:solidFill>
                <a:latin typeface="Aptos" panose="020B0004020202020204" pitchFamily="34" charset="0"/>
              </a:rPr>
              <a:t>1781</a:t>
            </a:r>
            <a:endParaRPr kumimoji="1" lang="en-US" sz="10000" u="none" strike="noStrike" kern="1200" cap="none" spc="-1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B0DAE6-98EC-518F-B664-53FE82A8C8A5}"/>
              </a:ext>
            </a:extLst>
          </p:cNvPr>
          <p:cNvSpPr txBox="1"/>
          <p:nvPr/>
        </p:nvSpPr>
        <p:spPr>
          <a:xfrm>
            <a:off x="6451085" y="1711543"/>
            <a:ext cx="2645675" cy="2684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lvl="0" indent="0">
              <a:lnSpc>
                <a:spcPts val="2200"/>
              </a:lnSpc>
              <a:spcBef>
                <a:spcPts val="0"/>
              </a:spcBef>
              <a:buNone/>
              <a:defRPr/>
            </a:pPr>
            <a:r>
              <a:rPr lang="en-US" sz="1600" b="1" spc="100">
                <a:solidFill>
                  <a:schemeClr val="bg1"/>
                </a:solidFill>
                <a:latin typeface="Aptos" panose="020B0004020202020204" pitchFamily="34" charset="0"/>
              </a:rPr>
              <a:t>SINCE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B541CE5-C029-9606-02B0-728299172859}"/>
              </a:ext>
            </a:extLst>
          </p:cNvPr>
          <p:cNvSpPr txBox="1">
            <a:spLocks/>
          </p:cNvSpPr>
          <p:nvPr/>
        </p:nvSpPr>
        <p:spPr>
          <a:xfrm>
            <a:off x="6451086" y="3422540"/>
            <a:ext cx="3983096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150" rtl="0" eaLnBrk="1" latinLnBrk="0" hangingPunct="1">
              <a:spcBef>
                <a:spcPct val="0"/>
              </a:spcBef>
              <a:buNone/>
              <a:defRPr kumimoji="1" sz="28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pPr>
              <a:lnSpc>
                <a:spcPts val="1800"/>
              </a:lnSpc>
            </a:pPr>
            <a:r>
              <a:rPr lang="en-US" sz="1600" spc="100" dirty="0">
                <a:solidFill>
                  <a:schemeClr val="bg1"/>
                </a:solidFill>
                <a:latin typeface="Aptos" panose="020B0004020202020204" pitchFamily="34" charset="0"/>
              </a:rPr>
              <a:t>OUR HERITAGE, OUR FUTURE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429949-9904-C0C9-4279-7CEEBB33E3CE}"/>
              </a:ext>
            </a:extLst>
          </p:cNvPr>
          <p:cNvSpPr txBox="1"/>
          <p:nvPr/>
        </p:nvSpPr>
        <p:spPr>
          <a:xfrm>
            <a:off x="6451085" y="3935046"/>
            <a:ext cx="3743239" cy="18387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Lorem ipsum dolor sit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amet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consectetur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adipiscing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elit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. Duis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scelerisque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, libero sed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posuere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imperdiet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sapien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nibh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ullamcorper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justo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, sit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amet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tristique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magna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purus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non est. Duis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turpis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libero,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suscipit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ac convallis at, vestibulum at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massa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. Maecenas non mi vel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arcu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semper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pellentesque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. Vestibulum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scelerisque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suscipit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leo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, sit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amet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condimentum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ptos" panose="020B0004020202020204" pitchFamily="34" charset="0"/>
              </a:rPr>
              <a:t>lectus</a:t>
            </a: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6219883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AF03376B-F0DC-4E45-A052-7BB7F2CF94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AF03376B-F0DC-4E45-A052-7BB7F2CF94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0B2A641-EE1A-4353-B663-913BBED2AB4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" name="Title 3">
            <a:extLst>
              <a:ext uri="{FF2B5EF4-FFF2-40B4-BE49-F238E27FC236}">
                <a16:creationId xmlns:a16="http://schemas.microsoft.com/office/drawing/2014/main" id="{8109A740-BC76-6447-9BA6-362E759D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90" y="195058"/>
            <a:ext cx="9379060" cy="685801"/>
          </a:xfrm>
        </p:spPr>
        <p:txBody>
          <a:bodyPr>
            <a:normAutofit/>
          </a:bodyPr>
          <a:lstStyle/>
          <a:p>
            <a:r>
              <a:rPr lang="en-JP" b="1" dirty="0"/>
              <a:t>Example Use of Thin-Lined Icons with a Main Image</a:t>
            </a:r>
          </a:p>
        </p:txBody>
      </p:sp>
      <p:sp>
        <p:nvSpPr>
          <p:cNvPr id="25" name="正方形/長方形 56">
            <a:extLst>
              <a:ext uri="{FF2B5EF4-FFF2-40B4-BE49-F238E27FC236}">
                <a16:creationId xmlns:a16="http://schemas.microsoft.com/office/drawing/2014/main" id="{EAEEABEF-D364-0648-9568-DFF5D47A408F}"/>
              </a:ext>
            </a:extLst>
          </p:cNvPr>
          <p:cNvSpPr/>
          <p:nvPr/>
        </p:nvSpPr>
        <p:spPr bwMode="auto">
          <a:xfrm>
            <a:off x="684765" y="6194507"/>
            <a:ext cx="3824666" cy="36933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3296" tIns="108000" rIns="93296" bIns="108000" anchor="ctr" anchorCtr="0">
            <a:no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344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  <a:ea typeface="メイリオ" panose="020B0604030504040204" pitchFamily="34" charset="-128"/>
                <a:cs typeface="Calibri" panose="020F0502020204030204" pitchFamily="34" charset="0"/>
              </a:rPr>
              <a:t>LEARN MORE ABOUT THIS CONTENT ON </a:t>
            </a:r>
            <a:r>
              <a:rPr kumimoji="1" lang="en-US" altLang="ja-JP" sz="1000" u="none" strike="noStrike" kern="1200" cap="none" spc="1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0B0004020202020204" pitchFamily="34" charset="0"/>
                <a:ea typeface="メイリオ" panose="020B0604030504040204" pitchFamily="34" charset="-128"/>
                <a:cs typeface="Calibri" panose="020F0502020204030204" pitchFamily="34" charset="0"/>
              </a:rPr>
              <a:t>TAKEDA.COM</a:t>
            </a: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B43ACB6C-2A63-AE4A-B564-15C32A11C1D6}"/>
              </a:ext>
            </a:extLst>
          </p:cNvPr>
          <p:cNvSpPr txBox="1">
            <a:spLocks/>
          </p:cNvSpPr>
          <p:nvPr/>
        </p:nvSpPr>
        <p:spPr>
          <a:xfrm>
            <a:off x="686690" y="1307664"/>
            <a:ext cx="5294373" cy="451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150" rtl="0" eaLnBrk="1" latinLnBrk="0" hangingPunct="1">
              <a:spcBef>
                <a:spcPct val="0"/>
              </a:spcBef>
              <a:buNone/>
              <a:defRPr kumimoji="1" sz="2800" kern="1200" baseline="0">
                <a:solidFill>
                  <a:schemeClr val="accent2"/>
                </a:solidFill>
                <a:latin typeface="Calibri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pPr>
              <a:lnSpc>
                <a:spcPts val="1800"/>
              </a:lnSpc>
            </a:pP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This text provides the context for the content below.</a:t>
            </a:r>
            <a:b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The icons used consist of thin lines in Takeda’s corporate colors.</a:t>
            </a:r>
          </a:p>
        </p:txBody>
      </p:sp>
      <p:sp>
        <p:nvSpPr>
          <p:cNvPr id="30" name="正方形/長方形 1">
            <a:extLst>
              <a:ext uri="{FF2B5EF4-FFF2-40B4-BE49-F238E27FC236}">
                <a16:creationId xmlns:a16="http://schemas.microsoft.com/office/drawing/2014/main" id="{EF95A9AD-BDE6-1949-ADD7-51678725CA00}"/>
              </a:ext>
            </a:extLst>
          </p:cNvPr>
          <p:cNvSpPr/>
          <p:nvPr/>
        </p:nvSpPr>
        <p:spPr>
          <a:xfrm flipV="1">
            <a:off x="686689" y="4109848"/>
            <a:ext cx="6230099" cy="1814200"/>
          </a:xfrm>
          <a:prstGeom prst="roundRect">
            <a:avLst>
              <a:gd name="adj" fmla="val 13167"/>
            </a:avLst>
          </a:prstGeom>
          <a:solidFill>
            <a:schemeClr val="accent6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78C08A-4CFB-124E-8858-DDB8B96D9955}"/>
              </a:ext>
            </a:extLst>
          </p:cNvPr>
          <p:cNvSpPr txBox="1"/>
          <p:nvPr/>
        </p:nvSpPr>
        <p:spPr>
          <a:xfrm>
            <a:off x="510325" y="3418547"/>
            <a:ext cx="1586729" cy="677234"/>
          </a:xfrm>
          <a:prstGeom prst="round1Rect">
            <a:avLst/>
          </a:prstGeom>
          <a:noFill/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defRPr/>
            </a:pPr>
            <a:r>
              <a:rPr kumimoji="1" lang="en-US" sz="1200" spc="100" dirty="0">
                <a:latin typeface="Aptos" panose="020B0004020202020204" pitchFamily="34" charset="0"/>
                <a:cs typeface="Calibri" panose="020F0502020204030204" pitchFamily="34" charset="0"/>
              </a:rPr>
              <a:t>CATEGORY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31B882-0525-AC40-8F6C-0183B4CE3D3D}"/>
              </a:ext>
            </a:extLst>
          </p:cNvPr>
          <p:cNvSpPr txBox="1"/>
          <p:nvPr/>
        </p:nvSpPr>
        <p:spPr>
          <a:xfrm>
            <a:off x="2077788" y="3412008"/>
            <a:ext cx="1586729" cy="677234"/>
          </a:xfrm>
          <a:prstGeom prst="round1Rect">
            <a:avLst/>
          </a:prstGeom>
          <a:noFill/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defRPr/>
            </a:pPr>
            <a:r>
              <a:rPr kumimoji="1" lang="en-US" sz="1200" spc="100" dirty="0">
                <a:latin typeface="Aptos" panose="020B0004020202020204" pitchFamily="34" charset="0"/>
                <a:cs typeface="Calibri" panose="020F0502020204030204" pitchFamily="34" charset="0"/>
              </a:rPr>
              <a:t>CATEGORY 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32BC35-4AF3-5249-811D-AAA402EE3424}"/>
              </a:ext>
            </a:extLst>
          </p:cNvPr>
          <p:cNvSpPr txBox="1"/>
          <p:nvPr/>
        </p:nvSpPr>
        <p:spPr>
          <a:xfrm>
            <a:off x="3742492" y="3406373"/>
            <a:ext cx="1586729" cy="677234"/>
          </a:xfrm>
          <a:prstGeom prst="round1Rect">
            <a:avLst/>
          </a:prstGeom>
          <a:noFill/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defRPr/>
            </a:pPr>
            <a:r>
              <a:rPr kumimoji="1" lang="en-US" sz="1200" spc="100" dirty="0">
                <a:latin typeface="Aptos" panose="020B0004020202020204" pitchFamily="34" charset="0"/>
                <a:cs typeface="Calibri" panose="020F0502020204030204" pitchFamily="34" charset="0"/>
              </a:rPr>
              <a:t>CATEGORY 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454B3C-E28C-1C47-8364-8B92BC401C0E}"/>
              </a:ext>
            </a:extLst>
          </p:cNvPr>
          <p:cNvSpPr txBox="1"/>
          <p:nvPr/>
        </p:nvSpPr>
        <p:spPr>
          <a:xfrm>
            <a:off x="5267755" y="3418104"/>
            <a:ext cx="1586729" cy="677234"/>
          </a:xfrm>
          <a:prstGeom prst="round1Rect">
            <a:avLst/>
          </a:prstGeom>
          <a:noFill/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defRPr/>
            </a:pPr>
            <a:r>
              <a:rPr kumimoji="1" lang="en-US" sz="1200" spc="100" dirty="0">
                <a:latin typeface="Aptos" panose="020B0004020202020204" pitchFamily="34" charset="0"/>
                <a:cs typeface="Calibri" panose="020F0502020204030204" pitchFamily="34" charset="0"/>
              </a:rPr>
              <a:t>CATEGORY 4</a:t>
            </a:r>
          </a:p>
        </p:txBody>
      </p:sp>
      <p:sp>
        <p:nvSpPr>
          <p:cNvPr id="40" name="TextBox 25">
            <a:extLst>
              <a:ext uri="{FF2B5EF4-FFF2-40B4-BE49-F238E27FC236}">
                <a16:creationId xmlns:a16="http://schemas.microsoft.com/office/drawing/2014/main" id="{7BA9AB7F-020A-6A43-8EE6-C9F2E32E7BB8}"/>
              </a:ext>
            </a:extLst>
          </p:cNvPr>
          <p:cNvSpPr txBox="1"/>
          <p:nvPr/>
        </p:nvSpPr>
        <p:spPr>
          <a:xfrm>
            <a:off x="686690" y="2019635"/>
            <a:ext cx="6167794" cy="276999"/>
          </a:xfrm>
          <a:prstGeom prst="round1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Heading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770E32-2392-A042-B76E-195C2D25462F}"/>
              </a:ext>
            </a:extLst>
          </p:cNvPr>
          <p:cNvSpPr txBox="1"/>
          <p:nvPr/>
        </p:nvSpPr>
        <p:spPr>
          <a:xfrm>
            <a:off x="1774041" y="5116006"/>
            <a:ext cx="1586729" cy="677234"/>
          </a:xfrm>
          <a:prstGeom prst="round1Rect">
            <a:avLst/>
          </a:prstGeom>
          <a:noFill/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defRPr/>
            </a:pPr>
            <a:r>
              <a:rPr kumimoji="1" lang="en-US" sz="1200" spc="100" dirty="0">
                <a:latin typeface="Aptos" panose="020B0004020202020204" pitchFamily="34" charset="0"/>
                <a:cs typeface="Calibri" panose="020F0502020204030204" pitchFamily="34" charset="0"/>
              </a:rPr>
              <a:t>CATEGORY 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6B8DFB-F18A-004F-9F2F-C80F6035BC35}"/>
              </a:ext>
            </a:extLst>
          </p:cNvPr>
          <p:cNvSpPr txBox="1"/>
          <p:nvPr/>
        </p:nvSpPr>
        <p:spPr>
          <a:xfrm>
            <a:off x="4122842" y="5110371"/>
            <a:ext cx="1586729" cy="677234"/>
          </a:xfrm>
          <a:prstGeom prst="round1Rect">
            <a:avLst/>
          </a:prstGeom>
          <a:noFill/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defRPr/>
            </a:pPr>
            <a:r>
              <a:rPr kumimoji="1" lang="en-US" sz="1200" spc="100" dirty="0">
                <a:latin typeface="Aptos" panose="020B0004020202020204" pitchFamily="34" charset="0"/>
                <a:cs typeface="Calibri" panose="020F0502020204030204" pitchFamily="34" charset="0"/>
              </a:rPr>
              <a:t>CATEGORY 6</a:t>
            </a:r>
          </a:p>
        </p:txBody>
      </p:sp>
      <p:pic>
        <p:nvPicPr>
          <p:cNvPr id="47" name="Picture 46" descr="Icon&#10;&#10;Description automatically generated">
            <a:extLst>
              <a:ext uri="{FF2B5EF4-FFF2-40B4-BE49-F238E27FC236}">
                <a16:creationId xmlns:a16="http://schemas.microsoft.com/office/drawing/2014/main" id="{92E22138-3026-BC45-B7D6-81E3623376F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536" y="2556363"/>
            <a:ext cx="806990" cy="806990"/>
          </a:xfrm>
          <a:prstGeom prst="rect">
            <a:avLst/>
          </a:prstGeom>
        </p:spPr>
      </p:pic>
      <p:pic>
        <p:nvPicPr>
          <p:cNvPr id="49" name="Picture 48" descr="Icon&#10;&#10;Description automatically generated">
            <a:extLst>
              <a:ext uri="{FF2B5EF4-FFF2-40B4-BE49-F238E27FC236}">
                <a16:creationId xmlns:a16="http://schemas.microsoft.com/office/drawing/2014/main" id="{0058608C-7C14-614D-9D07-7EF04632861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3265" y="2582430"/>
            <a:ext cx="808972" cy="808972"/>
          </a:xfrm>
          <a:prstGeom prst="rect">
            <a:avLst/>
          </a:prstGeom>
        </p:spPr>
      </p:pic>
      <p:pic>
        <p:nvPicPr>
          <p:cNvPr id="52" name="Picture 51" descr="Icon&#10;&#10;Description automatically generated">
            <a:extLst>
              <a:ext uri="{FF2B5EF4-FFF2-40B4-BE49-F238E27FC236}">
                <a16:creationId xmlns:a16="http://schemas.microsoft.com/office/drawing/2014/main" id="{7654F637-00E0-EB4C-8162-28A9F53F4752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6708" y="2705655"/>
            <a:ext cx="645447" cy="645447"/>
          </a:xfrm>
          <a:prstGeom prst="rect">
            <a:avLst/>
          </a:prstGeom>
        </p:spPr>
      </p:pic>
      <p:pic>
        <p:nvPicPr>
          <p:cNvPr id="54" name="Picture 53" descr="Icon&#10;&#10;Description automatically generated">
            <a:extLst>
              <a:ext uri="{FF2B5EF4-FFF2-40B4-BE49-F238E27FC236}">
                <a16:creationId xmlns:a16="http://schemas.microsoft.com/office/drawing/2014/main" id="{C13D9483-E3C8-7846-A717-99024EF7DEFF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3446" y="2596537"/>
            <a:ext cx="831947" cy="831947"/>
          </a:xfrm>
          <a:prstGeom prst="rect">
            <a:avLst/>
          </a:prstGeom>
        </p:spPr>
      </p:pic>
      <p:pic>
        <p:nvPicPr>
          <p:cNvPr id="55" name="Picture 54" descr="Icon&#10;&#10;Description automatically generated">
            <a:extLst>
              <a:ext uri="{FF2B5EF4-FFF2-40B4-BE49-F238E27FC236}">
                <a16:creationId xmlns:a16="http://schemas.microsoft.com/office/drawing/2014/main" id="{AF81ADD3-1FEA-C744-898F-A3ABF8B840B3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0360" y="4381961"/>
            <a:ext cx="751692" cy="751692"/>
          </a:xfrm>
          <a:prstGeom prst="rect">
            <a:avLst/>
          </a:prstGeom>
        </p:spPr>
      </p:pic>
      <p:pic>
        <p:nvPicPr>
          <p:cNvPr id="57" name="Picture 56" descr="Icon&#10;&#10;Description automatically generated">
            <a:extLst>
              <a:ext uri="{FF2B5EF4-FFF2-40B4-BE49-F238E27FC236}">
                <a16:creationId xmlns:a16="http://schemas.microsoft.com/office/drawing/2014/main" id="{1448D08A-4104-4B4C-8EBA-A2620B9A0C07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0199" y="4381961"/>
            <a:ext cx="726427" cy="726427"/>
          </a:xfrm>
          <a:prstGeom prst="rect">
            <a:avLst/>
          </a:prstGeom>
        </p:spPr>
      </p:pic>
      <p:sp>
        <p:nvSpPr>
          <p:cNvPr id="10" name="Round Same Side Corner Rectangle 9">
            <a:extLst>
              <a:ext uri="{FF2B5EF4-FFF2-40B4-BE49-F238E27FC236}">
                <a16:creationId xmlns:a16="http://schemas.microsoft.com/office/drawing/2014/main" id="{B686BCC1-F443-3261-5EE7-8B45D76B5645}"/>
              </a:ext>
            </a:extLst>
          </p:cNvPr>
          <p:cNvSpPr/>
          <p:nvPr/>
        </p:nvSpPr>
        <p:spPr>
          <a:xfrm rot="16200000">
            <a:off x="7476231" y="1643837"/>
            <a:ext cx="5050800" cy="4380743"/>
          </a:xfrm>
          <a:prstGeom prst="round2SameRect">
            <a:avLst>
              <a:gd name="adj1" fmla="val 6698"/>
              <a:gd name="adj2" fmla="val 0"/>
            </a:avLst>
          </a:prstGeom>
          <a:blipFill dpi="0" rotWithShape="0">
            <a:blip r:embed="rId13"/>
            <a:srcRect/>
            <a:stretch>
              <a:fillRect l="-11378" t="-13281" r="-84997" b="-1"/>
            </a:stretch>
          </a:blip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endParaRPr kumimoji="1"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721359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9D618F0-5887-E743-3DF0-E727100DF1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JP" b="1" dirty="0">
                <a:latin typeface="+mn-lt"/>
              </a:rPr>
              <a:t>Reference Materials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53C26-44D0-2D50-6D91-3D8785C563B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sz="3200" dirty="0">
                <a:latin typeface="+mn-lt"/>
              </a:rPr>
              <a:t>Appendix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314C06-B06E-1B20-A0D5-5A419175101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b="1" dirty="0"/>
              <a:t>A.</a:t>
            </a:r>
          </a:p>
        </p:txBody>
      </p:sp>
    </p:spTree>
    <p:extLst>
      <p:ext uri="{BB962C8B-B14F-4D97-AF65-F5344CB8AC3E}">
        <p14:creationId xmlns:p14="http://schemas.microsoft.com/office/powerpoint/2010/main" val="2896078292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Placeholder 18">
            <a:extLst>
              <a:ext uri="{FF2B5EF4-FFF2-40B4-BE49-F238E27FC236}">
                <a16:creationId xmlns:a16="http://schemas.microsoft.com/office/drawing/2014/main" id="{C742B727-7D69-7346-8E89-A6357ED3764B}"/>
              </a:ext>
            </a:extLst>
          </p:cNvPr>
          <p:cNvSpPr txBox="1">
            <a:spLocks/>
          </p:cNvSpPr>
          <p:nvPr/>
        </p:nvSpPr>
        <p:spPr>
          <a:xfrm>
            <a:off x="686690" y="1300177"/>
            <a:ext cx="4044336" cy="2407795"/>
          </a:xfrm>
          <a:prstGeom prst="rect">
            <a:avLst/>
          </a:prstGeom>
        </p:spPr>
        <p:txBody>
          <a:bodyPr vert="horz" lIns="0" tIns="0" rIns="0" bIns="0" numCol="1" spcCol="126000" rtlCol="0">
            <a:noAutofit/>
          </a:bodyPr>
          <a:lstStyle>
            <a:lvl1pPr marL="0" indent="0" algn="l" defTabSz="914150" rtl="0" eaLnBrk="1" latinLnBrk="0" hangingPunct="1">
              <a:lnSpc>
                <a:spcPts val="2200"/>
              </a:lnSpc>
              <a:spcBef>
                <a:spcPts val="0"/>
              </a:spcBef>
              <a:buClr>
                <a:srgbClr val="4C4948"/>
              </a:buClr>
              <a:buFont typeface="Arial" panose="020B0604020202020204" pitchFamily="34" charset="0"/>
              <a:buNone/>
              <a:defRPr kumimoji="1" sz="1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b="0" dirty="0">
                <a:latin typeface="Aptos" panose="020B0004020202020204" pitchFamily="34" charset="0"/>
              </a:rPr>
              <a:t>Takeda’s color palette is the default theme. It can be found by clicking on any color picker and is the top row.</a:t>
            </a:r>
          </a:p>
          <a:p>
            <a:pPr>
              <a:lnSpc>
                <a:spcPct val="100000"/>
              </a:lnSpc>
            </a:pPr>
            <a:endParaRPr lang="en-US" b="0" dirty="0"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b="0" dirty="0">
                <a:latin typeface="Aptos" panose="020B0004020202020204" pitchFamily="34" charset="0"/>
              </a:rPr>
              <a:t>Try to avoid using additional colors for text and color blocks. However, in situations when a chart requires more colors than are contained in the theme, three additional tints may be used.</a:t>
            </a:r>
          </a:p>
          <a:p>
            <a:pPr>
              <a:lnSpc>
                <a:spcPct val="100000"/>
              </a:lnSpc>
            </a:pPr>
            <a:endParaRPr lang="en-US" b="0" dirty="0"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b="0" dirty="0">
                <a:latin typeface="Aptos" panose="020B0004020202020204" pitchFamily="34" charset="0"/>
              </a:rPr>
              <a:t>When using tints, please copy the colors from the samples on the right.</a:t>
            </a:r>
          </a:p>
          <a:p>
            <a:pPr>
              <a:lnSpc>
                <a:spcPct val="100000"/>
              </a:lnSpc>
            </a:pPr>
            <a:endParaRPr lang="en-US" b="0" dirty="0">
              <a:latin typeface="Aptos" panose="020B0004020202020204" pitchFamily="34" charset="0"/>
            </a:endParaRP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9DCD29E7-3C3C-55A3-BC55-B39B6DFF7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 dirty="0">
                <a:solidFill>
                  <a:schemeClr val="accent1"/>
                </a:solidFill>
                <a:latin typeface="Aptos" panose="020B0004020202020204" pitchFamily="34" charset="0"/>
              </a:rPr>
              <a:t>TAKEDA </a:t>
            </a:r>
            <a:r>
              <a:rPr lang="en-JP" dirty="0">
                <a:latin typeface="Aptos" panose="020B0004020202020204" pitchFamily="34" charset="0"/>
              </a:rPr>
              <a:t>| POWERPOINT TEMPLATE</a:t>
            </a:r>
          </a:p>
        </p:txBody>
      </p:sp>
      <p:sp>
        <p:nvSpPr>
          <p:cNvPr id="28" name="スライド番号プレースホルダ 5">
            <a:extLst>
              <a:ext uri="{FF2B5EF4-FFF2-40B4-BE49-F238E27FC236}">
                <a16:creationId xmlns:a16="http://schemas.microsoft.com/office/drawing/2014/main" id="{75EACD58-0482-9C47-9E17-9B99DAF76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71985" tIns="45710" rIns="0" bIns="45710" rtlCol="0" anchor="ctr"/>
          <a:lstStyle>
            <a:lvl1pPr algn="l">
              <a:defRPr sz="10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z="800" b="0" smtClean="0">
                <a:latin typeface="Aptos" panose="020B0004020202020204" pitchFamily="34" charset="0"/>
              </a:rPr>
              <a:pPr defTabSz="1218810"/>
              <a:t>34</a:t>
            </a:fld>
            <a:endParaRPr lang="ja-JP" altLang="en-US" sz="800" b="0">
              <a:latin typeface="Aptos" panose="020B0004020202020204" pitchFamily="34" charset="0"/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FCB48A68-B683-5017-012E-6D813ED3A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90" y="195058"/>
            <a:ext cx="9379060" cy="685801"/>
          </a:xfrm>
        </p:spPr>
        <p:txBody>
          <a:bodyPr/>
          <a:lstStyle/>
          <a:p>
            <a:r>
              <a:rPr lang="en-JP" b="1" dirty="0"/>
              <a:t>Color Palette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252DDAEF-4132-D94D-950F-BCBD3B02A14C}"/>
              </a:ext>
            </a:extLst>
          </p:cNvPr>
          <p:cNvSpPr txBox="1">
            <a:spLocks/>
          </p:cNvSpPr>
          <p:nvPr/>
        </p:nvSpPr>
        <p:spPr>
          <a:xfrm>
            <a:off x="5083572" y="1297934"/>
            <a:ext cx="3388185" cy="236971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2000" b="1" i="0" kern="1200" baseline="0">
                <a:solidFill>
                  <a:schemeClr val="accent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800" b="0" dirty="0">
                <a:latin typeface="Aptos" panose="020B0004020202020204" pitchFamily="34" charset="0"/>
              </a:rPr>
              <a:t>The Takeda Color Palette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FB9B065-B2ED-DFDE-FFB4-81B718E1CF48}"/>
              </a:ext>
            </a:extLst>
          </p:cNvPr>
          <p:cNvGrpSpPr/>
          <p:nvPr/>
        </p:nvGrpSpPr>
        <p:grpSpPr>
          <a:xfrm>
            <a:off x="5082501" y="1700459"/>
            <a:ext cx="6798348" cy="2666216"/>
            <a:chOff x="5444068" y="2027180"/>
            <a:chExt cx="6436781" cy="266621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76C313-472E-62A0-841C-5668B23A432A}"/>
                </a:ext>
              </a:extLst>
            </p:cNvPr>
            <p:cNvSpPr/>
            <p:nvPr/>
          </p:nvSpPr>
          <p:spPr>
            <a:xfrm>
              <a:off x="7582876" y="2893055"/>
              <a:ext cx="2164373" cy="910167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endParaRPr kumimoji="1" lang="en-JP" sz="1100">
                <a:latin typeface="Aptos" panose="020B00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49A011C-B8A5-0E4B-9015-26B6B9C728FD}"/>
                </a:ext>
              </a:extLst>
            </p:cNvPr>
            <p:cNvSpPr/>
            <p:nvPr/>
          </p:nvSpPr>
          <p:spPr>
            <a:xfrm>
              <a:off x="9716476" y="2027182"/>
              <a:ext cx="2164373" cy="868841"/>
            </a:xfrm>
            <a:prstGeom prst="rect">
              <a:avLst/>
            </a:prstGeom>
            <a:solidFill>
              <a:schemeClr val="accent3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endParaRPr kumimoji="1" lang="en-JP" sz="1100">
                <a:latin typeface="Aptos" panose="020B0004020202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3C10833-48A3-2F43-8B11-FB5FBA1D76B1}"/>
                </a:ext>
              </a:extLst>
            </p:cNvPr>
            <p:cNvSpPr/>
            <p:nvPr/>
          </p:nvSpPr>
          <p:spPr>
            <a:xfrm>
              <a:off x="7589662" y="2027180"/>
              <a:ext cx="2126814" cy="869207"/>
            </a:xfrm>
            <a:prstGeom prst="rect">
              <a:avLst/>
            </a:prstGeom>
            <a:solidFill>
              <a:schemeClr val="accent2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endParaRPr kumimoji="1" lang="en-JP" sz="1100">
                <a:latin typeface="Aptos" panose="020B00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593F8B9-2AC9-6344-A804-171AFB17E0D1}"/>
                </a:ext>
              </a:extLst>
            </p:cNvPr>
            <p:cNvSpPr/>
            <p:nvPr/>
          </p:nvSpPr>
          <p:spPr>
            <a:xfrm>
              <a:off x="5444069" y="2027180"/>
              <a:ext cx="2145593" cy="2665850"/>
            </a:xfrm>
            <a:prstGeom prst="rect">
              <a:avLst/>
            </a:prstGeom>
            <a:solidFill>
              <a:srgbClr val="E1242A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endParaRPr kumimoji="1" lang="en-JP" sz="1100">
                <a:latin typeface="Aptos" panose="020B0004020202020204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42475F7-31CE-844A-B0BD-2EF89CEFAC80}"/>
                </a:ext>
              </a:extLst>
            </p:cNvPr>
            <p:cNvSpPr/>
            <p:nvPr/>
          </p:nvSpPr>
          <p:spPr>
            <a:xfrm>
              <a:off x="7589662" y="3804779"/>
              <a:ext cx="2126814" cy="888617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endParaRPr kumimoji="1" lang="en-JP" sz="1100">
                <a:latin typeface="Aptos" panose="020B000402020202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C405AF-CB57-F543-9101-FCD76BD52D3C}"/>
                </a:ext>
              </a:extLst>
            </p:cNvPr>
            <p:cNvSpPr/>
            <p:nvPr/>
          </p:nvSpPr>
          <p:spPr>
            <a:xfrm>
              <a:off x="9716476" y="2893055"/>
              <a:ext cx="2164373" cy="910167"/>
            </a:xfrm>
            <a:prstGeom prst="rect">
              <a:avLst/>
            </a:prstGeom>
            <a:solidFill>
              <a:schemeClr val="accent4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endParaRPr kumimoji="1" lang="en-JP" sz="1100">
                <a:latin typeface="Aptos" panose="020B0004020202020204" pitchFamily="3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C300A0E-2892-9C48-B54D-74E616999C9A}"/>
                </a:ext>
              </a:extLst>
            </p:cNvPr>
            <p:cNvSpPr/>
            <p:nvPr/>
          </p:nvSpPr>
          <p:spPr>
            <a:xfrm>
              <a:off x="9716478" y="3804413"/>
              <a:ext cx="2164369" cy="885688"/>
            </a:xfrm>
            <a:prstGeom prst="rect">
              <a:avLst/>
            </a:prstGeom>
            <a:solidFill>
              <a:schemeClr val="accent6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lnSpc>
                  <a:spcPts val="1500"/>
                </a:lnSpc>
              </a:pPr>
              <a:endParaRPr kumimoji="1" lang="en-JP" sz="1100">
                <a:latin typeface="Aptos" panose="020B00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7A74BC-534A-834C-8396-F710DCD62096}"/>
                </a:ext>
              </a:extLst>
            </p:cNvPr>
            <p:cNvSpPr txBox="1"/>
            <p:nvPr/>
          </p:nvSpPr>
          <p:spPr>
            <a:xfrm>
              <a:off x="5444068" y="2069448"/>
              <a:ext cx="1652789" cy="66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JP" sz="11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Takeda Red</a:t>
              </a:r>
            </a:p>
            <a:p>
              <a:pPr>
                <a:lnSpc>
                  <a:spcPts val="1500"/>
                </a:lnSpc>
              </a:pPr>
              <a:r>
                <a:rPr lang="en-JP" sz="1100" dirty="0">
                  <a:solidFill>
                    <a:schemeClr val="bg1"/>
                  </a:solidFill>
                  <a:latin typeface="Aptos" panose="020B0004020202020204" pitchFamily="34" charset="0"/>
                </a:rPr>
                <a:t>HEX #E1242A</a:t>
              </a:r>
            </a:p>
            <a:p>
              <a:pPr>
                <a:lnSpc>
                  <a:spcPts val="1500"/>
                </a:lnSpc>
              </a:pPr>
              <a:r>
                <a:rPr lang="en-JP" sz="1100" dirty="0">
                  <a:solidFill>
                    <a:schemeClr val="bg1"/>
                  </a:solidFill>
                  <a:latin typeface="Aptos" panose="020B0004020202020204" pitchFamily="34" charset="0"/>
                </a:rPr>
                <a:t>RGB 225.36.42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CCDF6DE-6859-2E43-9B8B-6FFD25950F21}"/>
                </a:ext>
              </a:extLst>
            </p:cNvPr>
            <p:cNvSpPr txBox="1"/>
            <p:nvPr/>
          </p:nvSpPr>
          <p:spPr>
            <a:xfrm>
              <a:off x="7588571" y="2072700"/>
              <a:ext cx="1652789" cy="66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JP" sz="1100" b="1">
                  <a:solidFill>
                    <a:schemeClr val="bg1"/>
                  </a:solidFill>
                  <a:latin typeface="Aptos" panose="020B0004020202020204" pitchFamily="34" charset="0"/>
                </a:rPr>
                <a:t>Azuki Maroon</a:t>
              </a:r>
            </a:p>
            <a:p>
              <a:pPr>
                <a:lnSpc>
                  <a:spcPts val="1500"/>
                </a:lnSpc>
              </a:pPr>
              <a:r>
                <a:rPr lang="en-JP" sz="1100">
                  <a:solidFill>
                    <a:schemeClr val="bg1"/>
                  </a:solidFill>
                  <a:latin typeface="Aptos" panose="020B0004020202020204" pitchFamily="34" charset="0"/>
                </a:rPr>
                <a:t>HEX #891515</a:t>
              </a:r>
            </a:p>
            <a:p>
              <a:pPr>
                <a:lnSpc>
                  <a:spcPts val="1500"/>
                </a:lnSpc>
              </a:pPr>
              <a:r>
                <a:rPr lang="en-JP" sz="1100">
                  <a:solidFill>
                    <a:schemeClr val="bg1"/>
                  </a:solidFill>
                  <a:latin typeface="Aptos" panose="020B0004020202020204" pitchFamily="34" charset="0"/>
                </a:rPr>
                <a:t>RGB 137.21.21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3E3ECFC-4B65-874C-B9F0-862AF5ADAE54}"/>
                </a:ext>
              </a:extLst>
            </p:cNvPr>
            <p:cNvSpPr txBox="1"/>
            <p:nvPr/>
          </p:nvSpPr>
          <p:spPr>
            <a:xfrm>
              <a:off x="7588571" y="2953454"/>
              <a:ext cx="1652789" cy="66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JP" sz="1100" b="1">
                  <a:solidFill>
                    <a:schemeClr val="accent3"/>
                  </a:solidFill>
                  <a:latin typeface="Aptos" panose="020B0004020202020204" pitchFamily="34" charset="0"/>
                </a:rPr>
                <a:t>White</a:t>
              </a:r>
            </a:p>
            <a:p>
              <a:pPr>
                <a:lnSpc>
                  <a:spcPts val="1500"/>
                </a:lnSpc>
              </a:pPr>
              <a:r>
                <a:rPr lang="en-JP" sz="1100">
                  <a:solidFill>
                    <a:schemeClr val="accent3"/>
                  </a:solidFill>
                  <a:latin typeface="Aptos" panose="020B0004020202020204" pitchFamily="34" charset="0"/>
                </a:rPr>
                <a:t>HEX #FFFFFF</a:t>
              </a:r>
            </a:p>
            <a:p>
              <a:pPr>
                <a:lnSpc>
                  <a:spcPts val="1500"/>
                </a:lnSpc>
              </a:pPr>
              <a:r>
                <a:rPr lang="en-JP" sz="1100">
                  <a:solidFill>
                    <a:schemeClr val="accent3"/>
                  </a:solidFill>
                  <a:latin typeface="Aptos" panose="020B0004020202020204" pitchFamily="34" charset="0"/>
                </a:rPr>
                <a:t>RGB 255.255.255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D5CA89B-89AD-A84B-9BE2-23BAFC0DFA42}"/>
                </a:ext>
              </a:extLst>
            </p:cNvPr>
            <p:cNvSpPr txBox="1"/>
            <p:nvPr/>
          </p:nvSpPr>
          <p:spPr>
            <a:xfrm>
              <a:off x="7588571" y="3838069"/>
              <a:ext cx="1652789" cy="66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JP" sz="1100" b="1">
                  <a:solidFill>
                    <a:schemeClr val="bg1"/>
                  </a:solidFill>
                  <a:latin typeface="Aptos" panose="020B0004020202020204" pitchFamily="34" charset="0"/>
                </a:rPr>
                <a:t>Black</a:t>
              </a:r>
            </a:p>
            <a:p>
              <a:pPr>
                <a:lnSpc>
                  <a:spcPts val="1500"/>
                </a:lnSpc>
              </a:pPr>
              <a:r>
                <a:rPr lang="en-JP" sz="1100">
                  <a:solidFill>
                    <a:schemeClr val="bg1"/>
                  </a:solidFill>
                  <a:latin typeface="Aptos" panose="020B0004020202020204" pitchFamily="34" charset="0"/>
                </a:rPr>
                <a:t>HEX #000000</a:t>
              </a:r>
            </a:p>
            <a:p>
              <a:pPr>
                <a:lnSpc>
                  <a:spcPts val="1500"/>
                </a:lnSpc>
              </a:pPr>
              <a:r>
                <a:rPr lang="en-JP" sz="1100">
                  <a:solidFill>
                    <a:schemeClr val="bg1"/>
                  </a:solidFill>
                  <a:latin typeface="Aptos" panose="020B0004020202020204" pitchFamily="34" charset="0"/>
                </a:rPr>
                <a:t>RGB 0.0.0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DB35499-815C-7249-9185-3CA62A28CCCC}"/>
                </a:ext>
              </a:extLst>
            </p:cNvPr>
            <p:cNvSpPr txBox="1"/>
            <p:nvPr/>
          </p:nvSpPr>
          <p:spPr>
            <a:xfrm>
              <a:off x="9745067" y="2069448"/>
              <a:ext cx="1652789" cy="66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JP" sz="11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Dark Gray</a:t>
              </a:r>
            </a:p>
            <a:p>
              <a:pPr>
                <a:lnSpc>
                  <a:spcPts val="1500"/>
                </a:lnSpc>
              </a:pPr>
              <a:r>
                <a:rPr lang="en-JP" sz="1100" dirty="0">
                  <a:solidFill>
                    <a:schemeClr val="bg1"/>
                  </a:solidFill>
                  <a:latin typeface="Aptos" panose="020B0004020202020204" pitchFamily="34" charset="0"/>
                </a:rPr>
                <a:t>HEX #34373f</a:t>
              </a:r>
            </a:p>
            <a:p>
              <a:pPr>
                <a:lnSpc>
                  <a:spcPts val="1500"/>
                </a:lnSpc>
              </a:pPr>
              <a:r>
                <a:rPr lang="en-JP" sz="1100" dirty="0">
                  <a:solidFill>
                    <a:schemeClr val="bg1"/>
                  </a:solidFill>
                  <a:latin typeface="Aptos" panose="020B0004020202020204" pitchFamily="34" charset="0"/>
                </a:rPr>
                <a:t>RGB 52.55.63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4522A29-5062-CE4C-AB8A-0E3CF875A424}"/>
                </a:ext>
              </a:extLst>
            </p:cNvPr>
            <p:cNvSpPr txBox="1"/>
            <p:nvPr/>
          </p:nvSpPr>
          <p:spPr>
            <a:xfrm>
              <a:off x="9745067" y="2937485"/>
              <a:ext cx="1652789" cy="66037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JP" sz="1100" b="1">
                  <a:solidFill>
                    <a:schemeClr val="accent3"/>
                  </a:solidFill>
                  <a:latin typeface="Aptos" panose="020B0004020202020204" pitchFamily="34" charset="0"/>
                </a:rPr>
                <a:t>Heron Blue</a:t>
              </a:r>
            </a:p>
            <a:p>
              <a:pPr>
                <a:lnSpc>
                  <a:spcPts val="1500"/>
                </a:lnSpc>
              </a:pPr>
              <a:r>
                <a:rPr lang="en-JP" sz="1100">
                  <a:solidFill>
                    <a:schemeClr val="accent3"/>
                  </a:solidFill>
                  <a:latin typeface="Aptos"/>
                </a:rPr>
                <a:t>HEX </a:t>
              </a:r>
              <a:r>
                <a:rPr lang="en-US" sz="1100">
                  <a:solidFill>
                    <a:schemeClr val="accent3"/>
                  </a:solidFill>
                  <a:latin typeface="Aptos"/>
                </a:rPr>
                <a:t>#</a:t>
              </a:r>
              <a:r>
                <a:rPr lang="en-US" sz="1100">
                  <a:solidFill>
                    <a:schemeClr val="accent3"/>
                  </a:solidFill>
                  <a:ea typeface="+mn-lt"/>
                  <a:cs typeface="+mn-lt"/>
                </a:rPr>
                <a:t>a1b1c4</a:t>
              </a:r>
              <a:endParaRPr lang="en-JP" sz="1100">
                <a:solidFill>
                  <a:schemeClr val="accent3"/>
                </a:solidFill>
                <a:latin typeface="Aptos" panose="020B0004020202020204" pitchFamily="34" charset="0"/>
              </a:endParaRPr>
            </a:p>
            <a:p>
              <a:pPr>
                <a:lnSpc>
                  <a:spcPts val="1500"/>
                </a:lnSpc>
              </a:pPr>
              <a:r>
                <a:rPr lang="en-JP" sz="1100">
                  <a:solidFill>
                    <a:schemeClr val="accent3"/>
                  </a:solidFill>
                  <a:latin typeface="Aptos"/>
                </a:rPr>
                <a:t>RGB 161.177.196</a:t>
              </a:r>
              <a:endParaRPr lang="en-JP" sz="1100">
                <a:solidFill>
                  <a:schemeClr val="accent3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A263750-4CDC-F94E-AFBA-D9B3B817B4CC}"/>
                </a:ext>
              </a:extLst>
            </p:cNvPr>
            <p:cNvSpPr txBox="1"/>
            <p:nvPr/>
          </p:nvSpPr>
          <p:spPr>
            <a:xfrm>
              <a:off x="9745067" y="3846274"/>
              <a:ext cx="1652789" cy="66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JP" sz="1100" b="1">
                  <a:solidFill>
                    <a:schemeClr val="accent3"/>
                  </a:solidFill>
                  <a:latin typeface="Aptos" panose="020B0004020202020204" pitchFamily="34" charset="0"/>
                </a:rPr>
                <a:t>Light Gray</a:t>
              </a:r>
            </a:p>
            <a:p>
              <a:pPr>
                <a:lnSpc>
                  <a:spcPts val="1500"/>
                </a:lnSpc>
              </a:pPr>
              <a:r>
                <a:rPr lang="en-JP" sz="1100">
                  <a:solidFill>
                    <a:schemeClr val="accent3"/>
                  </a:solidFill>
                  <a:latin typeface="Aptos" panose="020B0004020202020204" pitchFamily="34" charset="0"/>
                </a:rPr>
                <a:t>HEX #EDF2F4</a:t>
              </a:r>
            </a:p>
            <a:p>
              <a:pPr>
                <a:lnSpc>
                  <a:spcPts val="1500"/>
                </a:lnSpc>
              </a:pPr>
              <a:r>
                <a:rPr lang="en-JP" sz="1100">
                  <a:solidFill>
                    <a:schemeClr val="accent3"/>
                  </a:solidFill>
                  <a:latin typeface="Aptos" panose="020B0004020202020204" pitchFamily="34" charset="0"/>
                </a:rPr>
                <a:t>RGB 237.242.244</a:t>
              </a:r>
            </a:p>
          </p:txBody>
        </p:sp>
      </p:grp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B594EBC-4C04-EA4D-9A34-D47F869005B2}"/>
              </a:ext>
            </a:extLst>
          </p:cNvPr>
          <p:cNvSpPr txBox="1">
            <a:spLocks/>
          </p:cNvSpPr>
          <p:nvPr/>
        </p:nvSpPr>
        <p:spPr>
          <a:xfrm>
            <a:off x="5082502" y="4647846"/>
            <a:ext cx="2026995" cy="1429492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2000" b="1" i="0" kern="1200" baseline="0">
                <a:solidFill>
                  <a:schemeClr val="accent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P" sz="1800" b="0" dirty="0">
                <a:latin typeface="Aptos" panose="020B0004020202020204" pitchFamily="34" charset="0"/>
              </a:rPr>
              <a:t>Tints</a:t>
            </a:r>
          </a:p>
          <a:p>
            <a:pPr>
              <a:lnSpc>
                <a:spcPts val="1600"/>
              </a:lnSpc>
            </a:pPr>
            <a:r>
              <a:rPr lang="en-US" sz="1200" b="0" dirty="0">
                <a:solidFill>
                  <a:schemeClr val="tx1"/>
                </a:solidFill>
                <a:latin typeface="Aptos" panose="020B0004020202020204" pitchFamily="34" charset="0"/>
              </a:rPr>
              <a:t>Four additional colors can be used when the primary palette alone does not provide enough colors for your design, such as in complex charts and graphs.</a:t>
            </a:r>
            <a:endParaRPr lang="en-JP" sz="1200" b="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8F5996A-12DB-E228-B8CA-CDAB89EF1E18}"/>
              </a:ext>
            </a:extLst>
          </p:cNvPr>
          <p:cNvGrpSpPr/>
          <p:nvPr/>
        </p:nvGrpSpPr>
        <p:grpSpPr>
          <a:xfrm>
            <a:off x="657097" y="4075162"/>
            <a:ext cx="4044336" cy="1917860"/>
            <a:chOff x="322059" y="4120992"/>
            <a:chExt cx="4190906" cy="198736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D729498-483F-2E4D-A468-BC35D629A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1" r="2201"/>
            <a:stretch/>
          </p:blipFill>
          <p:spPr>
            <a:xfrm>
              <a:off x="322059" y="4120992"/>
              <a:ext cx="4190906" cy="1987365"/>
            </a:xfrm>
            <a:prstGeom prst="rect">
              <a:avLst/>
            </a:prstGeom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79DFCC60-4655-9FE6-3A0A-86485C835B08}"/>
                </a:ext>
              </a:extLst>
            </p:cNvPr>
            <p:cNvSpPr/>
            <p:nvPr/>
          </p:nvSpPr>
          <p:spPr>
            <a:xfrm>
              <a:off x="458615" y="4216400"/>
              <a:ext cx="808213" cy="577360"/>
            </a:xfrm>
            <a:prstGeom prst="roundRect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/>
            <a:lstStyle/>
            <a:p>
              <a:pPr algn="ctr"/>
              <a:endParaRPr kumimoji="1" lang="en-JP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F901C3-85F2-11E4-CF1D-53763A61AF80}"/>
              </a:ext>
            </a:extLst>
          </p:cNvPr>
          <p:cNvGrpSpPr/>
          <p:nvPr/>
        </p:nvGrpSpPr>
        <p:grpSpPr>
          <a:xfrm>
            <a:off x="7321724" y="4931497"/>
            <a:ext cx="4510551" cy="1062261"/>
            <a:chOff x="7321724" y="4998530"/>
            <a:chExt cx="4510551" cy="106226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0D032F3-C45D-2946-BB44-0686D2AC0078}"/>
                </a:ext>
              </a:extLst>
            </p:cNvPr>
            <p:cNvSpPr/>
            <p:nvPr/>
          </p:nvSpPr>
          <p:spPr>
            <a:xfrm>
              <a:off x="8480352" y="4998531"/>
              <a:ext cx="1123139" cy="1062260"/>
            </a:xfrm>
            <a:prstGeom prst="rect">
              <a:avLst/>
            </a:prstGeom>
            <a:solidFill>
              <a:srgbClr val="F78C85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7EB4F0A-6E60-F448-9E9D-DD9B4C8F5F6C}"/>
                </a:ext>
              </a:extLst>
            </p:cNvPr>
            <p:cNvSpPr/>
            <p:nvPr/>
          </p:nvSpPr>
          <p:spPr>
            <a:xfrm>
              <a:off x="10709136" y="4998530"/>
              <a:ext cx="1123139" cy="1061525"/>
            </a:xfrm>
            <a:prstGeom prst="rect">
              <a:avLst/>
            </a:prstGeom>
            <a:solidFill>
              <a:srgbClr val="450A0A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7AAB3F7-3F41-204A-8DA1-8D655BA4AE6B}"/>
                </a:ext>
              </a:extLst>
            </p:cNvPr>
            <p:cNvSpPr/>
            <p:nvPr/>
          </p:nvSpPr>
          <p:spPr>
            <a:xfrm>
              <a:off x="9596322" y="4998530"/>
              <a:ext cx="1123139" cy="1061525"/>
            </a:xfrm>
            <a:prstGeom prst="rect">
              <a:avLst/>
            </a:prstGeom>
            <a:solidFill>
              <a:srgbClr val="BD120A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E562CE-21EC-574F-A7D3-56C1FBB5D090}"/>
                </a:ext>
              </a:extLst>
            </p:cNvPr>
            <p:cNvSpPr txBox="1"/>
            <p:nvPr/>
          </p:nvSpPr>
          <p:spPr>
            <a:xfrm>
              <a:off x="8451273" y="5000639"/>
              <a:ext cx="1203712" cy="656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JP" sz="1000" b="1" dirty="0">
                  <a:latin typeface="Aptos" panose="020B0004020202020204" pitchFamily="34" charset="0"/>
                </a:rPr>
                <a:t>Light Pink</a:t>
              </a:r>
            </a:p>
            <a:p>
              <a:pPr>
                <a:lnSpc>
                  <a:spcPts val="1500"/>
                </a:lnSpc>
              </a:pPr>
              <a:r>
                <a:rPr lang="en-JP" sz="1000" dirty="0">
                  <a:latin typeface="Aptos" panose="020B0004020202020204" pitchFamily="34" charset="0"/>
                </a:rPr>
                <a:t>HEX #</a:t>
              </a:r>
              <a:r>
                <a:rPr lang="en-US" sz="1000" dirty="0">
                  <a:latin typeface="Aptos" panose="020B0004020202020204" pitchFamily="34" charset="0"/>
                </a:rPr>
                <a:t>F78C85</a:t>
              </a:r>
            </a:p>
            <a:p>
              <a:pPr>
                <a:lnSpc>
                  <a:spcPts val="1500"/>
                </a:lnSpc>
              </a:pPr>
              <a:r>
                <a:rPr lang="en-US" sz="1000" dirty="0">
                  <a:latin typeface="Aptos" panose="020B0004020202020204" pitchFamily="34" charset="0"/>
                </a:rPr>
                <a:t>RGB: 247.140.133 </a:t>
              </a:r>
              <a:endParaRPr lang="en-JP" sz="1000" dirty="0">
                <a:latin typeface="Aptos" panose="020B00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0B7710D-FAB8-B849-A3E6-084F802879BB}"/>
                </a:ext>
              </a:extLst>
            </p:cNvPr>
            <p:cNvSpPr txBox="1"/>
            <p:nvPr/>
          </p:nvSpPr>
          <p:spPr>
            <a:xfrm>
              <a:off x="10688588" y="5000639"/>
              <a:ext cx="1130316" cy="66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sz="10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D</a:t>
              </a:r>
              <a:r>
                <a:rPr lang="en-JP" sz="10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ark Maroon</a:t>
              </a:r>
            </a:p>
            <a:p>
              <a:pPr>
                <a:lnSpc>
                  <a:spcPts val="1500"/>
                </a:lnSpc>
              </a:pPr>
              <a:r>
                <a:rPr lang="en-JP" sz="1000" dirty="0">
                  <a:solidFill>
                    <a:schemeClr val="bg1"/>
                  </a:solidFill>
                  <a:latin typeface="Aptos" panose="020B0004020202020204" pitchFamily="34" charset="0"/>
                </a:rPr>
                <a:t>HEX #</a:t>
              </a:r>
              <a:r>
                <a:rPr lang="en-US" sz="1000" dirty="0">
                  <a:solidFill>
                    <a:schemeClr val="bg1"/>
                  </a:solidFill>
                  <a:latin typeface="Aptos" panose="020B0004020202020204" pitchFamily="34" charset="0"/>
                </a:rPr>
                <a:t>450A0A</a:t>
              </a:r>
            </a:p>
            <a:p>
              <a:pPr>
                <a:lnSpc>
                  <a:spcPts val="15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Aptos" panose="020B0004020202020204" pitchFamily="34" charset="0"/>
                </a:rPr>
                <a:t>RGB 69.10.10</a:t>
              </a:r>
              <a:endParaRPr lang="en-JP" sz="10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A781A9A-25E4-D54C-BF61-0AD94973DA79}"/>
                </a:ext>
              </a:extLst>
            </p:cNvPr>
            <p:cNvSpPr txBox="1"/>
            <p:nvPr/>
          </p:nvSpPr>
          <p:spPr>
            <a:xfrm>
              <a:off x="9572619" y="5000639"/>
              <a:ext cx="1108794" cy="66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sz="10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D</a:t>
              </a:r>
              <a:r>
                <a:rPr lang="en-JP" sz="10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ark Red</a:t>
              </a:r>
            </a:p>
            <a:p>
              <a:pPr>
                <a:lnSpc>
                  <a:spcPts val="1500"/>
                </a:lnSpc>
              </a:pPr>
              <a:r>
                <a:rPr lang="en-JP" sz="1000" dirty="0">
                  <a:solidFill>
                    <a:schemeClr val="bg1"/>
                  </a:solidFill>
                  <a:latin typeface="Aptos" panose="020B0004020202020204" pitchFamily="34" charset="0"/>
                </a:rPr>
                <a:t>HEX #</a:t>
              </a:r>
              <a:r>
                <a:rPr lang="en-US" sz="1000" dirty="0">
                  <a:solidFill>
                    <a:schemeClr val="bg1"/>
                  </a:solidFill>
                  <a:latin typeface="Aptos" panose="020B0004020202020204" pitchFamily="34" charset="0"/>
                </a:rPr>
                <a:t>BD120A</a:t>
              </a:r>
            </a:p>
            <a:p>
              <a:pPr>
                <a:lnSpc>
                  <a:spcPts val="1500"/>
                </a:lnSpc>
              </a:pPr>
              <a:r>
                <a:rPr lang="en-US" sz="1000" dirty="0">
                  <a:solidFill>
                    <a:schemeClr val="bg1"/>
                  </a:solidFill>
                  <a:latin typeface="Aptos" panose="020B0004020202020204" pitchFamily="34" charset="0"/>
                </a:rPr>
                <a:t>RGB 189.18.10</a:t>
              </a:r>
              <a:endParaRPr lang="en-JP" sz="10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59D940B-7195-49D0-FD8B-CA17D29BAFEF}"/>
                </a:ext>
              </a:extLst>
            </p:cNvPr>
            <p:cNvGrpSpPr/>
            <p:nvPr/>
          </p:nvGrpSpPr>
          <p:grpSpPr>
            <a:xfrm>
              <a:off x="7321724" y="4998530"/>
              <a:ext cx="1226532" cy="1061525"/>
              <a:chOff x="7321724" y="4998530"/>
              <a:chExt cx="1226532" cy="106152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27B9AC-028E-B0F0-2F75-3E47F9A5D152}"/>
                  </a:ext>
                </a:extLst>
              </p:cNvPr>
              <p:cNvSpPr/>
              <p:nvPr/>
            </p:nvSpPr>
            <p:spPr>
              <a:xfrm>
                <a:off x="7355772" y="4998530"/>
                <a:ext cx="1123139" cy="1061525"/>
              </a:xfrm>
              <a:prstGeom prst="rect">
                <a:avLst/>
              </a:prstGeom>
              <a:solidFill>
                <a:srgbClr val="D1D8E0"/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en-JP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92760A-256D-604D-84F1-88355385F951}"/>
                  </a:ext>
                </a:extLst>
              </p:cNvPr>
              <p:cNvSpPr txBox="1"/>
              <p:nvPr/>
            </p:nvSpPr>
            <p:spPr>
              <a:xfrm>
                <a:off x="7321724" y="5000639"/>
                <a:ext cx="1226532" cy="656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500"/>
                  </a:lnSpc>
                </a:pPr>
                <a:r>
                  <a:rPr lang="en-US" sz="1000" b="1" dirty="0">
                    <a:latin typeface="Aptos" panose="020B0004020202020204" pitchFamily="34" charset="0"/>
                  </a:rPr>
                  <a:t>Light Heron Blue</a:t>
                </a:r>
                <a:endParaRPr lang="en-JP" sz="1000" b="1" dirty="0">
                  <a:latin typeface="Aptos" panose="020B0004020202020204" pitchFamily="34" charset="0"/>
                </a:endParaRPr>
              </a:p>
              <a:p>
                <a:pPr>
                  <a:lnSpc>
                    <a:spcPts val="1500"/>
                  </a:lnSpc>
                </a:pPr>
                <a:r>
                  <a:rPr lang="en-JP" sz="1000" dirty="0">
                    <a:latin typeface="Aptos" panose="020B0004020202020204" pitchFamily="34" charset="0"/>
                  </a:rPr>
                  <a:t>HEX #</a:t>
                </a:r>
                <a:r>
                  <a:rPr lang="en-US" sz="1000" dirty="0">
                    <a:latin typeface="Aptos" panose="020B0004020202020204" pitchFamily="34" charset="0"/>
                  </a:rPr>
                  <a:t>D1D8E0</a:t>
                </a:r>
              </a:p>
              <a:p>
                <a:pPr>
                  <a:lnSpc>
                    <a:spcPts val="1500"/>
                  </a:lnSpc>
                </a:pPr>
                <a:r>
                  <a:rPr lang="en-US" sz="1000" dirty="0">
                    <a:latin typeface="Aptos" panose="020B0004020202020204" pitchFamily="34" charset="0"/>
                  </a:rPr>
                  <a:t>RGB 209.216.224</a:t>
                </a:r>
                <a:endParaRPr lang="en-JP" sz="1000" dirty="0">
                  <a:latin typeface="Aptos" panose="020B00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8038427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62994E6-AAFB-BD4F-A1DD-280C5B9907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1151" y="1300177"/>
            <a:ext cx="3736086" cy="1464957"/>
          </a:xfrm>
        </p:spPr>
        <p:txBody>
          <a:bodyPr vert="horz" lIns="0" tIns="0" rIns="0" bIns="0" numCol="1" spcCol="126000" rtlCol="0" anchor="t">
            <a:noAutofit/>
          </a:bodyPr>
          <a:lstStyle/>
          <a:p>
            <a:r>
              <a:rPr lang="en-US" sz="1400" dirty="0">
                <a:latin typeface="Aptos"/>
                <a:ea typeface="メイリオ"/>
                <a:cs typeface="Calibri"/>
              </a:rPr>
              <a:t>To maintain accessibility and legibility of text, sufficient contrast is needed between text and background.</a:t>
            </a:r>
          </a:p>
          <a:p>
            <a:endParaRPr lang="en-US" sz="1400" dirty="0"/>
          </a:p>
          <a:p>
            <a:r>
              <a:rPr lang="en-US" sz="1400" dirty="0">
                <a:latin typeface="Aptos"/>
                <a:ea typeface="メイリオ"/>
                <a:cs typeface="Calibri"/>
              </a:rPr>
              <a:t>The color combinations provided here are in accordance with the </a:t>
            </a:r>
            <a:r>
              <a:rPr lang="en-US" sz="1400" dirty="0">
                <a:latin typeface="Aptos"/>
                <a:ea typeface="メイリオ"/>
                <a:cs typeface="Calibri"/>
                <a:hlinkClick r:id="rId3"/>
              </a:rPr>
              <a:t>Web Content Accessibility Guidelines (WCAG)</a:t>
            </a:r>
            <a:r>
              <a:rPr lang="en-US" sz="1400" dirty="0">
                <a:latin typeface="Aptos"/>
                <a:ea typeface="メイリオ"/>
                <a:cs typeface="Calibri"/>
              </a:rPr>
              <a:t> at AA or AAA rating.</a:t>
            </a:r>
          </a:p>
          <a:p>
            <a:endParaRPr lang="en-US" sz="1400" dirty="0">
              <a:solidFill>
                <a:schemeClr val="accent1"/>
              </a:solidFill>
            </a:endParaRPr>
          </a:p>
          <a:p>
            <a:r>
              <a:rPr lang="en-US" sz="1400" dirty="0">
                <a:solidFill>
                  <a:schemeClr val="accent1"/>
                </a:solidFill>
                <a:latin typeface="Aptos"/>
                <a:ea typeface="メイリオ"/>
                <a:cs typeface="Calibri"/>
              </a:rPr>
              <a:t>Please refrain from creating additional color combinations for text. 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9CFE73DE-28EB-6B5C-47BC-2C43FF1A8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>
                <a:solidFill>
                  <a:schemeClr val="accent1"/>
                </a:solidFill>
                <a:latin typeface="Aptos" panose="020B0004020202020204" pitchFamily="34" charset="0"/>
              </a:rPr>
              <a:t>TAKEDA </a:t>
            </a:r>
            <a:r>
              <a:rPr lang="en-JP">
                <a:latin typeface="Aptos" panose="020B0004020202020204" pitchFamily="34" charset="0"/>
              </a:rPr>
              <a:t>| POWERPOINT TEMPLATE</a:t>
            </a:r>
          </a:p>
        </p:txBody>
      </p:sp>
      <p:sp>
        <p:nvSpPr>
          <p:cNvPr id="28" name="スライド番号プレースホルダ 5">
            <a:extLst>
              <a:ext uri="{FF2B5EF4-FFF2-40B4-BE49-F238E27FC236}">
                <a16:creationId xmlns:a16="http://schemas.microsoft.com/office/drawing/2014/main" id="{75EACD58-0482-9C47-9E17-9B99DAF76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71985" tIns="45710" rIns="0" bIns="45710" rtlCol="0" anchor="ctr"/>
          <a:lstStyle>
            <a:lvl1pPr algn="l">
              <a:defRPr sz="10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z="800" b="0" smtClean="0">
                <a:latin typeface="Aptos" panose="020B0004020202020204" pitchFamily="34" charset="0"/>
              </a:rPr>
              <a:pPr defTabSz="1218810"/>
              <a:t>35</a:t>
            </a:fld>
            <a:endParaRPr lang="ja-JP" altLang="en-US" sz="800" b="0">
              <a:latin typeface="Aptos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E98F89-62EB-514A-BE0B-1C25A8B0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90" y="195058"/>
            <a:ext cx="9379060" cy="685801"/>
          </a:xfrm>
        </p:spPr>
        <p:txBody>
          <a:bodyPr>
            <a:normAutofit/>
          </a:bodyPr>
          <a:lstStyle/>
          <a:p>
            <a:r>
              <a:rPr lang="en-JP" b="1" dirty="0"/>
              <a:t>Color Combinations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EC27EB9-3738-953A-BA31-F832BD94A6C4}"/>
              </a:ext>
            </a:extLst>
          </p:cNvPr>
          <p:cNvGrpSpPr/>
          <p:nvPr/>
        </p:nvGrpSpPr>
        <p:grpSpPr>
          <a:xfrm>
            <a:off x="4468811" y="1300177"/>
            <a:ext cx="2240149" cy="1259119"/>
            <a:chOff x="4468811" y="1300177"/>
            <a:chExt cx="2240149" cy="1259119"/>
          </a:xfrm>
          <a:solidFill>
            <a:schemeClr val="accent5"/>
          </a:solidFill>
        </p:grpSpPr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367469B7-F646-EE49-8E72-B3F29F832118}"/>
                </a:ext>
              </a:extLst>
            </p:cNvPr>
            <p:cNvSpPr/>
            <p:nvPr/>
          </p:nvSpPr>
          <p:spPr>
            <a:xfrm>
              <a:off x="4468811" y="1300177"/>
              <a:ext cx="2240149" cy="1259119"/>
            </a:xfrm>
            <a:prstGeom prst="roundRect">
              <a:avLst>
                <a:gd name="adj" fmla="val 11138"/>
              </a:avLst>
            </a:prstGeom>
            <a:solidFill>
              <a:schemeClr val="accent6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>
                <a:latin typeface="Aptos" panose="020B0004020202020204" pitchFamily="34" charset="0"/>
              </a:endParaRPr>
            </a:p>
          </p:txBody>
        </p:sp>
        <p:sp>
          <p:nvSpPr>
            <p:cNvPr id="50" name="Text Placeholder 24">
              <a:extLst>
                <a:ext uri="{FF2B5EF4-FFF2-40B4-BE49-F238E27FC236}">
                  <a16:creationId xmlns:a16="http://schemas.microsoft.com/office/drawing/2014/main" id="{4A4C61C4-365C-F847-9DD9-1658BC3F2165}"/>
                </a:ext>
              </a:extLst>
            </p:cNvPr>
            <p:cNvSpPr txBox="1">
              <a:spLocks/>
            </p:cNvSpPr>
            <p:nvPr/>
          </p:nvSpPr>
          <p:spPr>
            <a:xfrm>
              <a:off x="4888107" y="1328626"/>
              <a:ext cx="1401556" cy="1194480"/>
            </a:xfrm>
            <a:prstGeom prst="rect">
              <a:avLst/>
            </a:prstGeom>
            <a:noFill/>
          </p:spPr>
          <p:txBody>
            <a:bodyPr vert="horz" lIns="0" tIns="0" rIns="0" bIns="0" numCol="1" rtlCol="0" anchor="ctr" anchorCtr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2000" b="1" i="0" kern="1200" baseline="0">
                  <a:solidFill>
                    <a:schemeClr val="accent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JP" sz="6600" b="0" dirty="0">
                  <a:solidFill>
                    <a:schemeClr val="tx1"/>
                  </a:solidFill>
                  <a:latin typeface="Aptos" panose="020B0004020202020204" pitchFamily="34" charset="0"/>
                </a:rPr>
                <a:t>Aa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B4E937-ACEB-51D9-A237-953EF1631849}"/>
              </a:ext>
            </a:extLst>
          </p:cNvPr>
          <p:cNvGrpSpPr/>
          <p:nvPr/>
        </p:nvGrpSpPr>
        <p:grpSpPr>
          <a:xfrm>
            <a:off x="7055893" y="1300177"/>
            <a:ext cx="2240149" cy="1259119"/>
            <a:chOff x="7055893" y="1300177"/>
            <a:chExt cx="2240149" cy="1259119"/>
          </a:xfrm>
          <a:solidFill>
            <a:schemeClr val="accent5"/>
          </a:solidFill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EBBD7BC-359B-66F3-DE34-C444540511BF}"/>
                </a:ext>
              </a:extLst>
            </p:cNvPr>
            <p:cNvSpPr/>
            <p:nvPr/>
          </p:nvSpPr>
          <p:spPr>
            <a:xfrm>
              <a:off x="7055893" y="1300177"/>
              <a:ext cx="2240149" cy="1259119"/>
            </a:xfrm>
            <a:prstGeom prst="roundRect">
              <a:avLst>
                <a:gd name="adj" fmla="val 11138"/>
              </a:avLst>
            </a:prstGeom>
            <a:solidFill>
              <a:schemeClr val="accent6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 dirty="0">
                <a:latin typeface="Aptos" panose="020B0004020202020204" pitchFamily="34" charset="0"/>
              </a:endParaRPr>
            </a:p>
          </p:txBody>
        </p:sp>
        <p:sp>
          <p:nvSpPr>
            <p:cNvPr id="52" name="Text Placeholder 24">
              <a:extLst>
                <a:ext uri="{FF2B5EF4-FFF2-40B4-BE49-F238E27FC236}">
                  <a16:creationId xmlns:a16="http://schemas.microsoft.com/office/drawing/2014/main" id="{F1F28866-7C48-2647-A5C0-C8CFEC2093C5}"/>
                </a:ext>
              </a:extLst>
            </p:cNvPr>
            <p:cNvSpPr txBox="1">
              <a:spLocks/>
            </p:cNvSpPr>
            <p:nvPr/>
          </p:nvSpPr>
          <p:spPr>
            <a:xfrm>
              <a:off x="7474051" y="1328626"/>
              <a:ext cx="1401556" cy="1194480"/>
            </a:xfrm>
            <a:prstGeom prst="rect">
              <a:avLst/>
            </a:prstGeom>
            <a:noFill/>
          </p:spPr>
          <p:txBody>
            <a:bodyPr vert="horz" lIns="0" tIns="0" rIns="0" bIns="0" numCol="1" rtlCol="0" anchor="ctr" anchorCtr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2000" b="1" i="0" kern="1200" baseline="0">
                  <a:solidFill>
                    <a:schemeClr val="accent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JP" sz="6600" b="0" dirty="0">
                  <a:latin typeface="Aptos" panose="020B0004020202020204" pitchFamily="34" charset="0"/>
                </a:rPr>
                <a:t>Aa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39FDBA-EC4F-39E8-DB66-D724B6A5C0D4}"/>
              </a:ext>
            </a:extLst>
          </p:cNvPr>
          <p:cNvGrpSpPr/>
          <p:nvPr/>
        </p:nvGrpSpPr>
        <p:grpSpPr>
          <a:xfrm>
            <a:off x="9642976" y="1300177"/>
            <a:ext cx="2240149" cy="1259119"/>
            <a:chOff x="9642976" y="1300177"/>
            <a:chExt cx="2240149" cy="1259119"/>
          </a:xfrm>
          <a:solidFill>
            <a:schemeClr val="accent5"/>
          </a:solidFill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9CBFA03-61D8-5455-F2EF-8BE125F2033E}"/>
                </a:ext>
              </a:extLst>
            </p:cNvPr>
            <p:cNvSpPr/>
            <p:nvPr/>
          </p:nvSpPr>
          <p:spPr>
            <a:xfrm>
              <a:off x="9642976" y="1300177"/>
              <a:ext cx="2240149" cy="1259119"/>
            </a:xfrm>
            <a:prstGeom prst="roundRect">
              <a:avLst>
                <a:gd name="adj" fmla="val 11138"/>
              </a:avLst>
            </a:prstGeom>
            <a:solidFill>
              <a:schemeClr val="accent6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 dirty="0">
                <a:latin typeface="Aptos" panose="020B0004020202020204" pitchFamily="34" charset="0"/>
              </a:endParaRPr>
            </a:p>
          </p:txBody>
        </p:sp>
        <p:sp>
          <p:nvSpPr>
            <p:cNvPr id="54" name="Text Placeholder 24">
              <a:extLst>
                <a:ext uri="{FF2B5EF4-FFF2-40B4-BE49-F238E27FC236}">
                  <a16:creationId xmlns:a16="http://schemas.microsoft.com/office/drawing/2014/main" id="{A5689337-51FC-8F4E-833A-60558261CC8D}"/>
                </a:ext>
              </a:extLst>
            </p:cNvPr>
            <p:cNvSpPr txBox="1">
              <a:spLocks/>
            </p:cNvSpPr>
            <p:nvPr/>
          </p:nvSpPr>
          <p:spPr>
            <a:xfrm>
              <a:off x="10059996" y="1328626"/>
              <a:ext cx="1401556" cy="1194480"/>
            </a:xfrm>
            <a:prstGeom prst="rect">
              <a:avLst/>
            </a:prstGeom>
            <a:noFill/>
          </p:spPr>
          <p:txBody>
            <a:bodyPr vert="horz" lIns="0" tIns="0" rIns="0" bIns="0" numCol="1" rtlCol="0" anchor="ctr" anchorCtr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2000" b="1" i="0" kern="1200" baseline="0">
                  <a:solidFill>
                    <a:schemeClr val="accent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JP" sz="6600" b="0" dirty="0">
                  <a:solidFill>
                    <a:schemeClr val="accent2"/>
                  </a:solidFill>
                  <a:latin typeface="Aptos" panose="020B0004020202020204" pitchFamily="34" charset="0"/>
                </a:rPr>
                <a:t>Aa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B8F86AC-7D9F-EC28-94AC-DA2DDD931FB6}"/>
              </a:ext>
            </a:extLst>
          </p:cNvPr>
          <p:cNvGrpSpPr/>
          <p:nvPr/>
        </p:nvGrpSpPr>
        <p:grpSpPr>
          <a:xfrm>
            <a:off x="4468811" y="3012067"/>
            <a:ext cx="2240149" cy="1259119"/>
            <a:chOff x="4468811" y="3012067"/>
            <a:chExt cx="2240149" cy="1259119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4A384158-0AE9-1A59-9CA5-89F0301D2AA7}"/>
                </a:ext>
              </a:extLst>
            </p:cNvPr>
            <p:cNvSpPr/>
            <p:nvPr/>
          </p:nvSpPr>
          <p:spPr>
            <a:xfrm>
              <a:off x="4468811" y="3012067"/>
              <a:ext cx="2240149" cy="1259119"/>
            </a:xfrm>
            <a:prstGeom prst="roundRect">
              <a:avLst>
                <a:gd name="adj" fmla="val 11138"/>
              </a:avLst>
            </a:prstGeom>
            <a:solidFill>
              <a:schemeClr val="tx2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>
                <a:latin typeface="Aptos" panose="020B0004020202020204" pitchFamily="34" charset="0"/>
              </a:endParaRPr>
            </a:p>
          </p:txBody>
        </p:sp>
        <p:sp>
          <p:nvSpPr>
            <p:cNvPr id="58" name="Text Placeholder 24">
              <a:extLst>
                <a:ext uri="{FF2B5EF4-FFF2-40B4-BE49-F238E27FC236}">
                  <a16:creationId xmlns:a16="http://schemas.microsoft.com/office/drawing/2014/main" id="{47C1897A-CD0D-8840-992F-3C6B87B8782D}"/>
                </a:ext>
              </a:extLst>
            </p:cNvPr>
            <p:cNvSpPr txBox="1">
              <a:spLocks/>
            </p:cNvSpPr>
            <p:nvPr/>
          </p:nvSpPr>
          <p:spPr>
            <a:xfrm>
              <a:off x="4888107" y="3066807"/>
              <a:ext cx="1401556" cy="1194480"/>
            </a:xfrm>
            <a:prstGeom prst="rect">
              <a:avLst/>
            </a:prstGeom>
          </p:spPr>
          <p:txBody>
            <a:bodyPr vert="horz" lIns="0" tIns="0" rIns="0" bIns="0" numCol="1" rtlCol="0" anchor="ctr" anchorCtr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2000" b="1" i="0" kern="1200" baseline="0">
                  <a:solidFill>
                    <a:schemeClr val="accent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JP" sz="6600" b="0" dirty="0">
                  <a:solidFill>
                    <a:schemeClr val="bg1"/>
                  </a:solidFill>
                  <a:latin typeface="Aptos" panose="020B0004020202020204" pitchFamily="34" charset="0"/>
                </a:rPr>
                <a:t>Aa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6A8260-C8AB-2321-4E3D-2DA96A563F5C}"/>
              </a:ext>
            </a:extLst>
          </p:cNvPr>
          <p:cNvGrpSpPr/>
          <p:nvPr/>
        </p:nvGrpSpPr>
        <p:grpSpPr>
          <a:xfrm>
            <a:off x="4469948" y="4770934"/>
            <a:ext cx="2240149" cy="1259119"/>
            <a:chOff x="7055893" y="3012067"/>
            <a:chExt cx="2240149" cy="1259119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B1B4DA3-8DD4-29E8-CAB0-BE4B4889FAD0}"/>
                </a:ext>
              </a:extLst>
            </p:cNvPr>
            <p:cNvSpPr/>
            <p:nvPr/>
          </p:nvSpPr>
          <p:spPr>
            <a:xfrm>
              <a:off x="7055893" y="3012067"/>
              <a:ext cx="2240149" cy="1259119"/>
            </a:xfrm>
            <a:prstGeom prst="roundRect">
              <a:avLst>
                <a:gd name="adj" fmla="val 11138"/>
              </a:avLst>
            </a:prstGeom>
            <a:solidFill>
              <a:schemeClr val="accent1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>
                <a:latin typeface="Aptos" panose="020B0004020202020204" pitchFamily="34" charset="0"/>
              </a:endParaRPr>
            </a:p>
          </p:txBody>
        </p:sp>
        <p:sp>
          <p:nvSpPr>
            <p:cNvPr id="60" name="Text Placeholder 24">
              <a:extLst>
                <a:ext uri="{FF2B5EF4-FFF2-40B4-BE49-F238E27FC236}">
                  <a16:creationId xmlns:a16="http://schemas.microsoft.com/office/drawing/2014/main" id="{914459F1-E001-A84C-B706-7BCD4641FA93}"/>
                </a:ext>
              </a:extLst>
            </p:cNvPr>
            <p:cNvSpPr txBox="1">
              <a:spLocks/>
            </p:cNvSpPr>
            <p:nvPr/>
          </p:nvSpPr>
          <p:spPr>
            <a:xfrm>
              <a:off x="7474051" y="3038357"/>
              <a:ext cx="1401556" cy="1194480"/>
            </a:xfrm>
            <a:prstGeom prst="rect">
              <a:avLst/>
            </a:prstGeom>
          </p:spPr>
          <p:txBody>
            <a:bodyPr vert="horz" lIns="0" tIns="0" rIns="0" bIns="0" numCol="1" rtlCol="0" anchor="ctr" anchorCtr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2000" b="1" i="0" kern="1200" baseline="0">
                  <a:solidFill>
                    <a:schemeClr val="accent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JP" sz="6600" b="0" dirty="0">
                  <a:solidFill>
                    <a:schemeClr val="bg1"/>
                  </a:solidFill>
                  <a:latin typeface="Aptos" panose="020B0004020202020204" pitchFamily="34" charset="0"/>
                </a:rPr>
                <a:t>Aa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7185E40-5603-B17A-1AD8-7049251D69AC}"/>
              </a:ext>
            </a:extLst>
          </p:cNvPr>
          <p:cNvGrpSpPr/>
          <p:nvPr/>
        </p:nvGrpSpPr>
        <p:grpSpPr>
          <a:xfrm>
            <a:off x="7068183" y="4770934"/>
            <a:ext cx="2240149" cy="1259119"/>
            <a:chOff x="9654128" y="3012067"/>
            <a:chExt cx="2240149" cy="1259119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6A23CB2D-83EB-020A-7DDA-6B6120E67E0F}"/>
                </a:ext>
              </a:extLst>
            </p:cNvPr>
            <p:cNvSpPr/>
            <p:nvPr/>
          </p:nvSpPr>
          <p:spPr>
            <a:xfrm>
              <a:off x="9654128" y="3012067"/>
              <a:ext cx="2240149" cy="1259119"/>
            </a:xfrm>
            <a:prstGeom prst="roundRect">
              <a:avLst>
                <a:gd name="adj" fmla="val 11138"/>
              </a:avLst>
            </a:prstGeom>
            <a:solidFill>
              <a:schemeClr val="accent2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en-JP">
                <a:latin typeface="Aptos" panose="020B0004020202020204" pitchFamily="34" charset="0"/>
              </a:endParaRPr>
            </a:p>
          </p:txBody>
        </p:sp>
        <p:sp>
          <p:nvSpPr>
            <p:cNvPr id="62" name="Text Placeholder 24">
              <a:extLst>
                <a:ext uri="{FF2B5EF4-FFF2-40B4-BE49-F238E27FC236}">
                  <a16:creationId xmlns:a16="http://schemas.microsoft.com/office/drawing/2014/main" id="{80411AD2-6F81-E647-A9DC-EC342B09C8D1}"/>
                </a:ext>
              </a:extLst>
            </p:cNvPr>
            <p:cNvSpPr txBox="1">
              <a:spLocks/>
            </p:cNvSpPr>
            <p:nvPr/>
          </p:nvSpPr>
          <p:spPr>
            <a:xfrm>
              <a:off x="10059996" y="3038354"/>
              <a:ext cx="1401556" cy="1194480"/>
            </a:xfrm>
            <a:prstGeom prst="rect">
              <a:avLst/>
            </a:prstGeom>
          </p:spPr>
          <p:txBody>
            <a:bodyPr vert="horz" lIns="0" tIns="0" rIns="0" bIns="0" numCol="1" rtlCol="0" anchor="ctr" anchorCtr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2000" b="1" i="0" kern="1200" baseline="0">
                  <a:solidFill>
                    <a:schemeClr val="accent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JP" sz="6600" b="0" dirty="0">
                  <a:solidFill>
                    <a:schemeClr val="bg1"/>
                  </a:solidFill>
                  <a:latin typeface="Aptos" panose="020B0004020202020204" pitchFamily="34" charset="0"/>
                </a:rPr>
                <a:t>Aa</a:t>
              </a:r>
            </a:p>
          </p:txBody>
        </p:sp>
      </p:grpSp>
      <p:sp>
        <p:nvSpPr>
          <p:cNvPr id="65" name="Text Placeholder 18">
            <a:extLst>
              <a:ext uri="{FF2B5EF4-FFF2-40B4-BE49-F238E27FC236}">
                <a16:creationId xmlns:a16="http://schemas.microsoft.com/office/drawing/2014/main" id="{06D75F6A-A8EC-894B-A607-76D679EC2197}"/>
              </a:ext>
            </a:extLst>
          </p:cNvPr>
          <p:cNvSpPr txBox="1">
            <a:spLocks/>
          </p:cNvSpPr>
          <p:nvPr/>
        </p:nvSpPr>
        <p:spPr>
          <a:xfrm>
            <a:off x="4468810" y="2650483"/>
            <a:ext cx="2240149" cy="300023"/>
          </a:xfrm>
          <a:prstGeom prst="rect">
            <a:avLst/>
          </a:prstGeom>
        </p:spPr>
        <p:txBody>
          <a:bodyPr vert="horz" lIns="0" tIns="0" rIns="0" bIns="0" numCol="1" spcCol="126000" rtlCol="0">
            <a:noAutofit/>
          </a:bodyPr>
          <a:lstStyle>
            <a:lvl1pPr marL="0" indent="0" algn="l" defTabSz="914150" rtl="0" eaLnBrk="1" latinLnBrk="0" hangingPunct="1">
              <a:lnSpc>
                <a:spcPts val="2200"/>
              </a:lnSpc>
              <a:spcBef>
                <a:spcPts val="0"/>
              </a:spcBef>
              <a:buClr>
                <a:srgbClr val="4C4948"/>
              </a:buClr>
              <a:buFont typeface="Arial" panose="020B0604020202020204" pitchFamily="34" charset="0"/>
              <a:buNone/>
              <a:defRPr kumimoji="1" sz="1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200" b="0" dirty="0">
                <a:latin typeface="Aptos" panose="020B0004020202020204" pitchFamily="34" charset="0"/>
              </a:rPr>
              <a:t>Dark gray on Light Gray</a:t>
            </a:r>
          </a:p>
        </p:txBody>
      </p:sp>
      <p:sp>
        <p:nvSpPr>
          <p:cNvPr id="67" name="Text Placeholder 18">
            <a:extLst>
              <a:ext uri="{FF2B5EF4-FFF2-40B4-BE49-F238E27FC236}">
                <a16:creationId xmlns:a16="http://schemas.microsoft.com/office/drawing/2014/main" id="{39BA6E2F-322B-3946-A442-3D7B689C05B6}"/>
              </a:ext>
            </a:extLst>
          </p:cNvPr>
          <p:cNvSpPr txBox="1">
            <a:spLocks/>
          </p:cNvSpPr>
          <p:nvPr/>
        </p:nvSpPr>
        <p:spPr>
          <a:xfrm>
            <a:off x="7054754" y="2650483"/>
            <a:ext cx="2240149" cy="300023"/>
          </a:xfrm>
          <a:prstGeom prst="rect">
            <a:avLst/>
          </a:prstGeom>
        </p:spPr>
        <p:txBody>
          <a:bodyPr vert="horz" lIns="0" tIns="0" rIns="0" bIns="0" numCol="1" spcCol="126000" rtlCol="0">
            <a:noAutofit/>
          </a:bodyPr>
          <a:lstStyle>
            <a:lvl1pPr marL="0" indent="0" algn="l" defTabSz="914150" rtl="0" eaLnBrk="1" latinLnBrk="0" hangingPunct="1">
              <a:lnSpc>
                <a:spcPts val="2200"/>
              </a:lnSpc>
              <a:spcBef>
                <a:spcPts val="0"/>
              </a:spcBef>
              <a:buClr>
                <a:srgbClr val="4C4948"/>
              </a:buClr>
              <a:buFont typeface="Arial" panose="020B0604020202020204" pitchFamily="34" charset="0"/>
              <a:buNone/>
              <a:defRPr kumimoji="1" sz="1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200" b="0" dirty="0">
                <a:latin typeface="Aptos" panose="020B0004020202020204" pitchFamily="34" charset="0"/>
              </a:rPr>
              <a:t>Takeda Red on Light Gray</a:t>
            </a:r>
          </a:p>
        </p:txBody>
      </p:sp>
      <p:sp>
        <p:nvSpPr>
          <p:cNvPr id="68" name="Text Placeholder 18">
            <a:extLst>
              <a:ext uri="{FF2B5EF4-FFF2-40B4-BE49-F238E27FC236}">
                <a16:creationId xmlns:a16="http://schemas.microsoft.com/office/drawing/2014/main" id="{0B4235BF-7E0D-D843-BF15-4CFE753A6C96}"/>
              </a:ext>
            </a:extLst>
          </p:cNvPr>
          <p:cNvSpPr txBox="1">
            <a:spLocks/>
          </p:cNvSpPr>
          <p:nvPr/>
        </p:nvSpPr>
        <p:spPr>
          <a:xfrm>
            <a:off x="9640699" y="2650483"/>
            <a:ext cx="2240148" cy="300023"/>
          </a:xfrm>
          <a:prstGeom prst="rect">
            <a:avLst/>
          </a:prstGeom>
        </p:spPr>
        <p:txBody>
          <a:bodyPr vert="horz" lIns="0" tIns="0" rIns="0" bIns="0" numCol="1" spcCol="126000" rtlCol="0">
            <a:noAutofit/>
          </a:bodyPr>
          <a:lstStyle>
            <a:lvl1pPr marL="0" indent="0" algn="l" defTabSz="914150" rtl="0" eaLnBrk="1" latinLnBrk="0" hangingPunct="1">
              <a:lnSpc>
                <a:spcPts val="2200"/>
              </a:lnSpc>
              <a:spcBef>
                <a:spcPts val="0"/>
              </a:spcBef>
              <a:buClr>
                <a:srgbClr val="4C4948"/>
              </a:buClr>
              <a:buFont typeface="Arial" panose="020B0604020202020204" pitchFamily="34" charset="0"/>
              <a:buNone/>
              <a:defRPr kumimoji="1" sz="1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200" b="0" dirty="0">
                <a:latin typeface="Aptos" panose="020B0004020202020204" pitchFamily="34" charset="0"/>
              </a:rPr>
              <a:t>Azuki Maroon on Light Gray</a:t>
            </a:r>
          </a:p>
        </p:txBody>
      </p:sp>
      <p:sp>
        <p:nvSpPr>
          <p:cNvPr id="70" name="Text Placeholder 18">
            <a:extLst>
              <a:ext uri="{FF2B5EF4-FFF2-40B4-BE49-F238E27FC236}">
                <a16:creationId xmlns:a16="http://schemas.microsoft.com/office/drawing/2014/main" id="{5EA0E700-5203-5848-9D8D-EC2CCE9271A5}"/>
              </a:ext>
            </a:extLst>
          </p:cNvPr>
          <p:cNvSpPr txBox="1">
            <a:spLocks/>
          </p:cNvSpPr>
          <p:nvPr/>
        </p:nvSpPr>
        <p:spPr>
          <a:xfrm>
            <a:off x="4468810" y="4366364"/>
            <a:ext cx="2240149" cy="300023"/>
          </a:xfrm>
          <a:prstGeom prst="rect">
            <a:avLst/>
          </a:prstGeom>
        </p:spPr>
        <p:txBody>
          <a:bodyPr vert="horz" lIns="0" tIns="0" rIns="0" bIns="0" numCol="1" spcCol="126000" rtlCol="0">
            <a:noAutofit/>
          </a:bodyPr>
          <a:lstStyle>
            <a:lvl1pPr marL="0" indent="0" algn="l" defTabSz="914150" rtl="0" eaLnBrk="1" latinLnBrk="0" hangingPunct="1">
              <a:lnSpc>
                <a:spcPts val="2200"/>
              </a:lnSpc>
              <a:spcBef>
                <a:spcPts val="0"/>
              </a:spcBef>
              <a:buClr>
                <a:srgbClr val="4C4948"/>
              </a:buClr>
              <a:buFont typeface="Arial" panose="020B0604020202020204" pitchFamily="34" charset="0"/>
              <a:buNone/>
              <a:defRPr kumimoji="1" sz="1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200" b="0" dirty="0">
                <a:latin typeface="Aptos" panose="020B0004020202020204" pitchFamily="34" charset="0"/>
              </a:rPr>
              <a:t>White on Dark Gray</a:t>
            </a:r>
          </a:p>
        </p:txBody>
      </p:sp>
      <p:sp>
        <p:nvSpPr>
          <p:cNvPr id="71" name="Text Placeholder 18">
            <a:extLst>
              <a:ext uri="{FF2B5EF4-FFF2-40B4-BE49-F238E27FC236}">
                <a16:creationId xmlns:a16="http://schemas.microsoft.com/office/drawing/2014/main" id="{1DE78DCF-7CCD-B247-92F6-61B69363AD7D}"/>
              </a:ext>
            </a:extLst>
          </p:cNvPr>
          <p:cNvSpPr txBox="1">
            <a:spLocks/>
          </p:cNvSpPr>
          <p:nvPr/>
        </p:nvSpPr>
        <p:spPr>
          <a:xfrm>
            <a:off x="4468810" y="6130552"/>
            <a:ext cx="1820852" cy="172707"/>
          </a:xfrm>
          <a:prstGeom prst="rect">
            <a:avLst/>
          </a:prstGeom>
        </p:spPr>
        <p:txBody>
          <a:bodyPr vert="horz" lIns="0" tIns="0" rIns="0" bIns="0" numCol="1" spcCol="126000" rtlCol="0">
            <a:noAutofit/>
          </a:bodyPr>
          <a:lstStyle>
            <a:lvl1pPr marL="0" indent="0" algn="l" defTabSz="914150" rtl="0" eaLnBrk="1" latinLnBrk="0" hangingPunct="1">
              <a:lnSpc>
                <a:spcPts val="2200"/>
              </a:lnSpc>
              <a:spcBef>
                <a:spcPts val="0"/>
              </a:spcBef>
              <a:buClr>
                <a:srgbClr val="4C4948"/>
              </a:buClr>
              <a:buFont typeface="Arial" panose="020B0604020202020204" pitchFamily="34" charset="0"/>
              <a:buNone/>
              <a:defRPr kumimoji="1" sz="1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200" b="0" dirty="0">
                <a:latin typeface="Aptos" panose="020B0004020202020204" pitchFamily="34" charset="0"/>
              </a:rPr>
              <a:t>White on Takeda Red </a:t>
            </a:r>
            <a:r>
              <a:rPr lang="en-US" sz="1200" b="0" dirty="0">
                <a:solidFill>
                  <a:schemeClr val="accent1"/>
                </a:solidFill>
                <a:latin typeface="Aptos" panose="020B0004020202020204" pitchFamily="34" charset="0"/>
              </a:rPr>
              <a:t>*</a:t>
            </a:r>
            <a:r>
              <a:rPr lang="en-US" sz="1200" b="0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</a:t>
            </a:r>
            <a:br>
              <a:rPr lang="en-US" sz="1000" b="0" dirty="0">
                <a:latin typeface="Aptos" panose="020B0004020202020204" pitchFamily="34" charset="0"/>
              </a:rPr>
            </a:br>
            <a:endParaRPr lang="en-US" sz="1200" b="0" dirty="0">
              <a:latin typeface="Aptos" panose="020B0004020202020204" pitchFamily="34" charset="0"/>
            </a:endParaRPr>
          </a:p>
        </p:txBody>
      </p:sp>
      <p:sp>
        <p:nvSpPr>
          <p:cNvPr id="72" name="Text Placeholder 18">
            <a:extLst>
              <a:ext uri="{FF2B5EF4-FFF2-40B4-BE49-F238E27FC236}">
                <a16:creationId xmlns:a16="http://schemas.microsoft.com/office/drawing/2014/main" id="{2D95C3EE-4CDD-924B-BB70-30249CDAF554}"/>
              </a:ext>
            </a:extLst>
          </p:cNvPr>
          <p:cNvSpPr txBox="1">
            <a:spLocks/>
          </p:cNvSpPr>
          <p:nvPr/>
        </p:nvSpPr>
        <p:spPr>
          <a:xfrm>
            <a:off x="7059306" y="6122318"/>
            <a:ext cx="2235595" cy="300023"/>
          </a:xfrm>
          <a:prstGeom prst="rect">
            <a:avLst/>
          </a:prstGeom>
        </p:spPr>
        <p:txBody>
          <a:bodyPr vert="horz" lIns="0" tIns="0" rIns="0" bIns="0" numCol="1" spcCol="126000" rtlCol="0">
            <a:noAutofit/>
          </a:bodyPr>
          <a:lstStyle>
            <a:lvl1pPr marL="0" indent="0" algn="l" defTabSz="914150" rtl="0" eaLnBrk="1" latinLnBrk="0" hangingPunct="1">
              <a:lnSpc>
                <a:spcPts val="2200"/>
              </a:lnSpc>
              <a:spcBef>
                <a:spcPts val="0"/>
              </a:spcBef>
              <a:buClr>
                <a:srgbClr val="4C4948"/>
              </a:buClr>
              <a:buFont typeface="Arial" panose="020B0604020202020204" pitchFamily="34" charset="0"/>
              <a:buNone/>
              <a:defRPr kumimoji="1" sz="1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200" b="0" dirty="0">
                <a:latin typeface="Aptos" panose="020B0004020202020204" pitchFamily="34" charset="0"/>
              </a:rPr>
              <a:t>White on Azuki Maroon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EC7B7E3-BD2A-8ACC-BF82-F96B4B9FB61B}"/>
              </a:ext>
            </a:extLst>
          </p:cNvPr>
          <p:cNvSpPr/>
          <p:nvPr/>
        </p:nvSpPr>
        <p:spPr>
          <a:xfrm>
            <a:off x="7127117" y="3012067"/>
            <a:ext cx="2240149" cy="1259119"/>
          </a:xfrm>
          <a:prstGeom prst="roundRect">
            <a:avLst>
              <a:gd name="adj" fmla="val 11138"/>
            </a:avLst>
          </a:prstGeom>
          <a:solidFill>
            <a:schemeClr val="accent4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4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F0F88CF8-F086-E0AA-2B4B-CC210FA05A0C}"/>
              </a:ext>
            </a:extLst>
          </p:cNvPr>
          <p:cNvSpPr txBox="1">
            <a:spLocks/>
          </p:cNvSpPr>
          <p:nvPr/>
        </p:nvSpPr>
        <p:spPr>
          <a:xfrm>
            <a:off x="7546413" y="3057842"/>
            <a:ext cx="1401556" cy="1194480"/>
          </a:xfrm>
          <a:prstGeom prst="rect">
            <a:avLst/>
          </a:prstGeom>
        </p:spPr>
        <p:txBody>
          <a:bodyPr vert="horz" lIns="0" tIns="0" rIns="0" bIns="0" numCol="1" rtlCol="0" anchor="ctr" anchorCtr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2000" b="1" i="0" kern="1200" baseline="0">
                <a:solidFill>
                  <a:schemeClr val="accent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JP" sz="6600" b="0" dirty="0">
                <a:solidFill>
                  <a:schemeClr val="tx1"/>
                </a:solidFill>
                <a:latin typeface="Aptos" panose="020B0004020202020204" pitchFamily="34" charset="0"/>
              </a:rPr>
              <a:t>Aa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42FF4FC-676C-4EA1-17B2-B5D682A6475F}"/>
              </a:ext>
            </a:extLst>
          </p:cNvPr>
          <p:cNvSpPr/>
          <p:nvPr/>
        </p:nvSpPr>
        <p:spPr>
          <a:xfrm>
            <a:off x="9717917" y="3012067"/>
            <a:ext cx="2240149" cy="1259119"/>
          </a:xfrm>
          <a:prstGeom prst="roundRect">
            <a:avLst>
              <a:gd name="adj" fmla="val 11138"/>
            </a:avLst>
          </a:prstGeom>
          <a:solidFill>
            <a:srgbClr val="D1D8E0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4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349C011-572A-E9E7-FEB4-A1131033D3A3}"/>
              </a:ext>
            </a:extLst>
          </p:cNvPr>
          <p:cNvSpPr txBox="1">
            <a:spLocks/>
          </p:cNvSpPr>
          <p:nvPr/>
        </p:nvSpPr>
        <p:spPr>
          <a:xfrm>
            <a:off x="7127116" y="4354354"/>
            <a:ext cx="2391638" cy="312034"/>
          </a:xfrm>
          <a:prstGeom prst="rect">
            <a:avLst/>
          </a:prstGeom>
        </p:spPr>
        <p:txBody>
          <a:bodyPr vert="horz" lIns="0" tIns="0" rIns="0" bIns="0" numCol="1" spcCol="126000" rtlCol="0" anchor="t">
            <a:noAutofit/>
          </a:bodyPr>
          <a:lstStyle>
            <a:lvl1pPr marL="0" indent="0" algn="l" defTabSz="914150" rtl="0" eaLnBrk="1" latinLnBrk="0" hangingPunct="1">
              <a:lnSpc>
                <a:spcPts val="2200"/>
              </a:lnSpc>
              <a:spcBef>
                <a:spcPts val="0"/>
              </a:spcBef>
              <a:buClr>
                <a:srgbClr val="4C4948"/>
              </a:buClr>
              <a:buFont typeface="Arial" panose="020B0604020202020204" pitchFamily="34" charset="0"/>
              <a:buNone/>
              <a:defRPr kumimoji="1" sz="1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200" b="0" dirty="0">
                <a:latin typeface="Aptos"/>
                <a:ea typeface="メイリオ"/>
                <a:cs typeface="Calibri"/>
              </a:rPr>
              <a:t>Dark Gray on Heron Blue </a:t>
            </a:r>
            <a:r>
              <a:rPr lang="en-US" sz="1200" b="0" dirty="0">
                <a:solidFill>
                  <a:schemeClr val="accent1"/>
                </a:solidFill>
                <a:latin typeface="Aptos"/>
                <a:ea typeface="メイリオ"/>
                <a:cs typeface="Calibri"/>
              </a:rPr>
              <a:t>*</a:t>
            </a:r>
            <a:r>
              <a:rPr lang="en-US" sz="1200" b="0" baseline="30000" dirty="0">
                <a:solidFill>
                  <a:schemeClr val="accent1"/>
                </a:solidFill>
                <a:latin typeface="Aptos"/>
                <a:ea typeface="メイリオ"/>
                <a:cs typeface="Calibri"/>
              </a:rPr>
              <a:t>1</a:t>
            </a:r>
            <a:r>
              <a:rPr lang="en-US" sz="1200" b="0" dirty="0">
                <a:solidFill>
                  <a:schemeClr val="accent1"/>
                </a:solidFill>
                <a:latin typeface="Aptos"/>
                <a:ea typeface="メイリオ"/>
                <a:cs typeface="Calibri"/>
              </a:rPr>
              <a:t> *</a:t>
            </a:r>
            <a:r>
              <a:rPr lang="en-US" sz="1200" b="0" baseline="30000" dirty="0">
                <a:solidFill>
                  <a:schemeClr val="accent1"/>
                </a:solidFill>
                <a:latin typeface="Aptos"/>
                <a:ea typeface="メイリオ"/>
                <a:cs typeface="Calibri"/>
              </a:rPr>
              <a:t>2</a:t>
            </a:r>
            <a:endParaRPr lang="en-US" sz="1000" b="0" dirty="0">
              <a:latin typeface="Aptos"/>
              <a:ea typeface="メイリオ"/>
              <a:cs typeface="Calibri"/>
            </a:endParaRP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615DB783-0A8A-E70E-6F08-6C3285BB1AF1}"/>
              </a:ext>
            </a:extLst>
          </p:cNvPr>
          <p:cNvSpPr txBox="1">
            <a:spLocks/>
          </p:cNvSpPr>
          <p:nvPr/>
        </p:nvSpPr>
        <p:spPr>
          <a:xfrm>
            <a:off x="10137213" y="3042203"/>
            <a:ext cx="1401556" cy="1194480"/>
          </a:xfrm>
          <a:prstGeom prst="rect">
            <a:avLst/>
          </a:prstGeom>
        </p:spPr>
        <p:txBody>
          <a:bodyPr vert="horz" lIns="0" tIns="0" rIns="0" bIns="0" numCol="1" rtlCol="0" anchor="ctr" anchorCtr="0">
            <a:noAutofit/>
          </a:bodyPr>
          <a:lstStyle>
            <a:lvl1pPr marL="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2000" b="1" i="0" kern="1200" baseline="0">
                <a:solidFill>
                  <a:schemeClr val="accent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JP" sz="6600" b="0" dirty="0">
                <a:solidFill>
                  <a:schemeClr val="tx1"/>
                </a:solidFill>
                <a:latin typeface="Aptos" panose="020B0004020202020204" pitchFamily="34" charset="0"/>
              </a:rPr>
              <a:t>Aa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7ACC22E0-1FEE-75F8-6BB1-B249B43A9053}"/>
              </a:ext>
            </a:extLst>
          </p:cNvPr>
          <p:cNvSpPr txBox="1">
            <a:spLocks/>
          </p:cNvSpPr>
          <p:nvPr/>
        </p:nvSpPr>
        <p:spPr>
          <a:xfrm>
            <a:off x="9717917" y="4354354"/>
            <a:ext cx="2239843" cy="373460"/>
          </a:xfrm>
          <a:prstGeom prst="rect">
            <a:avLst/>
          </a:prstGeom>
        </p:spPr>
        <p:txBody>
          <a:bodyPr vert="horz" lIns="0" tIns="0" rIns="0" bIns="0" numCol="1" spcCol="126000" rtlCol="0" anchor="t">
            <a:noAutofit/>
          </a:bodyPr>
          <a:lstStyle>
            <a:lvl1pPr marL="0" indent="0" algn="l" defTabSz="914150" rtl="0" eaLnBrk="1" latinLnBrk="0" hangingPunct="1">
              <a:lnSpc>
                <a:spcPts val="2200"/>
              </a:lnSpc>
              <a:spcBef>
                <a:spcPts val="0"/>
              </a:spcBef>
              <a:buClr>
                <a:srgbClr val="4C4948"/>
              </a:buClr>
              <a:buFont typeface="Arial" panose="020B0604020202020204" pitchFamily="34" charset="0"/>
              <a:buNone/>
              <a:defRPr kumimoji="1" sz="1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200" b="0" dirty="0">
                <a:latin typeface="Aptos"/>
                <a:ea typeface="メイリオ"/>
                <a:cs typeface="Calibri"/>
              </a:rPr>
              <a:t>Dark Gray on Light Heron Blue</a:t>
            </a:r>
            <a:endParaRPr lang="en-US" sz="1000" b="0" dirty="0">
              <a:latin typeface="Aptos"/>
              <a:ea typeface="メイリオ"/>
              <a:cs typeface="Calibri"/>
            </a:endParaRP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1316F906-AA80-16FB-F7EC-ADCF189DA3C4}"/>
              </a:ext>
            </a:extLst>
          </p:cNvPr>
          <p:cNvSpPr txBox="1">
            <a:spLocks/>
          </p:cNvSpPr>
          <p:nvPr/>
        </p:nvSpPr>
        <p:spPr>
          <a:xfrm>
            <a:off x="9637882" y="6109515"/>
            <a:ext cx="2235595" cy="300023"/>
          </a:xfrm>
          <a:prstGeom prst="rect">
            <a:avLst/>
          </a:prstGeom>
        </p:spPr>
        <p:txBody>
          <a:bodyPr vert="horz" lIns="0" tIns="0" rIns="0" bIns="0" numCol="1" spcCol="126000" rtlCol="0">
            <a:noAutofit/>
          </a:bodyPr>
          <a:lstStyle>
            <a:lvl1pPr marL="0" indent="0" algn="l" defTabSz="914150" rtl="0" eaLnBrk="1" latinLnBrk="0" hangingPunct="1">
              <a:lnSpc>
                <a:spcPts val="2200"/>
              </a:lnSpc>
              <a:spcBef>
                <a:spcPts val="0"/>
              </a:spcBef>
              <a:buClr>
                <a:srgbClr val="4C4948"/>
              </a:buClr>
              <a:buFont typeface="Arial" panose="020B0604020202020204" pitchFamily="34" charset="0"/>
              <a:buNone/>
              <a:defRPr kumimoji="1" sz="14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spcBef>
                <a:spcPct val="20000"/>
              </a:spcBef>
              <a:buClr>
                <a:srgbClr val="4C4948"/>
              </a:buClr>
              <a:buFont typeface="Arial" pitchFamily="34" charset="0"/>
              <a:buNone/>
              <a:defRPr kumimoji="1" sz="1800" b="1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</a:pPr>
            <a:r>
              <a:rPr lang="en-US" sz="1200" b="0" dirty="0">
                <a:latin typeface="Aptos" panose="020B0004020202020204" pitchFamily="34" charset="0"/>
              </a:rPr>
              <a:t>White on Dark Red / Dark Maroon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D422B38-79C4-5A62-FAE9-457464D22BBE}"/>
              </a:ext>
            </a:extLst>
          </p:cNvPr>
          <p:cNvGrpSpPr/>
          <p:nvPr/>
        </p:nvGrpSpPr>
        <p:grpSpPr>
          <a:xfrm>
            <a:off x="9657951" y="4769408"/>
            <a:ext cx="2236326" cy="1263600"/>
            <a:chOff x="9654776" y="4893233"/>
            <a:chExt cx="2236326" cy="1263600"/>
          </a:xfrm>
        </p:grpSpPr>
        <p:sp>
          <p:nvSpPr>
            <p:cNvPr id="38" name="Round Same Side Corner Rectangle 37">
              <a:extLst>
                <a:ext uri="{FF2B5EF4-FFF2-40B4-BE49-F238E27FC236}">
                  <a16:creationId xmlns:a16="http://schemas.microsoft.com/office/drawing/2014/main" id="{8B8B7805-E4B9-2A6D-9660-D530C60F4C86}"/>
                </a:ext>
              </a:extLst>
            </p:cNvPr>
            <p:cNvSpPr/>
            <p:nvPr/>
          </p:nvSpPr>
          <p:spPr>
            <a:xfrm rot="5400000">
              <a:off x="10699735" y="4965000"/>
              <a:ext cx="1263133" cy="1119600"/>
            </a:xfrm>
            <a:prstGeom prst="round2SameRect">
              <a:avLst>
                <a:gd name="adj1" fmla="val 12688"/>
                <a:gd name="adj2" fmla="val 0"/>
              </a:avLst>
            </a:prstGeom>
            <a:solidFill>
              <a:srgbClr val="450A0A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/>
            <a:lstStyle/>
            <a:p>
              <a:pPr algn="ctr"/>
              <a:endParaRPr kumimoji="1" lang="en-US" dirty="0">
                <a:solidFill>
                  <a:schemeClr val="bg1"/>
                </a:solidFill>
              </a:endParaRPr>
            </a:p>
          </p:txBody>
        </p:sp>
        <p:sp>
          <p:nvSpPr>
            <p:cNvPr id="39" name="Round Same Side Corner Rectangle 38">
              <a:extLst>
                <a:ext uri="{FF2B5EF4-FFF2-40B4-BE49-F238E27FC236}">
                  <a16:creationId xmlns:a16="http://schemas.microsoft.com/office/drawing/2014/main" id="{F020347B-3D98-71CF-BFC8-27794B57D1CB}"/>
                </a:ext>
              </a:extLst>
            </p:cNvPr>
            <p:cNvSpPr/>
            <p:nvPr/>
          </p:nvSpPr>
          <p:spPr>
            <a:xfrm rot="16200000">
              <a:off x="9582776" y="4965233"/>
              <a:ext cx="1263600" cy="1119600"/>
            </a:xfrm>
            <a:prstGeom prst="round2SameRect">
              <a:avLst>
                <a:gd name="adj1" fmla="val 12688"/>
                <a:gd name="adj2" fmla="val 0"/>
              </a:avLst>
            </a:prstGeom>
            <a:solidFill>
              <a:srgbClr val="BD120A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/>
            <a:lstStyle/>
            <a:p>
              <a:pPr algn="ctr"/>
              <a:endParaRPr kumimoji="1" lang="en-US" dirty="0">
                <a:solidFill>
                  <a:schemeClr val="bg1"/>
                </a:solidFill>
              </a:endParaRPr>
            </a:p>
          </p:txBody>
        </p:sp>
        <p:sp>
          <p:nvSpPr>
            <p:cNvPr id="40" name="Text Placeholder 24">
              <a:extLst>
                <a:ext uri="{FF2B5EF4-FFF2-40B4-BE49-F238E27FC236}">
                  <a16:creationId xmlns:a16="http://schemas.microsoft.com/office/drawing/2014/main" id="{CBE35253-0401-93F6-35A3-C4966F7DA9CF}"/>
                </a:ext>
              </a:extLst>
            </p:cNvPr>
            <p:cNvSpPr txBox="1">
              <a:spLocks/>
            </p:cNvSpPr>
            <p:nvPr/>
          </p:nvSpPr>
          <p:spPr>
            <a:xfrm>
              <a:off x="10052627" y="4930468"/>
              <a:ext cx="1401556" cy="1194480"/>
            </a:xfrm>
            <a:prstGeom prst="rect">
              <a:avLst/>
            </a:prstGeom>
          </p:spPr>
          <p:txBody>
            <a:bodyPr vert="horz" lIns="0" tIns="0" rIns="0" bIns="0" numCol="1" rtlCol="0" anchor="ctr" anchorCtr="0">
              <a:noAutofit/>
            </a:bodyPr>
            <a:lstStyle>
              <a:lvl1pPr marL="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C4948"/>
                </a:buClr>
                <a:buFont typeface="Arial" panose="020B0604020202020204" pitchFamily="34" charset="0"/>
                <a:buNone/>
                <a:defRPr kumimoji="1" sz="2000" b="1" i="0" kern="1200" baseline="0">
                  <a:solidFill>
                    <a:schemeClr val="accent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1pPr>
              <a:lvl2pPr marL="457068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2pPr>
              <a:lvl3pPr marL="91414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3pPr>
              <a:lvl4pPr marL="1371219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4pPr>
              <a:lvl5pPr marL="1828290" indent="0" algn="l" defTabSz="914150" rtl="0" eaLnBrk="1" latinLnBrk="0" hangingPunct="1">
                <a:lnSpc>
                  <a:spcPts val="1800"/>
                </a:lnSpc>
                <a:spcBef>
                  <a:spcPts val="0"/>
                </a:spcBef>
                <a:buClr>
                  <a:srgbClr val="4C4948"/>
                </a:buClr>
                <a:buFont typeface="Arial" pitchFamily="34" charset="0"/>
                <a:buNone/>
                <a:defRPr kumimoji="1" sz="1400" b="0" i="0" kern="1200" baseline="0">
                  <a:solidFill>
                    <a:schemeClr val="tx1"/>
                  </a:solidFill>
                  <a:latin typeface="Calibri" panose="020F0502020204030204" pitchFamily="34" charset="0"/>
                  <a:ea typeface="メイリオ" pitchFamily="50" charset="-128"/>
                  <a:cs typeface="Calibri" pitchFamily="34" charset="0"/>
                </a:defRPr>
              </a:lvl5pPr>
              <a:lvl6pPr marL="2513910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86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061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142" indent="-228541" algn="l" defTabSz="9141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JP" sz="6600" b="0" dirty="0">
                  <a:solidFill>
                    <a:schemeClr val="bg1"/>
                  </a:solidFill>
                  <a:latin typeface="Aptos" panose="020B0004020202020204" pitchFamily="34" charset="0"/>
                </a:rPr>
                <a:t>Aa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CF0C95F-C045-8C4D-D078-1670874E1971}"/>
              </a:ext>
            </a:extLst>
          </p:cNvPr>
          <p:cNvSpPr txBox="1">
            <a:spLocks noChangeAspect="1"/>
          </p:cNvSpPr>
          <p:nvPr/>
        </p:nvSpPr>
        <p:spPr>
          <a:xfrm>
            <a:off x="311150" y="5915770"/>
            <a:ext cx="3438300" cy="387489"/>
          </a:xfrm>
          <a:prstGeom prst="rect">
            <a:avLst/>
          </a:prstGeom>
          <a:noFill/>
        </p:spPr>
        <p:txBody>
          <a:bodyPr wrap="square" lIns="17982" tIns="17982" rIns="0" bIns="0" numCol="1" rtlCol="0" anchor="t" anchorCtr="0">
            <a:spAutoFit/>
          </a:bodyPr>
          <a:lstStyle/>
          <a:p>
            <a:pPr>
              <a:buClr>
                <a:schemeClr val="accent1"/>
              </a:buClr>
              <a:buFont typeface="+mj-lt"/>
              <a:buAutoNum type="arabicPeriod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800" dirty="0">
                <a:ea typeface="メイリオ"/>
                <a:cs typeface="Calibri"/>
              </a:rPr>
              <a:t>White text on Heron Blue can be used for print if legible.</a:t>
            </a:r>
          </a:p>
          <a:p>
            <a:pPr lvl="0"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800" dirty="0">
                <a:ea typeface="メイリオ"/>
                <a:cs typeface="Calibri"/>
              </a:rPr>
              <a:t> </a:t>
            </a:r>
            <a:r>
              <a:rPr lang="en-US" sz="800" dirty="0">
                <a:latin typeface="Aptos" panose="020B0004020202020204" pitchFamily="34" charset="0"/>
              </a:rPr>
              <a:t>Not suitable for small text.</a:t>
            </a:r>
            <a:endParaRPr lang="en-US" sz="800" dirty="0">
              <a:ea typeface="メイリオ"/>
              <a:cs typeface="Calibri"/>
            </a:endParaRPr>
          </a:p>
          <a:p>
            <a:pPr lvl="0"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800" dirty="0">
                <a:latin typeface="Aptos" panose="020B0004020202020204" pitchFamily="34" charset="0"/>
              </a:rPr>
              <a:t> Reserved for priority content or headlines. Not suitable for small text.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8361923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160889-CDD5-4933-1503-821D8B801F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416170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dtSejGNFskfoszYHdwB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dtSejGNFskfoszYHdwB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dtSejGNFskfoszYHdwB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dtSejGNFskfoszYHdwB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dtSejGNFskfoszYHdwBw"/>
</p:tagLst>
</file>

<file path=ppt/theme/theme1.xml><?xml version="1.0" encoding="utf-8"?>
<a:theme xmlns:a="http://schemas.openxmlformats.org/drawingml/2006/main" name="01 Takeda Slide Master | Pattern 1">
  <a:themeElements>
    <a:clrScheme name="Takeda_2026">
      <a:dk1>
        <a:srgbClr val="074F71"/>
      </a:dk1>
      <a:lt1>
        <a:srgbClr val="FFFFFF"/>
      </a:lt1>
      <a:dk2>
        <a:srgbClr val="074F71"/>
      </a:dk2>
      <a:lt2>
        <a:srgbClr val="FFFFFF"/>
      </a:lt2>
      <a:accent1>
        <a:srgbClr val="81C44D"/>
      </a:accent1>
      <a:accent2>
        <a:srgbClr val="01AFD7"/>
      </a:accent2>
      <a:accent3>
        <a:srgbClr val="074F71"/>
      </a:accent3>
      <a:accent4>
        <a:srgbClr val="9A4398"/>
      </a:accent4>
      <a:accent5>
        <a:srgbClr val="5B9BD5"/>
      </a:accent5>
      <a:accent6>
        <a:srgbClr val="70AD47"/>
      </a:accent6>
      <a:hlink>
        <a:srgbClr val="074F71"/>
      </a:hlink>
      <a:folHlink>
        <a:srgbClr val="074F7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C919BBFE-20B9-4845-8933-2420E9DE236A}" vid="{843056D2-E420-7043-A6D0-C2A37891511C}"/>
    </a:ext>
  </a:extLst>
</a:theme>
</file>

<file path=ppt/theme/theme2.xml><?xml version="1.0" encoding="utf-8"?>
<a:theme xmlns:a="http://schemas.openxmlformats.org/drawingml/2006/main" name="Pattern 1">
  <a:themeElements>
    <a:clrScheme name="Custom 1">
      <a:dk1>
        <a:srgbClr val="074F71"/>
      </a:dk1>
      <a:lt1>
        <a:srgbClr val="FFFFFF"/>
      </a:lt1>
      <a:dk2>
        <a:srgbClr val="074F71"/>
      </a:dk2>
      <a:lt2>
        <a:srgbClr val="FFFFFF"/>
      </a:lt2>
      <a:accent1>
        <a:srgbClr val="81C44D"/>
      </a:accent1>
      <a:accent2>
        <a:srgbClr val="01AFD7"/>
      </a:accent2>
      <a:accent3>
        <a:srgbClr val="074F71"/>
      </a:accent3>
      <a:accent4>
        <a:srgbClr val="9A4398"/>
      </a:accent4>
      <a:accent5>
        <a:srgbClr val="5B9BD5"/>
      </a:accent5>
      <a:accent6>
        <a:srgbClr val="70AD47"/>
      </a:accent6>
      <a:hlink>
        <a:srgbClr val="074F71"/>
      </a:hlink>
      <a:folHlink>
        <a:srgbClr val="074F7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C919BBFE-20B9-4845-8933-2420E9DE236A}" vid="{7D26DF6E-8B9E-0549-91B4-72142BFD75EF}"/>
    </a:ext>
  </a:extLst>
</a:theme>
</file>

<file path=ppt/theme/theme3.xml><?xml version="1.0" encoding="utf-8"?>
<a:theme xmlns:a="http://schemas.openxmlformats.org/drawingml/2006/main" name="Pattern 2">
  <a:themeElements>
    <a:clrScheme name="Custom 1">
      <a:dk1>
        <a:srgbClr val="074F71"/>
      </a:dk1>
      <a:lt1>
        <a:srgbClr val="FFFFFF"/>
      </a:lt1>
      <a:dk2>
        <a:srgbClr val="074F71"/>
      </a:dk2>
      <a:lt2>
        <a:srgbClr val="FFFFFF"/>
      </a:lt2>
      <a:accent1>
        <a:srgbClr val="81C44D"/>
      </a:accent1>
      <a:accent2>
        <a:srgbClr val="01AFD7"/>
      </a:accent2>
      <a:accent3>
        <a:srgbClr val="074F71"/>
      </a:accent3>
      <a:accent4>
        <a:srgbClr val="9A4398"/>
      </a:accent4>
      <a:accent5>
        <a:srgbClr val="5B9BD5"/>
      </a:accent5>
      <a:accent6>
        <a:srgbClr val="70AD47"/>
      </a:accent6>
      <a:hlink>
        <a:srgbClr val="074F71"/>
      </a:hlink>
      <a:folHlink>
        <a:srgbClr val="074F7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C919BBFE-20B9-4845-8933-2420E9DE236A}" vid="{FE96EBE9-DBC1-534B-9CA0-FD170445709F}"/>
    </a:ext>
  </a:extLst>
</a:theme>
</file>

<file path=ppt/theme/theme4.xml><?xml version="1.0" encoding="utf-8"?>
<a:theme xmlns:a="http://schemas.openxmlformats.org/drawingml/2006/main" name="Pattern 3">
  <a:themeElements>
    <a:clrScheme name="Custom 1">
      <a:dk1>
        <a:srgbClr val="074F71"/>
      </a:dk1>
      <a:lt1>
        <a:srgbClr val="FFFFFF"/>
      </a:lt1>
      <a:dk2>
        <a:srgbClr val="074F71"/>
      </a:dk2>
      <a:lt2>
        <a:srgbClr val="FFFFFF"/>
      </a:lt2>
      <a:accent1>
        <a:srgbClr val="81C44D"/>
      </a:accent1>
      <a:accent2>
        <a:srgbClr val="01AFD7"/>
      </a:accent2>
      <a:accent3>
        <a:srgbClr val="074F71"/>
      </a:accent3>
      <a:accent4>
        <a:srgbClr val="9A4398"/>
      </a:accent4>
      <a:accent5>
        <a:srgbClr val="5B9BD5"/>
      </a:accent5>
      <a:accent6>
        <a:srgbClr val="70AD47"/>
      </a:accent6>
      <a:hlink>
        <a:srgbClr val="074F71"/>
      </a:hlink>
      <a:folHlink>
        <a:srgbClr val="074F7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C919BBFE-20B9-4845-8933-2420E9DE236A}" vid="{6543E39C-43A3-3544-AFA9-7FFA7CE4767D}"/>
    </a:ext>
  </a:extLst>
</a:theme>
</file>

<file path=ppt/theme/theme5.xml><?xml version="1.0" encoding="utf-8"?>
<a:theme xmlns:a="http://schemas.openxmlformats.org/drawingml/2006/main" name="Pattern 4">
  <a:themeElements>
    <a:clrScheme name="Custom 1">
      <a:dk1>
        <a:srgbClr val="074F71"/>
      </a:dk1>
      <a:lt1>
        <a:srgbClr val="FFFFFF"/>
      </a:lt1>
      <a:dk2>
        <a:srgbClr val="074F71"/>
      </a:dk2>
      <a:lt2>
        <a:srgbClr val="FFFFFF"/>
      </a:lt2>
      <a:accent1>
        <a:srgbClr val="81C44D"/>
      </a:accent1>
      <a:accent2>
        <a:srgbClr val="01AFD7"/>
      </a:accent2>
      <a:accent3>
        <a:srgbClr val="074F71"/>
      </a:accent3>
      <a:accent4>
        <a:srgbClr val="9A4398"/>
      </a:accent4>
      <a:accent5>
        <a:srgbClr val="5B9BD5"/>
      </a:accent5>
      <a:accent6>
        <a:srgbClr val="70AD47"/>
      </a:accent6>
      <a:hlink>
        <a:srgbClr val="074F71"/>
      </a:hlink>
      <a:folHlink>
        <a:srgbClr val="074F7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square" rtlCol="0" anchor="ctr"/>
      <a:lstStyle>
        <a:defPPr algn="ctr">
          <a:defRPr kumimoji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Takeda_Slide_Template_EN" id="{C919BBFE-20B9-4845-8933-2420E9DE236A}" vid="{4873FEF2-A743-D543-9056-46A4747BCC88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1C44D"/>
      </a:accent1>
      <a:accent2>
        <a:srgbClr val="01AFD7"/>
      </a:accent2>
      <a:accent3>
        <a:srgbClr val="074F71"/>
      </a:accent3>
      <a:accent4>
        <a:srgbClr val="9A4398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81C44D"/>
      </a:accent1>
      <a:accent2>
        <a:srgbClr val="01AFD7"/>
      </a:accent2>
      <a:accent3>
        <a:srgbClr val="074F71"/>
      </a:accent3>
      <a:accent4>
        <a:srgbClr val="9A4398"/>
      </a:accent4>
      <a:accent5>
        <a:srgbClr val="5B9BD5"/>
      </a:accent5>
      <a:accent6>
        <a:srgbClr val="70AD47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FEFB87-012A-3040-9884-D47B375CFE78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70c59ee8-85e2-43c2-b015-95a853974ba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2c3cd5-af68-46cf-904b-2a67902f633c">
      <Terms xmlns="http://schemas.microsoft.com/office/infopath/2007/PartnerControls"/>
    </lcf76f155ced4ddcb4097134ff3c332f>
    <TaxCatchAll xmlns="d8f8f6ee-77b0-4a0b-84bc-8f256da14f1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1811318C565C4B8B9773E8DCEFBCFD" ma:contentTypeVersion="17" ma:contentTypeDescription="Create a new document." ma:contentTypeScope="" ma:versionID="fbe2e7d913cc2f1827b07af3264593e2">
  <xsd:schema xmlns:xsd="http://www.w3.org/2001/XMLSchema" xmlns:xs="http://www.w3.org/2001/XMLSchema" xmlns:p="http://schemas.microsoft.com/office/2006/metadata/properties" xmlns:ns2="d22c3cd5-af68-46cf-904b-2a67902f633c" xmlns:ns3="d8f8f6ee-77b0-4a0b-84bc-8f256da14f12" targetNamespace="http://schemas.microsoft.com/office/2006/metadata/properties" ma:root="true" ma:fieldsID="a66a10b12e44d3c69e5a2a77ba2cac9b" ns2:_="" ns3:_="">
    <xsd:import namespace="d22c3cd5-af68-46cf-904b-2a67902f633c"/>
    <xsd:import namespace="d8f8f6ee-77b0-4a0b-84bc-8f256da14f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2c3cd5-af68-46cf-904b-2a67902f63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749a35e-9b4c-41a3-9e24-d57cd2885f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f8f6ee-77b0-4a0b-84bc-8f256da14f1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fd6db05-398c-41d7-a72a-51159d9709ca}" ma:internalName="TaxCatchAll" ma:showField="CatchAllData" ma:web="d8f8f6ee-77b0-4a0b-84bc-8f256da14f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64AA88-9994-4773-9B46-6F25641ADC01}">
  <ds:schemaRefs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elements/1.1/"/>
    <ds:schemaRef ds:uri="d22c3cd5-af68-46cf-904b-2a67902f633c"/>
    <ds:schemaRef ds:uri="http://schemas.openxmlformats.org/package/2006/metadata/core-properties"/>
    <ds:schemaRef ds:uri="http://www.w3.org/XML/1998/namespace"/>
    <ds:schemaRef ds:uri="d8f8f6ee-77b0-4a0b-84bc-8f256da14f12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58B5D9C-B25F-4CA8-B5EC-88F08A1538F2}"/>
</file>

<file path=customXml/itemProps3.xml><?xml version="1.0" encoding="utf-8"?>
<ds:datastoreItem xmlns:ds="http://schemas.openxmlformats.org/officeDocument/2006/customXml" ds:itemID="{FCC3BB52-6112-4A90-B1AF-BB2849B505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</TotalTime>
  <Words>1412</Words>
  <Application>Microsoft Macintosh PowerPoint</Application>
  <PresentationFormat>Widescreen</PresentationFormat>
  <Paragraphs>232</Paragraphs>
  <Slides>36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メイリオ</vt:lpstr>
      <vt:lpstr>游ゴシック</vt:lpstr>
      <vt:lpstr>Aptos</vt:lpstr>
      <vt:lpstr>Aptos SemiBold</vt:lpstr>
      <vt:lpstr>Arial</vt:lpstr>
      <vt:lpstr>Calibri</vt:lpstr>
      <vt:lpstr>01 Takeda Slide Master | Pattern 1</vt:lpstr>
      <vt:lpstr>Pattern 1</vt:lpstr>
      <vt:lpstr>Pattern 2</vt:lpstr>
      <vt:lpstr>Pattern 3</vt:lpstr>
      <vt:lpstr>Pattern 4</vt:lpstr>
      <vt:lpstr>think-cell Slide</vt:lpstr>
      <vt:lpstr>Takeda  PowerPoint  Template</vt:lpstr>
      <vt:lpstr>Additional Layouts and Background Options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Charts and Graphs</vt:lpstr>
      <vt:lpstr>Example Charts and Graphs</vt:lpstr>
      <vt:lpstr>Example Tables</vt:lpstr>
      <vt:lpstr>Example Timeline</vt:lpstr>
      <vt:lpstr>PowerPoint Presentation</vt:lpstr>
      <vt:lpstr>PowerPoint Presentation</vt:lpstr>
      <vt:lpstr>PowerPoint Presentation</vt:lpstr>
      <vt:lpstr>PowerPoint Presentation</vt:lpstr>
      <vt:lpstr>Example Use of Thin-Lined Icons with a Main Image</vt:lpstr>
      <vt:lpstr>Reference Materials</vt:lpstr>
      <vt:lpstr>Color Palette</vt:lpstr>
      <vt:lpstr>Color Combinations</vt:lpstr>
      <vt:lpstr>PowerPoint Presentation</vt:lpstr>
    </vt:vector>
  </TitlesOfParts>
  <Manager/>
  <Company>Takeda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Joseph Tame</cp:lastModifiedBy>
  <cp:revision>78</cp:revision>
  <dcterms:created xsi:type="dcterms:W3CDTF">2026-03-16T01:10:37Z</dcterms:created>
  <dcterms:modified xsi:type="dcterms:W3CDTF">2026-06-01T10:11:31Z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0x010100331811318C565C4B8B9773E8DCEFBCFD</vt:lpwstr>
  </property>
  <property fmtid="{D5CDD505-2E9C-101B-9397-08002B2CF9AE}" pid="3" name="MediaServiceImageTags">
    <vt:lpwstr/>
  </property>
</Properties>
</file>