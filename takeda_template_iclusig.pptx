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3.xml" ContentType="application/vnd.openxmlformats-officedocument.them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theme/theme4.xml" ContentType="application/vnd.openxmlformats-officedocument.them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theme/theme5.xml" ContentType="application/vnd.openxmlformats-officedocument.theme+xml"/>
  <Override PartName="/ppt/tags/tag9.xml" ContentType="application/vnd.openxmlformats-officedocument.presentationml.tags+xml"/>
  <Override PartName="/ppt/theme/theme6.xml" ContentType="application/vnd.openxmlformats-officedocument.theme+xml"/>
  <Override PartName="/ppt/tags/tag10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charts/chartEx1.xml" ContentType="application/vnd.ms-office.chartex+xml"/>
  <Override PartName="/ppt/charts/style3.xml" ContentType="application/vnd.ms-office.chartstyle+xml"/>
  <Override PartName="/ppt/charts/colors3.xml" ContentType="application/vnd.ms-office.chartcolorstyle+xml"/>
  <Override PartName="/ppt/theme/themeOverride3.xml" ContentType="application/vnd.openxmlformats-officedocument.themeOverride+xml"/>
  <Override PartName="/ppt/charts/chartEx2.xml" ContentType="application/vnd.ms-office.chartex+xml"/>
  <Override PartName="/ppt/charts/style4.xml" ContentType="application/vnd.ms-office.chartstyle+xml"/>
  <Override PartName="/ppt/charts/colors4.xml" ContentType="application/vnd.ms-office.chartcolorstyle+xml"/>
  <Override PartName="/ppt/theme/themeOverride4.xml" ContentType="application/vnd.openxmlformats-officedocument.themeOverride+xml"/>
  <Override PartName="/ppt/tags/tag11.xml" ContentType="application/vnd.openxmlformats-officedocument.presentationml.tags+xml"/>
  <Override PartName="/ppt/charts/chart3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4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5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6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7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8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9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0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theme/themeOverride5.xml" ContentType="application/vnd.openxmlformats-officedocument.themeOverride+xml"/>
  <Override PartName="/ppt/charts/chart11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theme/themeOverride6.xml" ContentType="application/vnd.openxmlformats-officedocument.themeOverride+xml"/>
  <Override PartName="/ppt/charts/chart12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theme/themeOverride7.xml" ContentType="application/vnd.openxmlformats-officedocument.themeOverride+xml"/>
  <Override PartName="/ppt/charts/chart13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theme/themeOverride8.xml" ContentType="application/vnd.openxmlformats-officedocument.themeOverride+xml"/>
  <Override PartName="/ppt/drawings/drawing1.xml" ContentType="application/vnd.openxmlformats-officedocument.drawingml.chartshapes+xml"/>
  <Override PartName="/ppt/charts/chart14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theme/themeOverride9.xml" ContentType="application/vnd.openxmlformats-officedocument.themeOverride+xml"/>
  <Override PartName="/ppt/comments/modernComment_106_C43A50DB.xml" ContentType="application/vnd.ms-powerpoint.comments+xml"/>
  <Override PartName="/ppt/charts/chart15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theme/themeOverride10.xml" ContentType="application/vnd.openxmlformats-officedocument.themeOverride+xml"/>
  <Override PartName="/ppt/charts/chart16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theme/themeOverride11.xml" ContentType="application/vnd.openxmlformats-officedocument.themeOverride+xml"/>
  <Override PartName="/ppt/charts/chart17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charts/chart18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ppt/theme/themeOverride12.xml" ContentType="application/vnd.openxmlformats-officedocument.themeOverride+xml"/>
  <Override PartName="/ppt/charts/chart19.xml" ContentType="application/vnd.openxmlformats-officedocument.drawingml.chart+xml"/>
  <Override PartName="/ppt/charts/style21.xml" ContentType="application/vnd.ms-office.chartstyle+xml"/>
  <Override PartName="/ppt/charts/colors21.xml" ContentType="application/vnd.ms-office.chartcolorstyle+xml"/>
  <Override PartName="/ppt/theme/themeOverride13.xml" ContentType="application/vnd.openxmlformats-officedocument.themeOverride+xml"/>
  <Override PartName="/ppt/charts/chart20.xml" ContentType="application/vnd.openxmlformats-officedocument.drawingml.chart+xml"/>
  <Override PartName="/ppt/charts/style22.xml" ContentType="application/vnd.ms-office.chartstyle+xml"/>
  <Override PartName="/ppt/charts/colors22.xml" ContentType="application/vnd.ms-office.chartcolorstyle+xml"/>
  <Override PartName="/ppt/theme/themeOverride14.xml" ContentType="application/vnd.openxmlformats-officedocument.themeOverride+xml"/>
  <Override PartName="/ppt/charts/chart21.xml" ContentType="application/vnd.openxmlformats-officedocument.drawingml.chart+xml"/>
  <Override PartName="/ppt/charts/style23.xml" ContentType="application/vnd.ms-office.chartstyle+xml"/>
  <Override PartName="/ppt/charts/colors23.xml" ContentType="application/vnd.ms-office.chartcolorstyle+xml"/>
  <Override PartName="/ppt/theme/themeOverride15.xml" ContentType="application/vnd.openxmlformats-officedocument.themeOverride+xml"/>
  <Override PartName="/ppt/charts/chart22.xml" ContentType="application/vnd.openxmlformats-officedocument.drawingml.chart+xml"/>
  <Override PartName="/ppt/charts/style24.xml" ContentType="application/vnd.ms-office.chartstyle+xml"/>
  <Override PartName="/ppt/charts/colors24.xml" ContentType="application/vnd.ms-office.chartcolorstyle+xml"/>
  <Override PartName="/ppt/theme/themeOverride16.xml" ContentType="application/vnd.openxmlformats-officedocument.themeOverride+xml"/>
  <Override PartName="/ppt/charts/chart23.xml" ContentType="application/vnd.openxmlformats-officedocument.drawingml.chart+xml"/>
  <Override PartName="/ppt/charts/style25.xml" ContentType="application/vnd.ms-office.chartstyle+xml"/>
  <Override PartName="/ppt/charts/colors25.xml" ContentType="application/vnd.ms-office.chartcolorstyle+xml"/>
  <Override PartName="/ppt/theme/themeOverride17.xml" ContentType="application/vnd.openxmlformats-officedocument.themeOverride+xml"/>
  <Override PartName="/ppt/charts/chart24.xml" ContentType="application/vnd.openxmlformats-officedocument.drawingml.chart+xml"/>
  <Override PartName="/ppt/charts/style26.xml" ContentType="application/vnd.ms-office.chartstyle+xml"/>
  <Override PartName="/ppt/charts/colors26.xml" ContentType="application/vnd.ms-office.chartcolorstyle+xml"/>
  <Override PartName="/ppt/theme/themeOverride18.xml" ContentType="application/vnd.openxmlformats-officedocument.themeOverride+xml"/>
  <Override PartName="/ppt/charts/chart25.xml" ContentType="application/vnd.openxmlformats-officedocument.drawingml.chart+xml"/>
  <Override PartName="/ppt/charts/style27.xml" ContentType="application/vnd.ms-office.chartstyle+xml"/>
  <Override PartName="/ppt/charts/colors27.xml" ContentType="application/vnd.ms-office.chartcolorstyle+xml"/>
  <Override PartName="/ppt/theme/themeOverride19.xml" ContentType="application/vnd.openxmlformats-officedocument.themeOverride+xml"/>
  <Override PartName="/ppt/charts/chart26.xml" ContentType="application/vnd.openxmlformats-officedocument.drawingml.chart+xml"/>
  <Override PartName="/ppt/charts/style28.xml" ContentType="application/vnd.ms-office.chartstyle+xml"/>
  <Override PartName="/ppt/charts/colors28.xml" ContentType="application/vnd.ms-office.chartcolorstyle+xml"/>
  <Override PartName="/ppt/theme/themeOverride20.xml" ContentType="application/vnd.openxmlformats-officedocument.themeOverride+xml"/>
  <Override PartName="/ppt/charts/chart27.xml" ContentType="application/vnd.openxmlformats-officedocument.drawingml.chart+xml"/>
  <Override PartName="/ppt/charts/style29.xml" ContentType="application/vnd.ms-office.chartstyle+xml"/>
  <Override PartName="/ppt/charts/colors29.xml" ContentType="application/vnd.ms-office.chartcolorstyle+xml"/>
  <Override PartName="/ppt/theme/themeOverride21.xml" ContentType="application/vnd.openxmlformats-officedocument.themeOverride+xml"/>
  <Override PartName="/ppt/charts/chart28.xml" ContentType="application/vnd.openxmlformats-officedocument.drawingml.chart+xml"/>
  <Override PartName="/ppt/charts/style30.xml" ContentType="application/vnd.ms-office.chartstyle+xml"/>
  <Override PartName="/ppt/charts/colors30.xml" ContentType="application/vnd.ms-office.chartcolorstyle+xml"/>
  <Override PartName="/ppt/theme/themeOverride22.xml" ContentType="application/vnd.openxmlformats-officedocument.themeOverride+xml"/>
  <Override PartName="/ppt/charts/chart29.xml" ContentType="application/vnd.openxmlformats-officedocument.drawingml.chart+xml"/>
  <Override PartName="/ppt/charts/style31.xml" ContentType="application/vnd.ms-office.chartstyle+xml"/>
  <Override PartName="/ppt/charts/colors31.xml" ContentType="application/vnd.ms-office.chartcolorstyle+xml"/>
  <Override PartName="/ppt/theme/themeOverride23.xml" ContentType="application/vnd.openxmlformats-officedocument.themeOverride+xml"/>
  <Override PartName="/ppt/charts/chart30.xml" ContentType="application/vnd.openxmlformats-officedocument.drawingml.chart+xml"/>
  <Override PartName="/ppt/charts/style32.xml" ContentType="application/vnd.ms-office.chartstyle+xml"/>
  <Override PartName="/ppt/charts/colors32.xml" ContentType="application/vnd.ms-office.chartcolorstyle+xml"/>
  <Override PartName="/ppt/theme/themeOverride24.xml" ContentType="application/vnd.openxmlformats-officedocument.themeOverride+xml"/>
  <Override PartName="/ppt/charts/chart31.xml" ContentType="application/vnd.openxmlformats-officedocument.drawingml.chart+xml"/>
  <Override PartName="/ppt/charts/style33.xml" ContentType="application/vnd.ms-office.chartstyle+xml"/>
  <Override PartName="/ppt/charts/colors33.xml" ContentType="application/vnd.ms-office.chartcolorstyle+xml"/>
  <Override PartName="/ppt/theme/themeOverride25.xml" ContentType="application/vnd.openxmlformats-officedocument.themeOverride+xml"/>
  <Override PartName="/ppt/charts/chart32.xml" ContentType="application/vnd.openxmlformats-officedocument.drawingml.chart+xml"/>
  <Override PartName="/ppt/charts/style34.xml" ContentType="application/vnd.ms-office.chartstyle+xml"/>
  <Override PartName="/ppt/charts/colors34.xml" ContentType="application/vnd.ms-office.chartcolorstyle+xml"/>
  <Override PartName="/ppt/theme/themeOverride26.xml" ContentType="application/vnd.openxmlformats-officedocument.themeOverride+xml"/>
  <Override PartName="/ppt/charts/chart33.xml" ContentType="application/vnd.openxmlformats-officedocument.drawingml.chart+xml"/>
  <Override PartName="/ppt/charts/style35.xml" ContentType="application/vnd.ms-office.chartstyle+xml"/>
  <Override PartName="/ppt/charts/colors35.xml" ContentType="application/vnd.ms-office.chartcolorstyle+xml"/>
  <Override PartName="/ppt/theme/themeOverride27.xml" ContentType="application/vnd.openxmlformats-officedocument.themeOverride+xml"/>
  <Override PartName="/ppt/charts/chart34.xml" ContentType="application/vnd.openxmlformats-officedocument.drawingml.chart+xml"/>
  <Override PartName="/ppt/charts/style36.xml" ContentType="application/vnd.ms-office.chartstyle+xml"/>
  <Override PartName="/ppt/charts/colors36.xml" ContentType="application/vnd.ms-office.chartcolorstyle+xml"/>
  <Override PartName="/ppt/theme/themeOverride28.xml" ContentType="application/vnd.openxmlformats-officedocument.themeOverride+xml"/>
  <Override PartName="/ppt/charts/chart35.xml" ContentType="application/vnd.openxmlformats-officedocument.drawingml.chart+xml"/>
  <Override PartName="/ppt/charts/style37.xml" ContentType="application/vnd.ms-office.chartstyle+xml"/>
  <Override PartName="/ppt/charts/colors37.xml" ContentType="application/vnd.ms-office.chartcolorstyle+xml"/>
  <Override PartName="/ppt/theme/themeOverride29.xml" ContentType="application/vnd.openxmlformats-officedocument.themeOverride+xml"/>
  <Override PartName="/ppt/charts/chart36.xml" ContentType="application/vnd.openxmlformats-officedocument.drawingml.chart+xml"/>
  <Override PartName="/ppt/charts/style38.xml" ContentType="application/vnd.ms-office.chartstyle+xml"/>
  <Override PartName="/ppt/charts/colors38.xml" ContentType="application/vnd.ms-office.chartcolorstyle+xml"/>
  <Override PartName="/ppt/theme/themeOverride30.xml" ContentType="application/vnd.openxmlformats-officedocument.themeOverride+xml"/>
  <Override PartName="/ppt/charts/chart37.xml" ContentType="application/vnd.openxmlformats-officedocument.drawingml.chart+xml"/>
  <Override PartName="/ppt/charts/style39.xml" ContentType="application/vnd.ms-office.chartstyle+xml"/>
  <Override PartName="/ppt/charts/colors39.xml" ContentType="application/vnd.ms-office.chartcolorstyle+xml"/>
  <Override PartName="/ppt/theme/themeOverride31.xml" ContentType="application/vnd.openxmlformats-officedocument.themeOverride+xml"/>
  <Override PartName="/ppt/charts/chart38.xml" ContentType="application/vnd.openxmlformats-officedocument.drawingml.chart+xml"/>
  <Override PartName="/ppt/charts/style40.xml" ContentType="application/vnd.ms-office.chartstyle+xml"/>
  <Override PartName="/ppt/charts/colors40.xml" ContentType="application/vnd.ms-office.chartcolorstyle+xml"/>
  <Override PartName="/ppt/theme/themeOverride32.xml" ContentType="application/vnd.openxmlformats-officedocument.themeOverride+xml"/>
  <Override PartName="/ppt/charts/chartEx3.xml" ContentType="application/vnd.ms-office.chartex+xml"/>
  <Override PartName="/ppt/charts/style41.xml" ContentType="application/vnd.ms-office.chartstyle+xml"/>
  <Override PartName="/ppt/charts/colors41.xml" ContentType="application/vnd.ms-office.chartcolorstyle+xml"/>
  <Override PartName="/ppt/theme/themeOverride33.xml" ContentType="application/vnd.openxmlformats-officedocument.themeOverride+xml"/>
  <Override PartName="/ppt/comments/modernComment_108_C7D212B7.xml" ContentType="application/vnd.ms-powerpoint.comments+xml"/>
  <Override PartName="/ppt/charts/chart39.xml" ContentType="application/vnd.openxmlformats-officedocument.drawingml.chart+xml"/>
  <Override PartName="/ppt/theme/themeOverride34.xml" ContentType="application/vnd.openxmlformats-officedocument.themeOverride+xml"/>
  <Override PartName="/ppt/comments/modernComment_116_C5EB7ED9.xml" ContentType="application/vnd.ms-powerpoint.comment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2" r:id="rId4"/>
    <p:sldMasterId id="2147483717" r:id="rId5"/>
    <p:sldMasterId id="2147483765" r:id="rId6"/>
    <p:sldMasterId id="2147483788" r:id="rId7"/>
    <p:sldMasterId id="2147483792" r:id="rId8"/>
  </p:sldMasterIdLst>
  <p:notesMasterIdLst>
    <p:notesMasterId r:id="rId62"/>
  </p:notesMasterIdLst>
  <p:sldIdLst/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90473DC-CBA3-4A43-8C17-A6F81FD16602}">
          <p14:sldIdLst>
            <p14:sldId id="2147483643"/>
            <p14:sldId id="271"/>
            <p14:sldId id="276"/>
          </p14:sldIdLst>
        </p14:section>
        <p14:section name="Promotional Impact Assessment" id="{611159F6-B10F-4DF9-96CA-48A9B067D04D}">
          <p14:sldIdLst>
            <p14:sldId id="269"/>
            <p14:sldId id="277"/>
            <p14:sldId id="258"/>
            <p14:sldId id="256"/>
            <p14:sldId id="289"/>
            <p14:sldId id="2147483642"/>
            <p14:sldId id="2147483636"/>
            <p14:sldId id="287"/>
            <p14:sldId id="2147483637"/>
          </p14:sldIdLst>
        </p14:section>
        <p14:section name="Budget Optimization Scenarios" id="{4B3F07BC-24D6-4BE2-95EE-7E6C73E0924A}">
          <p14:sldIdLst>
            <p14:sldId id="272"/>
            <p14:sldId id="281"/>
            <p14:sldId id="282"/>
          </p14:sldIdLst>
        </p14:section>
        <p14:section name="Appendix - Supporting slides" id="{143AD2C6-0F39-47A7-A087-814DC125DCC3}">
          <p14:sldIdLst>
            <p14:sldId id="267"/>
            <p14:sldId id="2147483641"/>
            <p14:sldId id="2147483640"/>
            <p14:sldId id="280"/>
            <p14:sldId id="275"/>
            <p14:sldId id="2147483638"/>
            <p14:sldId id="259"/>
            <p14:sldId id="260"/>
            <p14:sldId id="261"/>
            <p14:sldId id="262"/>
            <p14:sldId id="2147483644"/>
            <p14:sldId id="2147483647"/>
            <p14:sldId id="2147483646"/>
            <p14:sldId id="2147483645"/>
          </p14:sldIdLst>
        </p14:section>
        <p14:section name="Budget Optimization - Supporting Slides" id="{3B2DEA41-8F39-4CE8-9952-A814722F74A1}">
          <p14:sldIdLst>
            <p14:sldId id="288"/>
            <p14:sldId id="283"/>
            <p14:sldId id="284"/>
            <p14:sldId id="285"/>
            <p14:sldId id="286"/>
          </p14:sldIdLst>
        </p14:section>
        <p14:section name="Appendix - Data Trends" id="{1A58158E-7A87-49B4-8DC9-19BB53E2382C}">
          <p14:sldIdLst>
            <p14:sldId id="2147478844"/>
            <p14:sldId id="2147478851"/>
            <p14:sldId id="2147478847"/>
            <p14:sldId id="2147478848"/>
          </p14:sldIdLst>
        </p14:section>
        <p14:section name="Results from Previous MMix" id="{0A7DB3A5-2DE3-417C-8664-02C71095DA4B}">
          <p14:sldIdLst>
            <p14:sldId id="295"/>
            <p14:sldId id="257"/>
            <p14:sldId id="298"/>
            <p14:sldId id="300"/>
            <p14:sldId id="301"/>
            <p14:sldId id="268"/>
          </p14:sldIdLst>
        </p14:section>
        <p14:section name="Appendix - Methodology" id="{991CFC93-2050-4F28-AE4E-69BCDF7D057F}">
          <p14:sldIdLst>
            <p14:sldId id="263"/>
            <p14:sldId id="264"/>
            <p14:sldId id="265"/>
            <p14:sldId id="266"/>
            <p14:sldId id="270"/>
            <p14:sldId id="274"/>
            <p14:sldId id="278"/>
            <p14:sldId id="279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5ECBD71-9D75-4075-CEC7-9819E90E648D}" name="Akshay Sridharan" initials="AS" userId="S::akshay.sridharan@zs.com::99e024e8-8f73-4100-a37d-ba61fa41a58e" providerId="AD"/>
  <p188:author id="{FF7A6F94-196D-7651-EA41-900EC8A2B3A1}" name="Chandan Singh" initials="CS" userId="S::chandan.singh@zs.com::792c5bd0-c99f-435a-90e2-08bee6274179" providerId="AD"/>
  <p188:author id="{63C25BC5-8118-841F-9998-6F28F688462D}" name="Govardhan M" initials="GM" userId="S::govardhan.m@zs.com::3a8f7451-9439-4bf6-ab12-e82626400139" providerId="AD"/>
  <p188:author id="{202A93E7-9998-1349-5DB3-3140F1F51FD3}" name="Krishna Bandaru" initials="KB" userId="S::krishna.bandaru@zs.com::b909dd03-51de-4a42-9bfd-6bd83ccb008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4C70"/>
    <a:srgbClr val="00B050"/>
    <a:srgbClr val="E97132"/>
    <a:srgbClr val="50C85C"/>
    <a:srgbClr val="32BF40"/>
    <a:srgbClr val="ED8D5B"/>
    <a:srgbClr val="63CE6E"/>
    <a:srgbClr val="6DD177"/>
    <a:srgbClr val="1077BE"/>
    <a:srgbClr val="E7F2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FD7EF2-9F6A-4A85-9E04-7BD40E6BDA43}" v="385" dt="2025-11-06T11:16:21.379"/>
    <p1510:client id="{B185EE3A-73E0-4838-9EFA-D70D1C14C457}" v="749" dt="2025-11-06T11:16:50.92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
<Relationships xmlns="http://schemas.openxmlformats.org/package/2006/relationships"><Relationship Id="rId26" Type="http://schemas.openxmlformats.org/officeDocument/2006/relationships/slide" Target="slides/slide18.xml"/><Relationship Id="rId21" Type="http://schemas.openxmlformats.org/officeDocument/2006/relationships/slide" Target="slides/slide13.xml"/><Relationship Id="rId42" Type="http://schemas.openxmlformats.org/officeDocument/2006/relationships/slide" Target="slides/slide34.xml"/><Relationship Id="rId47" Type="http://schemas.openxmlformats.org/officeDocument/2006/relationships/slide" Target="slides/slide39.xml"/><Relationship Id="rId63" Type="http://schemas.openxmlformats.org/officeDocument/2006/relationships/presProps" Target="presProps.xml"/><Relationship Id="rId68" Type="http://schemas.microsoft.com/office/2015/10/relationships/revisionInfo" Target="revisionInfo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9" Type="http://schemas.openxmlformats.org/officeDocument/2006/relationships/slide" Target="slides/slide21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slide" Target="slides/slide24.xml"/><Relationship Id="rId37" Type="http://schemas.openxmlformats.org/officeDocument/2006/relationships/slide" Target="slides/slide29.xml"/><Relationship Id="rId40" Type="http://schemas.openxmlformats.org/officeDocument/2006/relationships/slide" Target="slides/slide32.xml"/><Relationship Id="rId45" Type="http://schemas.openxmlformats.org/officeDocument/2006/relationships/slide" Target="slides/slide37.xml"/><Relationship Id="rId53" Type="http://schemas.openxmlformats.org/officeDocument/2006/relationships/slide" Target="slides/slide45.xml"/><Relationship Id="rId58" Type="http://schemas.openxmlformats.org/officeDocument/2006/relationships/slide" Target="slides/slide50.xml"/><Relationship Id="rId66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61" Type="http://schemas.openxmlformats.org/officeDocument/2006/relationships/slide" Target="slides/slide53.xml"/><Relationship Id="rId19" Type="http://schemas.openxmlformats.org/officeDocument/2006/relationships/slide" Target="slides/slide1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slide" Target="slides/slide22.xml"/><Relationship Id="rId35" Type="http://schemas.openxmlformats.org/officeDocument/2006/relationships/slide" Target="slides/slide27.xml"/><Relationship Id="rId43" Type="http://schemas.openxmlformats.org/officeDocument/2006/relationships/slide" Target="slides/slide35.xml"/><Relationship Id="rId48" Type="http://schemas.openxmlformats.org/officeDocument/2006/relationships/slide" Target="slides/slide40.xml"/><Relationship Id="rId56" Type="http://schemas.openxmlformats.org/officeDocument/2006/relationships/slide" Target="slides/slide48.xml"/><Relationship Id="rId64" Type="http://schemas.openxmlformats.org/officeDocument/2006/relationships/viewProps" Target="viewProps.xml"/><Relationship Id="rId69" Type="http://schemas.microsoft.com/office/2018/10/relationships/authors" Target="authors.xml"/><Relationship Id="rId8" Type="http://schemas.openxmlformats.org/officeDocument/2006/relationships/slideMaster" Target="slideMasters/slideMaster5.xml"/><Relationship Id="rId51" Type="http://schemas.openxmlformats.org/officeDocument/2006/relationships/slide" Target="slides/slide43.xml"/><Relationship Id="rId3" Type="http://schemas.openxmlformats.org/officeDocument/2006/relationships/customXml" Target="../customXml/item3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slide" Target="slides/slide25.xml"/><Relationship Id="rId38" Type="http://schemas.openxmlformats.org/officeDocument/2006/relationships/slide" Target="slides/slide30.xml"/><Relationship Id="rId46" Type="http://schemas.openxmlformats.org/officeDocument/2006/relationships/slide" Target="slides/slide38.xml"/><Relationship Id="rId59" Type="http://schemas.openxmlformats.org/officeDocument/2006/relationships/slide" Target="slides/slide51.xml"/><Relationship Id="rId67" Type="http://schemas.microsoft.com/office/2016/11/relationships/changesInfo" Target="changesInfos/changesInfo1.xml"/><Relationship Id="rId20" Type="http://schemas.openxmlformats.org/officeDocument/2006/relationships/slide" Target="slides/slide12.xml"/><Relationship Id="rId41" Type="http://schemas.openxmlformats.org/officeDocument/2006/relationships/slide" Target="slides/slide33.xml"/><Relationship Id="rId54" Type="http://schemas.openxmlformats.org/officeDocument/2006/relationships/slide" Target="slides/slide46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slide" Target="slides/slide28.xml"/><Relationship Id="rId49" Type="http://schemas.openxmlformats.org/officeDocument/2006/relationships/slide" Target="slides/slide41.xml"/><Relationship Id="rId57" Type="http://schemas.openxmlformats.org/officeDocument/2006/relationships/slide" Target="slides/slide49.xml"/><Relationship Id="rId10" Type="http://schemas.openxmlformats.org/officeDocument/2006/relationships/slide" Target="slides/slide2.xml"/><Relationship Id="rId31" Type="http://schemas.openxmlformats.org/officeDocument/2006/relationships/slide" Target="slides/slide23.xml"/><Relationship Id="rId44" Type="http://schemas.openxmlformats.org/officeDocument/2006/relationships/slide" Target="slides/slide36.xml"/><Relationship Id="rId52" Type="http://schemas.openxmlformats.org/officeDocument/2006/relationships/slide" Target="slides/slide44.xml"/><Relationship Id="rId60" Type="http://schemas.openxmlformats.org/officeDocument/2006/relationships/slide" Target="slides/slide52.xml"/><Relationship Id="rId65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39" Type="http://schemas.openxmlformats.org/officeDocument/2006/relationships/slide" Target="slides/slide31.xml"/><Relationship Id="rId34" Type="http://schemas.openxmlformats.org/officeDocument/2006/relationships/slide" Target="slides/slide26.xml"/><Relationship Id="rId50" Type="http://schemas.openxmlformats.org/officeDocument/2006/relationships/slide" Target="slides/slide42.xml"/><Relationship Id="rId55" Type="http://schemas.openxmlformats.org/officeDocument/2006/relationships/slide" Target="slides/slide4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kshay Sridharan" userId="99e024e8-8f73-4100-a37d-ba61fa41a58e" providerId="ADAL" clId="{BDEF0B11-DE37-4949-8BB5-0B7AF48E4C92}"/>
    <pc:docChg chg="undo custSel modSld">
      <pc:chgData name="Akshay Sridharan" userId="99e024e8-8f73-4100-a37d-ba61fa41a58e" providerId="ADAL" clId="{BDEF0B11-DE37-4949-8BB5-0B7AF48E4C92}" dt="2025-11-06T11:16:50.924" v="748" actId="114"/>
      <pc:docMkLst>
        <pc:docMk/>
      </pc:docMkLst>
      <pc:sldChg chg="modSp mod">
        <pc:chgData name="Akshay Sridharan" userId="99e024e8-8f73-4100-a37d-ba61fa41a58e" providerId="ADAL" clId="{BDEF0B11-DE37-4949-8BB5-0B7AF48E4C92}" dt="2025-11-04T18:02:05.393" v="116" actId="13926"/>
        <pc:sldMkLst>
          <pc:docMk/>
          <pc:sldMk cId="3313993474" sldId="280"/>
        </pc:sldMkLst>
        <pc:graphicFrameChg chg="mod modGraphic">
          <ac:chgData name="Akshay Sridharan" userId="99e024e8-8f73-4100-a37d-ba61fa41a58e" providerId="ADAL" clId="{BDEF0B11-DE37-4949-8BB5-0B7AF48E4C92}" dt="2025-11-04T18:02:05.393" v="116" actId="13926"/>
          <ac:graphicFrameMkLst>
            <pc:docMk/>
            <pc:sldMk cId="3313993474" sldId="280"/>
            <ac:graphicFrameMk id="4" creationId="{056625D8-9E40-9C88-CEAE-E223BECDF384}"/>
          </ac:graphicFrameMkLst>
        </pc:graphicFrameChg>
      </pc:sldChg>
      <pc:sldChg chg="modSp mod">
        <pc:chgData name="Akshay Sridharan" userId="99e024e8-8f73-4100-a37d-ba61fa41a58e" providerId="ADAL" clId="{BDEF0B11-DE37-4949-8BB5-0B7AF48E4C92}" dt="2025-11-06T11:16:50.924" v="748" actId="114"/>
        <pc:sldMkLst>
          <pc:docMk/>
          <pc:sldMk cId="1031377013" sldId="287"/>
        </pc:sldMkLst>
        <pc:spChg chg="mod">
          <ac:chgData name="Akshay Sridharan" userId="99e024e8-8f73-4100-a37d-ba61fa41a58e" providerId="ADAL" clId="{BDEF0B11-DE37-4949-8BB5-0B7AF48E4C92}" dt="2025-11-06T11:16:50.924" v="748" actId="114"/>
          <ac:spMkLst>
            <pc:docMk/>
            <pc:sldMk cId="1031377013" sldId="287"/>
            <ac:spMk id="4" creationId="{C9EFA340-2C2E-D0B0-5BD3-37FC2E56DA22}"/>
          </ac:spMkLst>
        </pc:spChg>
        <pc:graphicFrameChg chg="modGraphic">
          <ac:chgData name="Akshay Sridharan" userId="99e024e8-8f73-4100-a37d-ba61fa41a58e" providerId="ADAL" clId="{BDEF0B11-DE37-4949-8BB5-0B7AF48E4C92}" dt="2025-11-06T09:44:38.188" v="531" actId="20577"/>
          <ac:graphicFrameMkLst>
            <pc:docMk/>
            <pc:sldMk cId="1031377013" sldId="287"/>
            <ac:graphicFrameMk id="3" creationId="{D4162A46-9A79-9524-39FF-E2AE32307CE3}"/>
          </ac:graphicFrameMkLst>
        </pc:graphicFrameChg>
      </pc:sldChg>
      <pc:sldChg chg="modSp mod">
        <pc:chgData name="Akshay Sridharan" userId="99e024e8-8f73-4100-a37d-ba61fa41a58e" providerId="ADAL" clId="{BDEF0B11-DE37-4949-8BB5-0B7AF48E4C92}" dt="2025-11-06T09:32:55.952" v="231" actId="20577"/>
        <pc:sldMkLst>
          <pc:docMk/>
          <pc:sldMk cId="468700185" sldId="289"/>
        </pc:sldMkLst>
        <pc:spChg chg="mod">
          <ac:chgData name="Akshay Sridharan" userId="99e024e8-8f73-4100-a37d-ba61fa41a58e" providerId="ADAL" clId="{BDEF0B11-DE37-4949-8BB5-0B7AF48E4C92}" dt="2025-11-06T09:32:55.952" v="231" actId="20577"/>
          <ac:spMkLst>
            <pc:docMk/>
            <pc:sldMk cId="468700185" sldId="289"/>
            <ac:spMk id="110" creationId="{78695065-7F37-FDF2-9BEC-1273DA3B39C3}"/>
          </ac:spMkLst>
        </pc:spChg>
        <pc:graphicFrameChg chg="modGraphic">
          <ac:chgData name="Akshay Sridharan" userId="99e024e8-8f73-4100-a37d-ba61fa41a58e" providerId="ADAL" clId="{BDEF0B11-DE37-4949-8BB5-0B7AF48E4C92}" dt="2025-11-06T09:32:36.488" v="209" actId="20577"/>
          <ac:graphicFrameMkLst>
            <pc:docMk/>
            <pc:sldMk cId="468700185" sldId="289"/>
            <ac:graphicFrameMk id="78" creationId="{75C3C772-05F5-CAD1-42BA-315C47988D4A}"/>
          </ac:graphicFrameMkLst>
        </pc:graphicFrameChg>
      </pc:sldChg>
    </pc:docChg>
  </pc:docChgLst>
  <pc:docChgLst>
    <pc:chgData name="Krishna Bandaru" userId="b909dd03-51de-4a42-9bfd-6bd83ccb0081" providerId="ADAL" clId="{A9A77D7B-25C4-4A27-AEF4-FDC3278BA2B6}"/>
    <pc:docChg chg="undo custSel addSld delSld modSld modSection">
      <pc:chgData name="Krishna Bandaru" userId="b909dd03-51de-4a42-9bfd-6bd83ccb0081" providerId="ADAL" clId="{A9A77D7B-25C4-4A27-AEF4-FDC3278BA2B6}" dt="2025-11-06T11:16:21.379" v="767" actId="729"/>
      <pc:docMkLst>
        <pc:docMk/>
      </pc:docMkLst>
      <pc:sldChg chg="modSp mod">
        <pc:chgData name="Krishna Bandaru" userId="b909dd03-51de-4a42-9bfd-6bd83ccb0081" providerId="ADAL" clId="{A9A77D7B-25C4-4A27-AEF4-FDC3278BA2B6}" dt="2025-11-04T18:14:29.407" v="481" actId="20577"/>
        <pc:sldMkLst>
          <pc:docMk/>
          <pc:sldMk cId="4043185759" sldId="269"/>
        </pc:sldMkLst>
        <pc:graphicFrameChg chg="modGraphic">
          <ac:chgData name="Krishna Bandaru" userId="b909dd03-51de-4a42-9bfd-6bd83ccb0081" providerId="ADAL" clId="{A9A77D7B-25C4-4A27-AEF4-FDC3278BA2B6}" dt="2025-11-04T18:14:29.407" v="481" actId="20577"/>
          <ac:graphicFrameMkLst>
            <pc:docMk/>
            <pc:sldMk cId="4043185759" sldId="269"/>
            <ac:graphicFrameMk id="28" creationId="{DD49483F-2DD0-CE9C-40EB-E6952FED9967}"/>
          </ac:graphicFrameMkLst>
        </pc:graphicFrameChg>
      </pc:sldChg>
      <pc:sldChg chg="addSp delSp modSp mod">
        <pc:chgData name="Krishna Bandaru" userId="b909dd03-51de-4a42-9bfd-6bd83ccb0081" providerId="ADAL" clId="{A9A77D7B-25C4-4A27-AEF4-FDC3278BA2B6}" dt="2025-11-04T17:34:02.737" v="381" actId="1037"/>
        <pc:sldMkLst>
          <pc:docMk/>
          <pc:sldMk cId="2053609765" sldId="272"/>
        </pc:sldMkLst>
        <pc:spChg chg="mod">
          <ac:chgData name="Krishna Bandaru" userId="b909dd03-51de-4a42-9bfd-6bd83ccb0081" providerId="ADAL" clId="{A9A77D7B-25C4-4A27-AEF4-FDC3278BA2B6}" dt="2025-11-04T17:34:02.737" v="381" actId="1037"/>
          <ac:spMkLst>
            <pc:docMk/>
            <pc:sldMk cId="2053609765" sldId="272"/>
            <ac:spMk id="3" creationId="{21AC1ED5-DC17-9D6A-75B3-C834C474CDE6}"/>
          </ac:spMkLst>
        </pc:spChg>
        <pc:spChg chg="mod">
          <ac:chgData name="Krishna Bandaru" userId="b909dd03-51de-4a42-9bfd-6bd83ccb0081" providerId="ADAL" clId="{A9A77D7B-25C4-4A27-AEF4-FDC3278BA2B6}" dt="2025-11-04T17:29:44.859" v="140" actId="1038"/>
          <ac:spMkLst>
            <pc:docMk/>
            <pc:sldMk cId="2053609765" sldId="272"/>
            <ac:spMk id="4" creationId="{D97156E7-4415-B14F-EB0E-F2697E3BFF52}"/>
          </ac:spMkLst>
        </pc:spChg>
        <pc:spChg chg="mod">
          <ac:chgData name="Krishna Bandaru" userId="b909dd03-51de-4a42-9bfd-6bd83ccb0081" providerId="ADAL" clId="{A9A77D7B-25C4-4A27-AEF4-FDC3278BA2B6}" dt="2025-11-04T17:29:42.150" v="135" actId="1038"/>
          <ac:spMkLst>
            <pc:docMk/>
            <pc:sldMk cId="2053609765" sldId="272"/>
            <ac:spMk id="7" creationId="{D89113A1-8C5B-DC89-6DA7-A0B1BBDAA616}"/>
          </ac:spMkLst>
        </pc:spChg>
        <pc:spChg chg="mod">
          <ac:chgData name="Krishna Bandaru" userId="b909dd03-51de-4a42-9bfd-6bd83ccb0081" providerId="ADAL" clId="{A9A77D7B-25C4-4A27-AEF4-FDC3278BA2B6}" dt="2025-11-04T17:29:33.192" v="119" actId="1036"/>
          <ac:spMkLst>
            <pc:docMk/>
            <pc:sldMk cId="2053609765" sldId="272"/>
            <ac:spMk id="13" creationId="{53EE32F7-1AE3-C00C-A52B-247F15556349}"/>
          </ac:spMkLst>
        </pc:spChg>
        <pc:spChg chg="mod">
          <ac:chgData name="Krishna Bandaru" userId="b909dd03-51de-4a42-9bfd-6bd83ccb0081" providerId="ADAL" clId="{A9A77D7B-25C4-4A27-AEF4-FDC3278BA2B6}" dt="2025-11-04T17:29:30.699" v="111" actId="1038"/>
          <ac:spMkLst>
            <pc:docMk/>
            <pc:sldMk cId="2053609765" sldId="272"/>
            <ac:spMk id="14" creationId="{7493470D-11B1-C09F-1463-16D6A51CCA5B}"/>
          </ac:spMkLst>
        </pc:spChg>
        <pc:spChg chg="mod">
          <ac:chgData name="Krishna Bandaru" userId="b909dd03-51de-4a42-9bfd-6bd83ccb0081" providerId="ADAL" clId="{A9A77D7B-25C4-4A27-AEF4-FDC3278BA2B6}" dt="2025-11-04T17:29:27.204" v="102" actId="1036"/>
          <ac:spMkLst>
            <pc:docMk/>
            <pc:sldMk cId="2053609765" sldId="272"/>
            <ac:spMk id="15" creationId="{50A21B77-E672-583A-8240-8BA73634EDD6}"/>
          </ac:spMkLst>
        </pc:spChg>
        <pc:spChg chg="mod">
          <ac:chgData name="Krishna Bandaru" userId="b909dd03-51de-4a42-9bfd-6bd83ccb0081" providerId="ADAL" clId="{A9A77D7B-25C4-4A27-AEF4-FDC3278BA2B6}" dt="2025-11-04T17:29:36.363" v="125" actId="1035"/>
          <ac:spMkLst>
            <pc:docMk/>
            <pc:sldMk cId="2053609765" sldId="272"/>
            <ac:spMk id="16" creationId="{0713692F-6440-BCEB-A3B3-FDF3210B6356}"/>
          </ac:spMkLst>
        </pc:spChg>
        <pc:spChg chg="mod">
          <ac:chgData name="Krishna Bandaru" userId="b909dd03-51de-4a42-9bfd-6bd83ccb0081" providerId="ADAL" clId="{A9A77D7B-25C4-4A27-AEF4-FDC3278BA2B6}" dt="2025-11-04T17:29:39.293" v="132" actId="1035"/>
          <ac:spMkLst>
            <pc:docMk/>
            <pc:sldMk cId="2053609765" sldId="272"/>
            <ac:spMk id="17" creationId="{4AA85E33-64EF-3EA1-7E1F-4F0D0916487F}"/>
          </ac:spMkLst>
        </pc:spChg>
        <pc:spChg chg="mod">
          <ac:chgData name="Krishna Bandaru" userId="b909dd03-51de-4a42-9bfd-6bd83ccb0081" providerId="ADAL" clId="{A9A77D7B-25C4-4A27-AEF4-FDC3278BA2B6}" dt="2025-11-04T17:27:58.242" v="19" actId="20577"/>
          <ac:spMkLst>
            <pc:docMk/>
            <pc:sldMk cId="2053609765" sldId="272"/>
            <ac:spMk id="23" creationId="{7E4084ED-B38E-3471-1DC3-FB34335D34FE}"/>
          </ac:spMkLst>
        </pc:spChg>
        <pc:spChg chg="mod">
          <ac:chgData name="Krishna Bandaru" userId="b909dd03-51de-4a42-9bfd-6bd83ccb0081" providerId="ADAL" clId="{A9A77D7B-25C4-4A27-AEF4-FDC3278BA2B6}" dt="2025-11-04T17:28:05.108" v="21" actId="1076"/>
          <ac:spMkLst>
            <pc:docMk/>
            <pc:sldMk cId="2053609765" sldId="272"/>
            <ac:spMk id="24" creationId="{B97DAE6D-78C8-1DC6-99E7-AD35066C945F}"/>
          </ac:spMkLst>
        </pc:spChg>
        <pc:spChg chg="mod">
          <ac:chgData name="Krishna Bandaru" userId="b909dd03-51de-4a42-9bfd-6bd83ccb0081" providerId="ADAL" clId="{A9A77D7B-25C4-4A27-AEF4-FDC3278BA2B6}" dt="2025-11-04T17:26:22.652" v="0" actId="1076"/>
          <ac:spMkLst>
            <pc:docMk/>
            <pc:sldMk cId="2053609765" sldId="272"/>
            <ac:spMk id="26" creationId="{ED701B56-E35D-9092-6096-F46B4ECC7D05}"/>
          </ac:spMkLst>
        </pc:spChg>
        <pc:spChg chg="mod">
          <ac:chgData name="Krishna Bandaru" userId="b909dd03-51de-4a42-9bfd-6bd83ccb0081" providerId="ADAL" clId="{A9A77D7B-25C4-4A27-AEF4-FDC3278BA2B6}" dt="2025-11-04T17:26:28.305" v="1" actId="1076"/>
          <ac:spMkLst>
            <pc:docMk/>
            <pc:sldMk cId="2053609765" sldId="272"/>
            <ac:spMk id="27" creationId="{00BDC14B-2EF6-2B11-3E3E-3C246B7B6A79}"/>
          </ac:spMkLst>
        </pc:spChg>
        <pc:spChg chg="mod">
          <ac:chgData name="Krishna Bandaru" userId="b909dd03-51de-4a42-9bfd-6bd83ccb0081" providerId="ADAL" clId="{A9A77D7B-25C4-4A27-AEF4-FDC3278BA2B6}" dt="2025-11-04T17:26:32.601" v="2" actId="1076"/>
          <ac:spMkLst>
            <pc:docMk/>
            <pc:sldMk cId="2053609765" sldId="272"/>
            <ac:spMk id="28" creationId="{E0658CA6-7B5D-354A-CB30-846D66BA71C2}"/>
          </ac:spMkLst>
        </pc:spChg>
        <pc:spChg chg="add mod">
          <ac:chgData name="Krishna Bandaru" userId="b909dd03-51de-4a42-9bfd-6bd83ccb0081" providerId="ADAL" clId="{A9A77D7B-25C4-4A27-AEF4-FDC3278BA2B6}" dt="2025-11-04T17:29:19.066" v="74" actId="1076"/>
          <ac:spMkLst>
            <pc:docMk/>
            <pc:sldMk cId="2053609765" sldId="272"/>
            <ac:spMk id="44" creationId="{A875CD1A-A2F9-73C9-3F36-90E097578FBF}"/>
          </ac:spMkLst>
        </pc:spChg>
        <pc:grpChg chg="mod topLvl">
          <ac:chgData name="Krishna Bandaru" userId="b909dd03-51de-4a42-9bfd-6bd83ccb0081" providerId="ADAL" clId="{A9A77D7B-25C4-4A27-AEF4-FDC3278BA2B6}" dt="2025-11-04T17:29:19.066" v="74" actId="1076"/>
          <ac:grpSpMkLst>
            <pc:docMk/>
            <pc:sldMk cId="2053609765" sldId="272"/>
            <ac:grpSpMk id="19" creationId="{78385232-C13C-BDCF-CA58-630DA0C7276A}"/>
          </ac:grpSpMkLst>
        </pc:grpChg>
        <pc:picChg chg="mod">
          <ac:chgData name="Krishna Bandaru" userId="b909dd03-51de-4a42-9bfd-6bd83ccb0081" providerId="ADAL" clId="{A9A77D7B-25C4-4A27-AEF4-FDC3278BA2B6}" dt="2025-11-04T17:26:46.538" v="5" actId="1076"/>
          <ac:picMkLst>
            <pc:docMk/>
            <pc:sldMk cId="2053609765" sldId="272"/>
            <ac:picMk id="31" creationId="{B1AA7C61-9D4B-58D1-C09B-0F92D63DE224}"/>
          </ac:picMkLst>
        </pc:picChg>
        <pc:picChg chg="mod">
          <ac:chgData name="Krishna Bandaru" userId="b909dd03-51de-4a42-9bfd-6bd83ccb0081" providerId="ADAL" clId="{A9A77D7B-25C4-4A27-AEF4-FDC3278BA2B6}" dt="2025-11-04T17:26:28.305" v="1" actId="1076"/>
          <ac:picMkLst>
            <pc:docMk/>
            <pc:sldMk cId="2053609765" sldId="272"/>
            <ac:picMk id="32" creationId="{D68AD772-6DCB-EB14-BFEE-C67F673A68BD}"/>
          </ac:picMkLst>
        </pc:picChg>
        <pc:picChg chg="mod">
          <ac:chgData name="Krishna Bandaru" userId="b909dd03-51de-4a42-9bfd-6bd83ccb0081" providerId="ADAL" clId="{A9A77D7B-25C4-4A27-AEF4-FDC3278BA2B6}" dt="2025-11-04T17:26:22.652" v="0" actId="1076"/>
          <ac:picMkLst>
            <pc:docMk/>
            <pc:sldMk cId="2053609765" sldId="272"/>
            <ac:picMk id="33" creationId="{32E27A93-2C37-F062-2F89-3BF66336ACA3}"/>
          </ac:picMkLst>
        </pc:picChg>
        <pc:cxnChg chg="mod">
          <ac:chgData name="Krishna Bandaru" userId="b909dd03-51de-4a42-9bfd-6bd83ccb0081" providerId="ADAL" clId="{A9A77D7B-25C4-4A27-AEF4-FDC3278BA2B6}" dt="2025-11-04T17:27:07.759" v="11" actId="14100"/>
          <ac:cxnSpMkLst>
            <pc:docMk/>
            <pc:sldMk cId="2053609765" sldId="272"/>
            <ac:cxnSpMk id="8" creationId="{7390A9FD-E2A5-AE8B-A610-9E692873B0CA}"/>
          </ac:cxnSpMkLst>
        </pc:cxnChg>
        <pc:cxnChg chg="mod">
          <ac:chgData name="Krishna Bandaru" userId="b909dd03-51de-4a42-9bfd-6bd83ccb0081" providerId="ADAL" clId="{A9A77D7B-25C4-4A27-AEF4-FDC3278BA2B6}" dt="2025-11-04T17:29:44.859" v="140" actId="1038"/>
          <ac:cxnSpMkLst>
            <pc:docMk/>
            <pc:sldMk cId="2053609765" sldId="272"/>
            <ac:cxnSpMk id="9" creationId="{441E8561-DED5-934A-861F-684FB083D2F0}"/>
          </ac:cxnSpMkLst>
        </pc:cxnChg>
        <pc:cxnChg chg="mod">
          <ac:chgData name="Krishna Bandaru" userId="b909dd03-51de-4a42-9bfd-6bd83ccb0081" providerId="ADAL" clId="{A9A77D7B-25C4-4A27-AEF4-FDC3278BA2B6}" dt="2025-11-04T17:29:42.150" v="135" actId="1038"/>
          <ac:cxnSpMkLst>
            <pc:docMk/>
            <pc:sldMk cId="2053609765" sldId="272"/>
            <ac:cxnSpMk id="10" creationId="{28C62CB3-BD02-BD96-210E-690E00D3EFF9}"/>
          </ac:cxnSpMkLst>
        </pc:cxnChg>
      </pc:sldChg>
      <pc:sldChg chg="modSp mod">
        <pc:chgData name="Krishna Bandaru" userId="b909dd03-51de-4a42-9bfd-6bd83ccb0081" providerId="ADAL" clId="{A9A77D7B-25C4-4A27-AEF4-FDC3278BA2B6}" dt="2025-11-06T07:39:29.912" v="578" actId="20577"/>
        <pc:sldMkLst>
          <pc:docMk/>
          <pc:sldMk cId="2639833467" sldId="277"/>
        </pc:sldMkLst>
        <pc:spChg chg="mod">
          <ac:chgData name="Krishna Bandaru" userId="b909dd03-51de-4a42-9bfd-6bd83ccb0081" providerId="ADAL" clId="{A9A77D7B-25C4-4A27-AEF4-FDC3278BA2B6}" dt="2025-11-04T18:05:05.963" v="445" actId="20577"/>
          <ac:spMkLst>
            <pc:docMk/>
            <pc:sldMk cId="2639833467" sldId="277"/>
            <ac:spMk id="2" creationId="{2C37E89C-2E4F-97DB-B26C-CD0BAEA9E96D}"/>
          </ac:spMkLst>
        </pc:spChg>
        <pc:spChg chg="mod">
          <ac:chgData name="Krishna Bandaru" userId="b909dd03-51de-4a42-9bfd-6bd83ccb0081" providerId="ADAL" clId="{A9A77D7B-25C4-4A27-AEF4-FDC3278BA2B6}" dt="2025-11-06T07:39:26.677" v="575" actId="20577"/>
          <ac:spMkLst>
            <pc:docMk/>
            <pc:sldMk cId="2639833467" sldId="277"/>
            <ac:spMk id="21" creationId="{861048ED-61A2-86EF-F921-431041BA6E9F}"/>
          </ac:spMkLst>
        </pc:spChg>
        <pc:spChg chg="mod">
          <ac:chgData name="Krishna Bandaru" userId="b909dd03-51de-4a42-9bfd-6bd83ccb0081" providerId="ADAL" clId="{A9A77D7B-25C4-4A27-AEF4-FDC3278BA2B6}" dt="2025-11-06T07:39:29.912" v="578" actId="20577"/>
          <ac:spMkLst>
            <pc:docMk/>
            <pc:sldMk cId="2639833467" sldId="277"/>
            <ac:spMk id="29" creationId="{41C655C1-8E90-FD37-F048-779C0600A84A}"/>
          </ac:spMkLst>
        </pc:spChg>
      </pc:sldChg>
      <pc:sldChg chg="modSp mod">
        <pc:chgData name="Krishna Bandaru" userId="b909dd03-51de-4a42-9bfd-6bd83ccb0081" providerId="ADAL" clId="{A9A77D7B-25C4-4A27-AEF4-FDC3278BA2B6}" dt="2025-11-04T18:12:53.566" v="457" actId="255"/>
        <pc:sldMkLst>
          <pc:docMk/>
          <pc:sldMk cId="3313993474" sldId="280"/>
        </pc:sldMkLst>
        <pc:spChg chg="mod">
          <ac:chgData name="Krishna Bandaru" userId="b909dd03-51de-4a42-9bfd-6bd83ccb0081" providerId="ADAL" clId="{A9A77D7B-25C4-4A27-AEF4-FDC3278BA2B6}" dt="2025-11-04T18:11:51.268" v="456" actId="1035"/>
          <ac:spMkLst>
            <pc:docMk/>
            <pc:sldMk cId="3313993474" sldId="280"/>
            <ac:spMk id="5" creationId="{95595CE4-61FA-0E96-979E-EBDDB283CC14}"/>
          </ac:spMkLst>
        </pc:spChg>
        <pc:spChg chg="mod">
          <ac:chgData name="Krishna Bandaru" userId="b909dd03-51de-4a42-9bfd-6bd83ccb0081" providerId="ADAL" clId="{A9A77D7B-25C4-4A27-AEF4-FDC3278BA2B6}" dt="2025-11-04T17:59:16.900" v="432" actId="1035"/>
          <ac:spMkLst>
            <pc:docMk/>
            <pc:sldMk cId="3313993474" sldId="280"/>
            <ac:spMk id="6" creationId="{B222138E-EC0C-7625-43C5-0F3D4485BB49}"/>
          </ac:spMkLst>
        </pc:spChg>
        <pc:graphicFrameChg chg="mod">
          <ac:chgData name="Krishna Bandaru" userId="b909dd03-51de-4a42-9bfd-6bd83ccb0081" providerId="ADAL" clId="{A9A77D7B-25C4-4A27-AEF4-FDC3278BA2B6}" dt="2025-11-04T17:59:16.900" v="432" actId="1035"/>
          <ac:graphicFrameMkLst>
            <pc:docMk/>
            <pc:sldMk cId="3313993474" sldId="280"/>
            <ac:graphicFrameMk id="3" creationId="{766DFAA1-B63A-366F-A48E-91A82DFD4E1E}"/>
          </ac:graphicFrameMkLst>
        </pc:graphicFrameChg>
        <pc:graphicFrameChg chg="modGraphic">
          <ac:chgData name="Krishna Bandaru" userId="b909dd03-51de-4a42-9bfd-6bd83ccb0081" providerId="ADAL" clId="{A9A77D7B-25C4-4A27-AEF4-FDC3278BA2B6}" dt="2025-11-04T18:12:53.566" v="457" actId="255"/>
          <ac:graphicFrameMkLst>
            <pc:docMk/>
            <pc:sldMk cId="3313993474" sldId="280"/>
            <ac:graphicFrameMk id="4" creationId="{056625D8-9E40-9C88-CEAE-E223BECDF384}"/>
          </ac:graphicFrameMkLst>
        </pc:graphicFrameChg>
      </pc:sldChg>
      <pc:sldChg chg="modSp mod">
        <pc:chgData name="Krishna Bandaru" userId="b909dd03-51de-4a42-9bfd-6bd83ccb0081" providerId="ADAL" clId="{A9A77D7B-25C4-4A27-AEF4-FDC3278BA2B6}" dt="2025-11-04T17:30:39.316" v="200" actId="20577"/>
        <pc:sldMkLst>
          <pc:docMk/>
          <pc:sldMk cId="3208258825" sldId="281"/>
        </pc:sldMkLst>
        <pc:spChg chg="mod">
          <ac:chgData name="Krishna Bandaru" userId="b909dd03-51de-4a42-9bfd-6bd83ccb0081" providerId="ADAL" clId="{A9A77D7B-25C4-4A27-AEF4-FDC3278BA2B6}" dt="2025-11-04T17:30:07.141" v="164" actId="1076"/>
          <ac:spMkLst>
            <pc:docMk/>
            <pc:sldMk cId="3208258825" sldId="281"/>
            <ac:spMk id="6" creationId="{B5A6013C-AF75-633D-E067-38B4F8A9D404}"/>
          </ac:spMkLst>
        </pc:spChg>
        <pc:spChg chg="mod">
          <ac:chgData name="Krishna Bandaru" userId="b909dd03-51de-4a42-9bfd-6bd83ccb0081" providerId="ADAL" clId="{A9A77D7B-25C4-4A27-AEF4-FDC3278BA2B6}" dt="2025-11-04T17:30:12.933" v="166" actId="1076"/>
          <ac:spMkLst>
            <pc:docMk/>
            <pc:sldMk cId="3208258825" sldId="281"/>
            <ac:spMk id="44" creationId="{6473636D-19FA-8A4D-95F0-93CD3C0ABF85}"/>
          </ac:spMkLst>
        </pc:spChg>
        <pc:graphicFrameChg chg="mod modGraphic">
          <ac:chgData name="Krishna Bandaru" userId="b909dd03-51de-4a42-9bfd-6bd83ccb0081" providerId="ADAL" clId="{A9A77D7B-25C4-4A27-AEF4-FDC3278BA2B6}" dt="2025-11-04T17:30:39.316" v="200" actId="20577"/>
          <ac:graphicFrameMkLst>
            <pc:docMk/>
            <pc:sldMk cId="3208258825" sldId="281"/>
            <ac:graphicFrameMk id="2" creationId="{26C89542-79DA-85EA-BEE4-40BD64267C8E}"/>
          </ac:graphicFrameMkLst>
        </pc:graphicFrameChg>
        <pc:cxnChg chg="mod">
          <ac:chgData name="Krishna Bandaru" userId="b909dd03-51de-4a42-9bfd-6bd83ccb0081" providerId="ADAL" clId="{A9A77D7B-25C4-4A27-AEF4-FDC3278BA2B6}" dt="2025-11-04T17:30:07.141" v="164" actId="1076"/>
          <ac:cxnSpMkLst>
            <pc:docMk/>
            <pc:sldMk cId="3208258825" sldId="281"/>
            <ac:cxnSpMk id="43" creationId="{821F960D-7755-3031-BFAE-A6BAB8F44357}"/>
          </ac:cxnSpMkLst>
        </pc:cxnChg>
      </pc:sldChg>
      <pc:sldChg chg="delSp modSp mod">
        <pc:chgData name="Krishna Bandaru" userId="b909dd03-51de-4a42-9bfd-6bd83ccb0081" providerId="ADAL" clId="{A9A77D7B-25C4-4A27-AEF4-FDC3278BA2B6}" dt="2025-11-04T17:34:08.679" v="384" actId="1035"/>
        <pc:sldMkLst>
          <pc:docMk/>
          <pc:sldMk cId="1099638932" sldId="282"/>
        </pc:sldMkLst>
        <pc:spChg chg="mod">
          <ac:chgData name="Krishna Bandaru" userId="b909dd03-51de-4a42-9bfd-6bd83ccb0081" providerId="ADAL" clId="{A9A77D7B-25C4-4A27-AEF4-FDC3278BA2B6}" dt="2025-11-04T17:34:08.679" v="384" actId="1035"/>
          <ac:spMkLst>
            <pc:docMk/>
            <pc:sldMk cId="1099638932" sldId="282"/>
            <ac:spMk id="45" creationId="{9E6D2B98-3474-5D12-C04B-D2ED328E806B}"/>
          </ac:spMkLst>
        </pc:spChg>
        <pc:graphicFrameChg chg="mod modGraphic">
          <ac:chgData name="Krishna Bandaru" userId="b909dd03-51de-4a42-9bfd-6bd83ccb0081" providerId="ADAL" clId="{A9A77D7B-25C4-4A27-AEF4-FDC3278BA2B6}" dt="2025-11-04T17:30:22.834" v="178" actId="1036"/>
          <ac:graphicFrameMkLst>
            <pc:docMk/>
            <pc:sldMk cId="1099638932" sldId="282"/>
            <ac:graphicFrameMk id="2" creationId="{73BC13AE-F192-4B03-FC9F-74B177D5B01C}"/>
          </ac:graphicFrameMkLst>
        </pc:graphicFrameChg>
        <pc:picChg chg="mod">
          <ac:chgData name="Krishna Bandaru" userId="b909dd03-51de-4a42-9bfd-6bd83ccb0081" providerId="ADAL" clId="{A9A77D7B-25C4-4A27-AEF4-FDC3278BA2B6}" dt="2025-11-04T17:30:22.834" v="178" actId="1036"/>
          <ac:picMkLst>
            <pc:docMk/>
            <pc:sldMk cId="1099638932" sldId="282"/>
            <ac:picMk id="6" creationId="{8A9F8D34-2245-82DF-CE52-883F939CC77B}"/>
          </ac:picMkLst>
        </pc:picChg>
        <pc:picChg chg="mod">
          <ac:chgData name="Krishna Bandaru" userId="b909dd03-51de-4a42-9bfd-6bd83ccb0081" providerId="ADAL" clId="{A9A77D7B-25C4-4A27-AEF4-FDC3278BA2B6}" dt="2025-11-04T17:30:22.834" v="178" actId="1036"/>
          <ac:picMkLst>
            <pc:docMk/>
            <pc:sldMk cId="1099638932" sldId="282"/>
            <ac:picMk id="44" creationId="{CFA2A3F7-0A1A-9F17-9984-A0F637690BD2}"/>
          </ac:picMkLst>
        </pc:picChg>
      </pc:sldChg>
      <pc:sldChg chg="modSp mod">
        <pc:chgData name="Krishna Bandaru" userId="b909dd03-51de-4a42-9bfd-6bd83ccb0081" providerId="ADAL" clId="{A9A77D7B-25C4-4A27-AEF4-FDC3278BA2B6}" dt="2025-11-04T17:31:16.275" v="229" actId="1076"/>
        <pc:sldMkLst>
          <pc:docMk/>
          <pc:sldMk cId="2673121826" sldId="284"/>
        </pc:sldMkLst>
        <pc:spChg chg="mod">
          <ac:chgData name="Krishna Bandaru" userId="b909dd03-51de-4a42-9bfd-6bd83ccb0081" providerId="ADAL" clId="{A9A77D7B-25C4-4A27-AEF4-FDC3278BA2B6}" dt="2025-11-04T17:31:16.275" v="229" actId="1076"/>
          <ac:spMkLst>
            <pc:docMk/>
            <pc:sldMk cId="2673121826" sldId="284"/>
            <ac:spMk id="6" creationId="{1995A583-7FC9-1EDD-95FA-C3D1A4A6E6FB}"/>
          </ac:spMkLst>
        </pc:spChg>
        <pc:graphicFrameChg chg="mod modGraphic">
          <ac:chgData name="Krishna Bandaru" userId="b909dd03-51de-4a42-9bfd-6bd83ccb0081" providerId="ADAL" clId="{A9A77D7B-25C4-4A27-AEF4-FDC3278BA2B6}" dt="2025-11-04T17:31:16.275" v="229" actId="1076"/>
          <ac:graphicFrameMkLst>
            <pc:docMk/>
            <pc:sldMk cId="2673121826" sldId="284"/>
            <ac:graphicFrameMk id="3" creationId="{F68F84E4-AC78-0CD5-2AB2-8B1FC967F3B9}"/>
          </ac:graphicFrameMkLst>
        </pc:graphicFrameChg>
        <pc:cxnChg chg="mod">
          <ac:chgData name="Krishna Bandaru" userId="b909dd03-51de-4a42-9bfd-6bd83ccb0081" providerId="ADAL" clId="{A9A77D7B-25C4-4A27-AEF4-FDC3278BA2B6}" dt="2025-11-04T17:31:16.275" v="229" actId="1076"/>
          <ac:cxnSpMkLst>
            <pc:docMk/>
            <pc:sldMk cId="2673121826" sldId="284"/>
            <ac:cxnSpMk id="4" creationId="{20B25639-28B0-020E-2989-B1AA94AB26FE}"/>
          </ac:cxnSpMkLst>
        </pc:cxnChg>
      </pc:sldChg>
      <pc:sldChg chg="modSp mod">
        <pc:chgData name="Krishna Bandaru" userId="b909dd03-51de-4a42-9bfd-6bd83ccb0081" providerId="ADAL" clId="{A9A77D7B-25C4-4A27-AEF4-FDC3278BA2B6}" dt="2025-11-04T17:31:30.616" v="238" actId="1076"/>
        <pc:sldMkLst>
          <pc:docMk/>
          <pc:sldMk cId="1406681111" sldId="285"/>
        </pc:sldMkLst>
        <pc:spChg chg="mod">
          <ac:chgData name="Krishna Bandaru" userId="b909dd03-51de-4a42-9bfd-6bd83ccb0081" providerId="ADAL" clId="{A9A77D7B-25C4-4A27-AEF4-FDC3278BA2B6}" dt="2025-11-04T17:31:30.616" v="238" actId="1076"/>
          <ac:spMkLst>
            <pc:docMk/>
            <pc:sldMk cId="1406681111" sldId="285"/>
            <ac:spMk id="11" creationId="{E57EEBB5-CB9F-DEBD-BB3F-78EBCD006C9C}"/>
          </ac:spMkLst>
        </pc:spChg>
        <pc:graphicFrameChg chg="mod modGraphic">
          <ac:chgData name="Krishna Bandaru" userId="b909dd03-51de-4a42-9bfd-6bd83ccb0081" providerId="ADAL" clId="{A9A77D7B-25C4-4A27-AEF4-FDC3278BA2B6}" dt="2025-11-04T17:31:30.616" v="238" actId="1076"/>
          <ac:graphicFrameMkLst>
            <pc:docMk/>
            <pc:sldMk cId="1406681111" sldId="285"/>
            <ac:graphicFrameMk id="7" creationId="{93DF91C5-7196-B392-090F-38C9D08E99BE}"/>
          </ac:graphicFrameMkLst>
        </pc:graphicFrameChg>
        <pc:cxnChg chg="mod">
          <ac:chgData name="Krishna Bandaru" userId="b909dd03-51de-4a42-9bfd-6bd83ccb0081" providerId="ADAL" clId="{A9A77D7B-25C4-4A27-AEF4-FDC3278BA2B6}" dt="2025-11-04T17:31:30.616" v="238" actId="1076"/>
          <ac:cxnSpMkLst>
            <pc:docMk/>
            <pc:sldMk cId="1406681111" sldId="285"/>
            <ac:cxnSpMk id="10" creationId="{CBCFEA64-0A23-BC3E-4FF2-5978E1FD0D9B}"/>
          </ac:cxnSpMkLst>
        </pc:cxnChg>
      </pc:sldChg>
      <pc:sldChg chg="modSp mod">
        <pc:chgData name="Krishna Bandaru" userId="b909dd03-51de-4a42-9bfd-6bd83ccb0081" providerId="ADAL" clId="{A9A77D7B-25C4-4A27-AEF4-FDC3278BA2B6}" dt="2025-11-04T17:32:21.938" v="355" actId="1035"/>
        <pc:sldMkLst>
          <pc:docMk/>
          <pc:sldMk cId="4214603652" sldId="286"/>
        </pc:sldMkLst>
        <pc:spChg chg="mod">
          <ac:chgData name="Krishna Bandaru" userId="b909dd03-51de-4a42-9bfd-6bd83ccb0081" providerId="ADAL" clId="{A9A77D7B-25C4-4A27-AEF4-FDC3278BA2B6}" dt="2025-11-04T17:32:21.938" v="355" actId="1035"/>
          <ac:spMkLst>
            <pc:docMk/>
            <pc:sldMk cId="4214603652" sldId="286"/>
            <ac:spMk id="11" creationId="{69E6D4AB-6C6B-B368-3FD4-DB94EBF75060}"/>
          </ac:spMkLst>
        </pc:spChg>
        <pc:graphicFrameChg chg="mod modGraphic">
          <ac:chgData name="Krishna Bandaru" userId="b909dd03-51de-4a42-9bfd-6bd83ccb0081" providerId="ADAL" clId="{A9A77D7B-25C4-4A27-AEF4-FDC3278BA2B6}" dt="2025-11-04T17:32:21.938" v="355" actId="1035"/>
          <ac:graphicFrameMkLst>
            <pc:docMk/>
            <pc:sldMk cId="4214603652" sldId="286"/>
            <ac:graphicFrameMk id="9" creationId="{EE03EDFE-6452-4489-E511-46433633959C}"/>
          </ac:graphicFrameMkLst>
        </pc:graphicFrameChg>
        <pc:graphicFrameChg chg="mod modGraphic">
          <ac:chgData name="Krishna Bandaru" userId="b909dd03-51de-4a42-9bfd-6bd83ccb0081" providerId="ADAL" clId="{A9A77D7B-25C4-4A27-AEF4-FDC3278BA2B6}" dt="2025-11-04T17:32:16.244" v="347" actId="1037"/>
          <ac:graphicFrameMkLst>
            <pc:docMk/>
            <pc:sldMk cId="4214603652" sldId="286"/>
            <ac:graphicFrameMk id="12" creationId="{F524AC63-884F-3B71-4F78-6B46337B2FF6}"/>
          </ac:graphicFrameMkLst>
        </pc:graphicFrameChg>
        <pc:cxnChg chg="mod">
          <ac:chgData name="Krishna Bandaru" userId="b909dd03-51de-4a42-9bfd-6bd83ccb0081" providerId="ADAL" clId="{A9A77D7B-25C4-4A27-AEF4-FDC3278BA2B6}" dt="2025-11-04T17:32:21.938" v="355" actId="1035"/>
          <ac:cxnSpMkLst>
            <pc:docMk/>
            <pc:sldMk cId="4214603652" sldId="286"/>
            <ac:cxnSpMk id="10" creationId="{12FAB445-C0B8-F02B-CF40-8661D7D9BCA8}"/>
          </ac:cxnSpMkLst>
        </pc:cxnChg>
      </pc:sldChg>
      <pc:sldChg chg="modSp add mod modShow">
        <pc:chgData name="Krishna Bandaru" userId="b909dd03-51de-4a42-9bfd-6bd83ccb0081" providerId="ADAL" clId="{A9A77D7B-25C4-4A27-AEF4-FDC3278BA2B6}" dt="2025-11-06T11:16:21.379" v="767" actId="729"/>
        <pc:sldMkLst>
          <pc:docMk/>
          <pc:sldMk cId="1031377013" sldId="287"/>
        </pc:sldMkLst>
        <pc:spChg chg="mod">
          <ac:chgData name="Krishna Bandaru" userId="b909dd03-51de-4a42-9bfd-6bd83ccb0081" providerId="ADAL" clId="{A9A77D7B-25C4-4A27-AEF4-FDC3278BA2B6}" dt="2025-11-06T11:09:16.227" v="582" actId="20577"/>
          <ac:spMkLst>
            <pc:docMk/>
            <pc:sldMk cId="1031377013" sldId="287"/>
            <ac:spMk id="4" creationId="{C9EFA340-2C2E-D0B0-5BD3-37FC2E56DA22}"/>
          </ac:spMkLst>
        </pc:spChg>
        <pc:graphicFrameChg chg="mod modGraphic">
          <ac:chgData name="Krishna Bandaru" userId="b909dd03-51de-4a42-9bfd-6bd83ccb0081" providerId="ADAL" clId="{A9A77D7B-25C4-4A27-AEF4-FDC3278BA2B6}" dt="2025-11-06T11:16:15.152" v="765" actId="20577"/>
          <ac:graphicFrameMkLst>
            <pc:docMk/>
            <pc:sldMk cId="1031377013" sldId="287"/>
            <ac:graphicFrameMk id="3" creationId="{D4162A46-9A79-9524-39FF-E2AE32307CE3}"/>
          </ac:graphicFrameMkLst>
        </pc:graphicFrameChg>
      </pc:sldChg>
      <pc:sldChg chg="modSp del mod modShow">
        <pc:chgData name="Krishna Bandaru" userId="b909dd03-51de-4a42-9bfd-6bd83ccb0081" providerId="ADAL" clId="{A9A77D7B-25C4-4A27-AEF4-FDC3278BA2B6}" dt="2025-11-04T18:13:18.279" v="461" actId="47"/>
        <pc:sldMkLst>
          <pc:docMk/>
          <pc:sldMk cId="3198347975" sldId="287"/>
        </pc:sldMkLst>
      </pc:sldChg>
      <pc:sldChg chg="addSp modSp add mod modShow">
        <pc:chgData name="Krishna Bandaru" userId="b909dd03-51de-4a42-9bfd-6bd83ccb0081" providerId="ADAL" clId="{A9A77D7B-25C4-4A27-AEF4-FDC3278BA2B6}" dt="2025-11-06T07:22:54.018" v="571" actId="20577"/>
        <pc:sldMkLst>
          <pc:docMk/>
          <pc:sldMk cId="468700185" sldId="289"/>
        </pc:sldMkLst>
        <pc:spChg chg="add mod">
          <ac:chgData name="Krishna Bandaru" userId="b909dd03-51de-4a42-9bfd-6bd83ccb0081" providerId="ADAL" clId="{A9A77D7B-25C4-4A27-AEF4-FDC3278BA2B6}" dt="2025-11-06T07:22:54.018" v="571" actId="20577"/>
          <ac:spMkLst>
            <pc:docMk/>
            <pc:sldMk cId="468700185" sldId="289"/>
            <ac:spMk id="2" creationId="{89F86C1F-6AB1-1F6B-981F-1CE51E3B906C}"/>
          </ac:spMkLst>
        </pc:spChg>
      </pc:sldChg>
      <pc:sldChg chg="add del mod modShow">
        <pc:chgData name="Krishna Bandaru" userId="b909dd03-51de-4a42-9bfd-6bd83ccb0081" providerId="ADAL" clId="{A9A77D7B-25C4-4A27-AEF4-FDC3278BA2B6}" dt="2025-11-06T09:37:33.452" v="581" actId="47"/>
        <pc:sldMkLst>
          <pc:docMk/>
          <pc:sldMk cId="1721023615" sldId="290"/>
        </pc:sldMkLst>
      </pc:sldChg>
      <pc:sldChg chg="modSp mod modShow">
        <pc:chgData name="Krishna Bandaru" userId="b909dd03-51de-4a42-9bfd-6bd83ccb0081" providerId="ADAL" clId="{A9A77D7B-25C4-4A27-AEF4-FDC3278BA2B6}" dt="2025-11-06T07:22:27.273" v="537" actId="729"/>
        <pc:sldMkLst>
          <pc:docMk/>
          <pc:sldMk cId="676485247" sldId="2147483636"/>
        </pc:sldMkLst>
        <pc:spChg chg="mod">
          <ac:chgData name="Krishna Bandaru" userId="b909dd03-51de-4a42-9bfd-6bd83ccb0081" providerId="ADAL" clId="{A9A77D7B-25C4-4A27-AEF4-FDC3278BA2B6}" dt="2025-11-04T18:15:35.452" v="486" actId="20577"/>
          <ac:spMkLst>
            <pc:docMk/>
            <pc:sldMk cId="676485247" sldId="2147483636"/>
            <ac:spMk id="2" creationId="{BBC72A36-0092-E49F-447A-AF66D5AAD3B7}"/>
          </ac:spMkLst>
        </pc:spChg>
      </pc:sldChg>
      <pc:sldChg chg="modSp mod modShow">
        <pc:chgData name="Krishna Bandaru" userId="b909dd03-51de-4a42-9bfd-6bd83ccb0081" providerId="ADAL" clId="{A9A77D7B-25C4-4A27-AEF4-FDC3278BA2B6}" dt="2025-11-06T07:22:32.641" v="539" actId="729"/>
        <pc:sldMkLst>
          <pc:docMk/>
          <pc:sldMk cId="3036538909" sldId="2147483642"/>
        </pc:sldMkLst>
        <pc:graphicFrameChg chg="modGraphic">
          <ac:chgData name="Krishna Bandaru" userId="b909dd03-51de-4a42-9bfd-6bd83ccb0081" providerId="ADAL" clId="{A9A77D7B-25C4-4A27-AEF4-FDC3278BA2B6}" dt="2025-11-04T18:04:18.508" v="436" actId="20577"/>
          <ac:graphicFrameMkLst>
            <pc:docMk/>
            <pc:sldMk cId="3036538909" sldId="2147483642"/>
            <ac:graphicFrameMk id="5" creationId="{A2E99309-DAFB-508F-5FE7-45A92DCD0A40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4.xml.rels><?xml version="1.0" encoding="UTF-8" standalone="yes"?>
<Relationships xmlns="http://schemas.openxmlformats.org/package/2006/relationships"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5.xml.rels><?xml version="1.0" encoding="UTF-8" standalone="yes"?>
<Relationships xmlns="http://schemas.openxmlformats.org/package/2006/relationships"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6.xml.rels><?xml version="1.0" encoding="UTF-8" standalone="yes"?>
<Relationships xmlns="http://schemas.openxmlformats.org/package/2006/relationships"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7.xml.rels><?xml version="1.0" encoding="UTF-8" standalone="yes"?>
<Relationships xmlns="http://schemas.openxmlformats.org/package/2006/relationships"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8.xml.rels><?xml version="1.0" encoding="UTF-8" standalone="yes"?>
<Relationships xmlns="http://schemas.openxmlformats.org/package/2006/relationships"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9.xml.rels><?xml version="1.0" encoding="UTF-8" standalone="yes"?>
<Relationships xmlns="http://schemas.openxmlformats.org/package/2006/relationships"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5.xm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6.xml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7.xml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8.xml"/><Relationship Id="rId2" Type="http://schemas.microsoft.com/office/2011/relationships/chartColorStyle" Target="colors15.xml"/><Relationship Id="rId1" Type="http://schemas.microsoft.com/office/2011/relationships/chartStyle" Target="style15.xml"/><Relationship Id="rId5" Type="http://schemas.openxmlformats.org/officeDocument/2006/relationships/chartUserShapes" Target="../drawings/drawing1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9.xml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0.xml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1.xml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17.xml.rels><?xml version="1.0" encoding="UTF-8" standalone="yes"?>
<Relationships xmlns="http://schemas.openxmlformats.org/package/2006/relationships"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2.xml"/><Relationship Id="rId2" Type="http://schemas.microsoft.com/office/2011/relationships/chartColorStyle" Target="colors20.xml"/><Relationship Id="rId1" Type="http://schemas.microsoft.com/office/2011/relationships/chartStyle" Target="style20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3.xml"/><Relationship Id="rId2" Type="http://schemas.microsoft.com/office/2011/relationships/chartColorStyle" Target="colors21.xml"/><Relationship Id="rId1" Type="http://schemas.microsoft.com/office/2011/relationships/chartStyle" Target="style21.xml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4.xml"/><Relationship Id="rId2" Type="http://schemas.microsoft.com/office/2011/relationships/chartColorStyle" Target="colors22.xml"/><Relationship Id="rId1" Type="http://schemas.microsoft.com/office/2011/relationships/chartStyle" Target="style22.xml"/></Relationships>
</file>

<file path=ppt/charts/_rels/chart2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5.xml"/><Relationship Id="rId2" Type="http://schemas.microsoft.com/office/2011/relationships/chartColorStyle" Target="colors23.xml"/><Relationship Id="rId1" Type="http://schemas.microsoft.com/office/2011/relationships/chartStyle" Target="style23.xml"/></Relationships>
</file>

<file path=ppt/charts/_rels/chart2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6.xml"/><Relationship Id="rId2" Type="http://schemas.microsoft.com/office/2011/relationships/chartColorStyle" Target="colors24.xml"/><Relationship Id="rId1" Type="http://schemas.microsoft.com/office/2011/relationships/chartStyle" Target="style24.xml"/></Relationships>
</file>

<file path=ppt/charts/_rels/chart2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7.xml"/><Relationship Id="rId2" Type="http://schemas.microsoft.com/office/2011/relationships/chartColorStyle" Target="colors25.xml"/><Relationship Id="rId1" Type="http://schemas.microsoft.com/office/2011/relationships/chartStyle" Target="style25.xml"/></Relationships>
</file>

<file path=ppt/charts/_rels/chart2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8.xml"/><Relationship Id="rId2" Type="http://schemas.microsoft.com/office/2011/relationships/chartColorStyle" Target="colors26.xml"/><Relationship Id="rId1" Type="http://schemas.microsoft.com/office/2011/relationships/chartStyle" Target="style26.xml"/></Relationships>
</file>

<file path=ppt/charts/_rels/chart2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9.xml"/><Relationship Id="rId2" Type="http://schemas.microsoft.com/office/2011/relationships/chartColorStyle" Target="colors27.xml"/><Relationship Id="rId1" Type="http://schemas.microsoft.com/office/2011/relationships/chartStyle" Target="style27.xml"/></Relationships>
</file>

<file path=ppt/charts/_rels/chart2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0.xml"/><Relationship Id="rId2" Type="http://schemas.microsoft.com/office/2011/relationships/chartColorStyle" Target="colors28.xml"/><Relationship Id="rId1" Type="http://schemas.microsoft.com/office/2011/relationships/chartStyle" Target="style28.xml"/></Relationships>
</file>

<file path=ppt/charts/_rels/chart27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1.xml"/><Relationship Id="rId2" Type="http://schemas.microsoft.com/office/2011/relationships/chartColorStyle" Target="colors29.xml"/><Relationship Id="rId1" Type="http://schemas.microsoft.com/office/2011/relationships/chartStyle" Target="style29.xml"/></Relationships>
</file>

<file path=ppt/charts/_rels/chart28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2.xml"/><Relationship Id="rId2" Type="http://schemas.microsoft.com/office/2011/relationships/chartColorStyle" Target="colors30.xml"/><Relationship Id="rId1" Type="http://schemas.microsoft.com/office/2011/relationships/chartStyle" Target="style30.xml"/></Relationships>
</file>

<file path=ppt/charts/_rels/chart29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3.xml"/><Relationship Id="rId2" Type="http://schemas.microsoft.com/office/2011/relationships/chartColorStyle" Target="colors31.xml"/><Relationship Id="rId1" Type="http://schemas.microsoft.com/office/2011/relationships/chartStyle" Target="style31.xml"/></Relationships>
</file>

<file path=ppt/charts/_rels/chart30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4.xml"/><Relationship Id="rId2" Type="http://schemas.microsoft.com/office/2011/relationships/chartColorStyle" Target="colors32.xml"/><Relationship Id="rId1" Type="http://schemas.microsoft.com/office/2011/relationships/chartStyle" Target="style32.xml"/></Relationships>
</file>

<file path=ppt/charts/_rels/chart3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5.xml"/><Relationship Id="rId2" Type="http://schemas.microsoft.com/office/2011/relationships/chartColorStyle" Target="colors33.xml"/><Relationship Id="rId1" Type="http://schemas.microsoft.com/office/2011/relationships/chartStyle" Target="style33.xml"/></Relationships>
</file>

<file path=ppt/charts/_rels/chart3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6.xml"/><Relationship Id="rId2" Type="http://schemas.microsoft.com/office/2011/relationships/chartColorStyle" Target="colors34.xml"/><Relationship Id="rId1" Type="http://schemas.microsoft.com/office/2011/relationships/chartStyle" Target="style34.xml"/></Relationships>
</file>

<file path=ppt/charts/_rels/chart3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7.xml"/><Relationship Id="rId2" Type="http://schemas.microsoft.com/office/2011/relationships/chartColorStyle" Target="colors35.xml"/><Relationship Id="rId1" Type="http://schemas.microsoft.com/office/2011/relationships/chartStyle" Target="style35.xml"/></Relationships>
</file>

<file path=ppt/charts/_rels/chart3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8.xml"/><Relationship Id="rId2" Type="http://schemas.microsoft.com/office/2011/relationships/chartColorStyle" Target="colors36.xml"/><Relationship Id="rId1" Type="http://schemas.microsoft.com/office/2011/relationships/chartStyle" Target="style36.xml"/></Relationships>
</file>

<file path=ppt/charts/_rels/chart3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9.xml"/><Relationship Id="rId2" Type="http://schemas.microsoft.com/office/2011/relationships/chartColorStyle" Target="colors37.xml"/><Relationship Id="rId1" Type="http://schemas.microsoft.com/office/2011/relationships/chartStyle" Target="style37.xml"/></Relationships>
</file>

<file path=ppt/charts/_rels/chart3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0.xml"/><Relationship Id="rId2" Type="http://schemas.microsoft.com/office/2011/relationships/chartColorStyle" Target="colors38.xml"/><Relationship Id="rId1" Type="http://schemas.microsoft.com/office/2011/relationships/chartStyle" Target="style38.xml"/></Relationships>
</file>

<file path=ppt/charts/_rels/chart37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1.xml"/><Relationship Id="rId2" Type="http://schemas.microsoft.com/office/2011/relationships/chartColorStyle" Target="colors39.xml"/><Relationship Id="rId1" Type="http://schemas.microsoft.com/office/2011/relationships/chartStyle" Target="style39.xml"/></Relationships>
</file>

<file path=ppt/charts/_rels/chart38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2.xml"/><Relationship Id="rId2" Type="http://schemas.microsoft.com/office/2011/relationships/chartColorStyle" Target="colors40.xml"/><Relationship Id="rId1" Type="http://schemas.microsoft.com/office/2011/relationships/chartStyle" Target="style40.xml"/></Relationships>
</file>

<file path=ppt/charts/_rels/chart39.xml.rels><?xml version="1.0" encoding="UTF-8" standalone="yes"?>
<Relationships xmlns="http://schemas.openxmlformats.org/package/2006/relationships"><Relationship Id="rId1" Type="http://schemas.openxmlformats.org/officeDocument/2006/relationships/themeOverride" Target="../theme/themeOverride34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3.xml"/><Relationship Id="rId2" Type="http://schemas.microsoft.com/office/2011/relationships/chartStyle" Target="style3.xml"/><Relationship Id="rId4" Type="http://schemas.openxmlformats.org/officeDocument/2006/relationships/themeOverride" Target="../theme/themeOverride3.xml"/></Relationships>
</file>

<file path=ppt/charts/_rels/chartEx2.xml.rels><?xml version="1.0" encoding="UTF-8" standalone="yes"?>
<Relationships xmlns="http://schemas.openxmlformats.org/package/2006/relationships"><Relationship Id="rId3" Type="http://schemas.microsoft.com/office/2011/relationships/chartColorStyle" Target="colors4.xml"/><Relationship Id="rId2" Type="http://schemas.microsoft.com/office/2011/relationships/chartStyle" Target="style4.xml"/><Relationship Id="rId4" Type="http://schemas.openxmlformats.org/officeDocument/2006/relationships/themeOverride" Target="../theme/themeOverride4.xml"/></Relationships>
</file>

<file path=ppt/charts/_rels/chartEx3.xml.rels><?xml version="1.0" encoding="UTF-8" standalone="yes"?>
<Relationships xmlns="http://schemas.openxmlformats.org/package/2006/relationships"><Relationship Id="rId3" Type="http://schemas.microsoft.com/office/2011/relationships/chartColorStyle" Target="colors41.xml"/><Relationship Id="rId2" Type="http://schemas.microsoft.com/office/2011/relationships/chartStyle" Target="style41.xml"/><Relationship Id="rId4" Type="http://schemas.openxmlformats.org/officeDocument/2006/relationships/themeOverride" Target="../theme/themeOverride3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7.5297742501278742E-2"/>
          <c:y val="0.11808650352208792"/>
          <c:w val="0.91391619894585718"/>
          <c:h val="0.6451449604023172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Demand</c:v>
                </c:pt>
              </c:strCache>
            </c:strRef>
          </c:tx>
          <c:spPr>
            <a:ln w="28575" cap="rnd">
              <a:solidFill>
                <a:srgbClr val="1077BE"/>
              </a:solidFill>
              <a:round/>
            </a:ln>
            <a:effectLst/>
          </c:spPr>
          <c:marker>
            <c:symbol val="diamond"/>
            <c:size val="5"/>
            <c:spPr>
              <a:solidFill>
                <a:srgbClr val="1077BE">
                  <a:alpha val="96000"/>
                </a:srgbClr>
              </a:solidFill>
              <a:ln w="9525">
                <a:solidFill>
                  <a:srgbClr val="1077BE"/>
                </a:solidFill>
              </a:ln>
              <a:effectLst/>
            </c:spPr>
          </c:marker>
          <c:cat>
            <c:numRef>
              <c:f>Sheet1!$A$2:$A$33</c:f>
              <c:numCache>
                <c:formatCode>mmm\-yy</c:formatCode>
                <c:ptCount val="20"/>
                <c:pt idx="0">
                  <c:v>45322</c:v>
                </c:pt>
                <c:pt idx="1">
                  <c:v>45351</c:v>
                </c:pt>
                <c:pt idx="2">
                  <c:v>45382</c:v>
                </c:pt>
                <c:pt idx="3">
                  <c:v>45412</c:v>
                </c:pt>
                <c:pt idx="4">
                  <c:v>45443</c:v>
                </c:pt>
                <c:pt idx="5">
                  <c:v>45473</c:v>
                </c:pt>
                <c:pt idx="6">
                  <c:v>45504</c:v>
                </c:pt>
                <c:pt idx="7">
                  <c:v>45535</c:v>
                </c:pt>
                <c:pt idx="8">
                  <c:v>45565</c:v>
                </c:pt>
                <c:pt idx="9">
                  <c:v>45596</c:v>
                </c:pt>
                <c:pt idx="10">
                  <c:v>45626</c:v>
                </c:pt>
                <c:pt idx="11">
                  <c:v>45657</c:v>
                </c:pt>
                <c:pt idx="12">
                  <c:v>45688</c:v>
                </c:pt>
                <c:pt idx="13">
                  <c:v>45716</c:v>
                </c:pt>
                <c:pt idx="14">
                  <c:v>45747</c:v>
                </c:pt>
                <c:pt idx="15">
                  <c:v>45777</c:v>
                </c:pt>
                <c:pt idx="16">
                  <c:v>45808</c:v>
                </c:pt>
                <c:pt idx="17">
                  <c:v>45838</c:v>
                </c:pt>
                <c:pt idx="18">
                  <c:v>45869</c:v>
                </c:pt>
                <c:pt idx="19">
                  <c:v>45900</c:v>
                </c:pt>
              </c:numCache>
              <c:extLst/>
            </c:numRef>
          </c:cat>
          <c:val>
            <c:numRef>
              <c:f>Sheet1!$B$2:$B$33</c:f>
              <c:numCache>
                <c:formatCode>0</c:formatCode>
                <c:ptCount val="20"/>
                <c:pt idx="0">
                  <c:v>1975.3000000000006</c:v>
                </c:pt>
                <c:pt idx="1">
                  <c:v>1887.9</c:v>
                </c:pt>
                <c:pt idx="2">
                  <c:v>2047.8666666666668</c:v>
                </c:pt>
                <c:pt idx="3">
                  <c:v>2270.3666666666668</c:v>
                </c:pt>
                <c:pt idx="4">
                  <c:v>2268.6333333333341</c:v>
                </c:pt>
                <c:pt idx="5">
                  <c:v>2088.0333333333338</c:v>
                </c:pt>
                <c:pt idx="6">
                  <c:v>2434.3666666666668</c:v>
                </c:pt>
                <c:pt idx="7">
                  <c:v>2309.7333333333345</c:v>
                </c:pt>
                <c:pt idx="8">
                  <c:v>2292.9666666666676</c:v>
                </c:pt>
                <c:pt idx="9">
                  <c:v>2675.9666666666662</c:v>
                </c:pt>
                <c:pt idx="10">
                  <c:v>2115.6666666666679</c:v>
                </c:pt>
                <c:pt idx="11">
                  <c:v>2625.5666666666675</c:v>
                </c:pt>
                <c:pt idx="12">
                  <c:v>2515.0666666666671</c:v>
                </c:pt>
                <c:pt idx="13">
                  <c:v>2271.4000000000005</c:v>
                </c:pt>
                <c:pt idx="14">
                  <c:v>2642.7666666666687</c:v>
                </c:pt>
                <c:pt idx="15">
                  <c:v>2609.3000000000011</c:v>
                </c:pt>
                <c:pt idx="16">
                  <c:v>2525.566666666668</c:v>
                </c:pt>
                <c:pt idx="17">
                  <c:v>2759.7</c:v>
                </c:pt>
                <c:pt idx="18">
                  <c:v>2702.8000000000011</c:v>
                </c:pt>
                <c:pt idx="19">
                  <c:v>2581.7333333333345</c:v>
                </c:pt>
              </c:numCache>
              <c:extLst/>
            </c:numRef>
          </c:val>
          <c:smooth val="0"/>
          <c:extLst xmlns:c15="http://schemas.microsoft.com/office/drawing/2012/chart">
            <c:ext xmlns:c16="http://schemas.microsoft.com/office/drawing/2014/chart" uri="{C3380CC4-5D6E-409C-BE32-E72D297353CC}">
              <c16:uniqueId val="{00000001-E0F8-49F2-BCE5-6B712A382C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933972064"/>
        <c:axId val="933976384"/>
        <c:extLst/>
      </c:lineChart>
      <c:catAx>
        <c:axId val="933972064"/>
        <c:scaling>
          <c:orientation val="minMax"/>
        </c:scaling>
        <c:delete val="0"/>
        <c:axPos val="b"/>
        <c:numFmt formatCode="mmm\-yy" sourceLinked="1"/>
        <c:majorTickMark val="out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33976384"/>
        <c:crosses val="autoZero"/>
        <c:auto val="0"/>
        <c:lblAlgn val="ctr"/>
        <c:lblOffset val="100"/>
        <c:noMultiLvlLbl val="1"/>
      </c:catAx>
      <c:valAx>
        <c:axId val="933976384"/>
        <c:scaling>
          <c:orientation val="minMax"/>
          <c:max val="3000"/>
          <c:min val="0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b="1"/>
                  <a:t>ICL Demand</a:t>
                </a:r>
              </a:p>
            </c:rich>
          </c:tx>
          <c:layout>
            <c:manualLayout>
              <c:xMode val="edge"/>
              <c:yMode val="edge"/>
              <c:x val="1.5692706362747258E-3"/>
              <c:y val="0.2912166843368653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#,##0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33972064"/>
        <c:crosses val="autoZero"/>
        <c:crossBetween val="between"/>
        <c:majorUnit val="500"/>
      </c:valAx>
      <c:spPr>
        <a:noFill/>
        <a:ln>
          <a:noFill/>
          <a:prstDash val="sysDot"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 b="1" u="none"/>
              <a:t>Promotional Impact %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6.3365439391929332E-2"/>
          <c:y val="0.26509570002630928"/>
          <c:w val="0.91390390033009994"/>
          <c:h val="0.68416649392893303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Unattributed Sales + Carryover (Brand Equity)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4A8-4FF5-B172-C51CEDDA5BFE}"/>
              </c:ext>
            </c:extLst>
          </c:dPt>
          <c:dPt>
            <c:idx val="6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4A8-4FF5-B172-C51CEDDA5BFE}"/>
              </c:ext>
            </c:extLst>
          </c:dPt>
          <c:dPt>
            <c:idx val="12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C4A8-4FF5-B172-C51CEDDA5BFE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Sheet1!$A$2:$A$17</c:f>
              <c:strCache>
                <c:ptCount val="13"/>
                <c:pt idx="0">
                  <c:v>Launch Period</c:v>
                </c:pt>
                <c:pt idx="6">
                  <c:v>Measurement period – 
Last Iteration</c:v>
                </c:pt>
                <c:pt idx="12">
                  <c:v>Measurement period – 
Latest Run</c:v>
                </c:pt>
              </c:strCache>
            </c:strRef>
          </c:cat>
          <c:val>
            <c:numRef>
              <c:f>Sheet1!$B$2:$B$17</c:f>
              <c:numCache>
                <c:formatCode>0%</c:formatCode>
                <c:ptCount val="16"/>
                <c:pt idx="0">
                  <c:v>0.82299999999999995</c:v>
                </c:pt>
                <c:pt idx="1">
                  <c:v>0.82299999999999995</c:v>
                </c:pt>
                <c:pt idx="2">
                  <c:v>0.90599999999999992</c:v>
                </c:pt>
                <c:pt idx="3">
                  <c:v>0.97299999999999986</c:v>
                </c:pt>
                <c:pt idx="6">
                  <c:v>0.83099999999999996</c:v>
                </c:pt>
                <c:pt idx="7">
                  <c:v>0.83099999999999996</c:v>
                </c:pt>
                <c:pt idx="8">
                  <c:v>0.92399999999999993</c:v>
                </c:pt>
                <c:pt idx="9">
                  <c:v>0.97299999999999998</c:v>
                </c:pt>
                <c:pt idx="12">
                  <c:v>0.81599999999999995</c:v>
                </c:pt>
                <c:pt idx="13">
                  <c:v>0.81599999999999995</c:v>
                </c:pt>
                <c:pt idx="14">
                  <c:v>0.91499999999999992</c:v>
                </c:pt>
                <c:pt idx="15">
                  <c:v>0.96599999999999997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4A8-4FF5-B172-C51CEDDA5BF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Promotional Impact</c:v>
                </c:pt>
              </c:strCache>
            </c:strRef>
          </c:tx>
          <c:spPr>
            <a:solidFill>
              <a:schemeClr val="bg1">
                <a:lumMod val="50000"/>
              </a:schemeClr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C4A8-4FF5-B172-C51CEDDA5BFE}"/>
              </c:ext>
            </c:extLst>
          </c:dPt>
          <c:dPt>
            <c:idx val="2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A-C4A8-4FF5-B172-C51CEDDA5BFE}"/>
              </c:ext>
            </c:extLst>
          </c:dPt>
          <c:dPt>
            <c:idx val="3"/>
            <c:invertIfNegative val="0"/>
            <c:bubble3D val="0"/>
            <c:spPr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C-C4A8-4FF5-B172-C51CEDDA5BFE}"/>
              </c:ext>
            </c:extLst>
          </c:dPt>
          <c:dPt>
            <c:idx val="6"/>
            <c:invertIfNegative val="0"/>
            <c:bubble3D val="0"/>
            <c:spPr>
              <a:solidFill>
                <a:srgbClr val="7F7F7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C-C4A8-4FF5-B172-C51CEDDA5BFE}"/>
              </c:ext>
            </c:extLst>
          </c:dPt>
          <c:dPt>
            <c:idx val="7"/>
            <c:invertIfNegative val="0"/>
            <c:bubble3D val="0"/>
            <c:spPr>
              <a:solidFill>
                <a:srgbClr val="A6A6A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E-C4A8-4FF5-B172-C51CEDDA5BFE}"/>
              </c:ext>
            </c:extLst>
          </c:dPt>
          <c:dPt>
            <c:idx val="8"/>
            <c:invertIfNegative val="0"/>
            <c:bubble3D val="0"/>
            <c:spPr>
              <a:solidFill>
                <a:srgbClr val="BFBFB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0-C4A8-4FF5-B172-C51CEDDA5BFE}"/>
              </c:ext>
            </c:extLst>
          </c:dPt>
          <c:dPt>
            <c:idx val="9"/>
            <c:invertIfNegative val="0"/>
            <c:bubble3D val="0"/>
            <c:spPr>
              <a:solidFill>
                <a:srgbClr val="D9D9D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2-C4A8-4FF5-B172-C51CEDDA5BFE}"/>
              </c:ext>
            </c:extLst>
          </c:dPt>
          <c:dPt>
            <c:idx val="12"/>
            <c:invertIfNegative val="0"/>
            <c:bubble3D val="0"/>
            <c:spPr>
              <a:solidFill>
                <a:srgbClr val="1077BE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4-C4A8-4FF5-B172-C51CEDDA5BFE}"/>
              </c:ext>
            </c:extLst>
          </c:dPt>
          <c:dPt>
            <c:idx val="13"/>
            <c:invertIfNegative val="0"/>
            <c:bubble3D val="0"/>
            <c:spPr>
              <a:solidFill>
                <a:srgbClr val="138CD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6-C4A8-4FF5-B172-C51CEDDA5BFE}"/>
              </c:ext>
            </c:extLst>
          </c:dPt>
          <c:dPt>
            <c:idx val="14"/>
            <c:invertIfNegative val="0"/>
            <c:bubble3D val="0"/>
            <c:spPr>
              <a:solidFill>
                <a:srgbClr val="3AA5EE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8-C4A8-4FF5-B172-C51CEDDA5BFE}"/>
              </c:ext>
            </c:extLst>
          </c:dPt>
          <c:dPt>
            <c:idx val="15"/>
            <c:invertIfNegative val="0"/>
            <c:bubble3D val="0"/>
            <c:spPr>
              <a:solidFill>
                <a:srgbClr val="80C5F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A-C4A8-4FF5-B172-C51CEDDA5BFE}"/>
              </c:ext>
            </c:extLst>
          </c:dPt>
          <c:dLbls>
            <c:dLbl>
              <c:idx val="3"/>
              <c:spPr>
                <a:solidFill>
                  <a:srgbClr val="FFFFFF">
                    <a:lumMod val="85000"/>
                  </a:srgbClr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200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C-C4A8-4FF5-B172-C51CEDDA5BFE}"/>
                </c:ext>
              </c:extLst>
            </c:dLbl>
            <c:dLbl>
              <c:idx val="9"/>
              <c:spPr>
                <a:solidFill>
                  <a:srgbClr val="D9D9D9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200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2-C4A8-4FF5-B172-C51CEDDA5BFE}"/>
                </c:ext>
              </c:extLst>
            </c:dLbl>
            <c:dLbl>
              <c:idx val="15"/>
              <c:spPr>
                <a:solidFill>
                  <a:srgbClr val="80C5F4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200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A-C4A8-4FF5-B172-C51CEDDA5BF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Sheet1!$A$2:$A$17</c:f>
              <c:strCache>
                <c:ptCount val="13"/>
                <c:pt idx="0">
                  <c:v>Launch Period</c:v>
                </c:pt>
                <c:pt idx="6">
                  <c:v>Measurement period – 
Last Iteration</c:v>
                </c:pt>
                <c:pt idx="12">
                  <c:v>Measurement period – 
Latest Run</c:v>
                </c:pt>
              </c:strCache>
            </c:strRef>
          </c:cat>
          <c:val>
            <c:numRef>
              <c:f>Sheet1!$C$2:$C$17</c:f>
              <c:numCache>
                <c:formatCode>0%</c:formatCode>
                <c:ptCount val="16"/>
                <c:pt idx="0">
                  <c:v>0.17699999999999999</c:v>
                </c:pt>
                <c:pt idx="1">
                  <c:v>8.3000000000000004E-2</c:v>
                </c:pt>
                <c:pt idx="2">
                  <c:v>6.7000000000000004E-2</c:v>
                </c:pt>
                <c:pt idx="3">
                  <c:v>2.7E-2</c:v>
                </c:pt>
                <c:pt idx="6">
                  <c:v>0.16900000000000001</c:v>
                </c:pt>
                <c:pt idx="7">
                  <c:v>9.2999999999999999E-2</c:v>
                </c:pt>
                <c:pt idx="8">
                  <c:v>4.9000000000000002E-2</c:v>
                </c:pt>
                <c:pt idx="9">
                  <c:v>2.7199999999999998E-2</c:v>
                </c:pt>
                <c:pt idx="12">
                  <c:v>0.18400000000000005</c:v>
                </c:pt>
                <c:pt idx="13">
                  <c:v>9.9000000000000005E-2</c:v>
                </c:pt>
                <c:pt idx="14">
                  <c:v>5.1000000000000004E-2</c:v>
                </c:pt>
                <c:pt idx="15">
                  <c:v>3.4099999999999998E-2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1B-C4A8-4FF5-B172-C51CEDDA5BFE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0"/>
        <c:overlap val="100"/>
        <c:axId val="1732808328"/>
        <c:axId val="1732811928"/>
        <c:extLst/>
      </c:barChart>
      <c:catAx>
        <c:axId val="173280832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732811928"/>
        <c:crosses val="autoZero"/>
        <c:auto val="1"/>
        <c:lblAlgn val="ctr"/>
        <c:lblOffset val="100"/>
        <c:noMultiLvlLbl val="0"/>
      </c:catAx>
      <c:valAx>
        <c:axId val="1732811928"/>
        <c:scaling>
          <c:orientation val="minMax"/>
          <c:max val="1"/>
        </c:scaling>
        <c:delete val="1"/>
        <c:axPos val="l"/>
        <c:numFmt formatCode="0%" sourceLinked="1"/>
        <c:majorTickMark val="none"/>
        <c:minorTickMark val="none"/>
        <c:tickLblPos val="nextTo"/>
        <c:crossAx val="1732808328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4662939582645111E-2"/>
          <c:y val="0.2096113327987407"/>
          <c:w val="0.96807770169512408"/>
          <c:h val="0.61122369099839957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Ph+ALL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/>
          </c:spPr>
          <c:invertIfNegative val="0"/>
          <c:dLbls>
            <c:spPr>
              <a:solidFill>
                <a:srgbClr val="0070C0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Sheet1!$A$2:$A$13</c:f>
              <c:numCache>
                <c:formatCode>[$-409]mmm\-yy;@</c:formatCode>
                <c:ptCount val="12"/>
                <c:pt idx="0">
                  <c:v>45566</c:v>
                </c:pt>
                <c:pt idx="1">
                  <c:v>45597</c:v>
                </c:pt>
                <c:pt idx="2">
                  <c:v>45627</c:v>
                </c:pt>
                <c:pt idx="3">
                  <c:v>45658</c:v>
                </c:pt>
                <c:pt idx="4">
                  <c:v>45689</c:v>
                </c:pt>
                <c:pt idx="5">
                  <c:v>45717</c:v>
                </c:pt>
                <c:pt idx="6">
                  <c:v>45748</c:v>
                </c:pt>
                <c:pt idx="7">
                  <c:v>45778</c:v>
                </c:pt>
                <c:pt idx="8">
                  <c:v>45809</c:v>
                </c:pt>
                <c:pt idx="9">
                  <c:v>45839</c:v>
                </c:pt>
                <c:pt idx="10">
                  <c:v>45870</c:v>
                </c:pt>
                <c:pt idx="11">
                  <c:v>45901</c:v>
                </c:pt>
              </c:numCache>
            </c:numRef>
          </c:cat>
          <c:val>
            <c:numRef>
              <c:f>Sheet1!$B$2:$B$13</c:f>
              <c:numCache>
                <c:formatCode>#,##0</c:formatCode>
                <c:ptCount val="12"/>
                <c:pt idx="0">
                  <c:v>86</c:v>
                </c:pt>
                <c:pt idx="1">
                  <c:v>48</c:v>
                </c:pt>
                <c:pt idx="2">
                  <c:v>59</c:v>
                </c:pt>
                <c:pt idx="3">
                  <c:v>86</c:v>
                </c:pt>
                <c:pt idx="4">
                  <c:v>66</c:v>
                </c:pt>
                <c:pt idx="5">
                  <c:v>72</c:v>
                </c:pt>
                <c:pt idx="6">
                  <c:v>57</c:v>
                </c:pt>
                <c:pt idx="7">
                  <c:v>66</c:v>
                </c:pt>
                <c:pt idx="8">
                  <c:v>75</c:v>
                </c:pt>
                <c:pt idx="9">
                  <c:v>69</c:v>
                </c:pt>
                <c:pt idx="10">
                  <c:v>59</c:v>
                </c:pt>
                <c:pt idx="11">
                  <c:v>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013-45C8-884D-8C90FB28113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CML</c:v>
                </c:pt>
              </c:strCache>
            </c:strRef>
          </c:tx>
          <c:spPr>
            <a:solidFill>
              <a:srgbClr val="CBD5D2"/>
            </a:solidFill>
            <a:ln>
              <a:noFill/>
            </a:ln>
            <a:effectLst/>
          </c:spPr>
          <c:invertIfNegative val="0"/>
          <c:dLbls>
            <c:spPr>
              <a:solidFill>
                <a:srgbClr val="CBD5D2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Sheet1!$A$2:$A$13</c:f>
              <c:numCache>
                <c:formatCode>[$-409]mmm\-yy;@</c:formatCode>
                <c:ptCount val="12"/>
                <c:pt idx="0">
                  <c:v>45566</c:v>
                </c:pt>
                <c:pt idx="1">
                  <c:v>45597</c:v>
                </c:pt>
                <c:pt idx="2">
                  <c:v>45627</c:v>
                </c:pt>
                <c:pt idx="3">
                  <c:v>45658</c:v>
                </c:pt>
                <c:pt idx="4">
                  <c:v>45689</c:v>
                </c:pt>
                <c:pt idx="5">
                  <c:v>45717</c:v>
                </c:pt>
                <c:pt idx="6">
                  <c:v>45748</c:v>
                </c:pt>
                <c:pt idx="7">
                  <c:v>45778</c:v>
                </c:pt>
                <c:pt idx="8">
                  <c:v>45809</c:v>
                </c:pt>
                <c:pt idx="9">
                  <c:v>45839</c:v>
                </c:pt>
                <c:pt idx="10">
                  <c:v>45870</c:v>
                </c:pt>
                <c:pt idx="11">
                  <c:v>45901</c:v>
                </c:pt>
              </c:numCache>
            </c:numRef>
          </c:cat>
          <c:val>
            <c:numRef>
              <c:f>Sheet1!$C$2:$C$13</c:f>
              <c:numCache>
                <c:formatCode>#,##0</c:formatCode>
                <c:ptCount val="12"/>
                <c:pt idx="0">
                  <c:v>53</c:v>
                </c:pt>
                <c:pt idx="1">
                  <c:v>38</c:v>
                </c:pt>
                <c:pt idx="2">
                  <c:v>74</c:v>
                </c:pt>
                <c:pt idx="3">
                  <c:v>59</c:v>
                </c:pt>
                <c:pt idx="4">
                  <c:v>51</c:v>
                </c:pt>
                <c:pt idx="5">
                  <c:v>32</c:v>
                </c:pt>
                <c:pt idx="6">
                  <c:v>40</c:v>
                </c:pt>
                <c:pt idx="7">
                  <c:v>45</c:v>
                </c:pt>
                <c:pt idx="8">
                  <c:v>59</c:v>
                </c:pt>
                <c:pt idx="9">
                  <c:v>43</c:v>
                </c:pt>
                <c:pt idx="10">
                  <c:v>35</c:v>
                </c:pt>
                <c:pt idx="11">
                  <c:v>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013-45C8-884D-8C90FB28113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Other</c:v>
                </c:pt>
              </c:strCache>
            </c:strRef>
          </c:tx>
          <c:spPr>
            <a:solidFill>
              <a:srgbClr val="FCD20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Sheet1!$A$2:$A$13</c:f>
              <c:numCache>
                <c:formatCode>[$-409]mmm\-yy;@</c:formatCode>
                <c:ptCount val="12"/>
                <c:pt idx="0">
                  <c:v>45566</c:v>
                </c:pt>
                <c:pt idx="1">
                  <c:v>45597</c:v>
                </c:pt>
                <c:pt idx="2">
                  <c:v>45627</c:v>
                </c:pt>
                <c:pt idx="3">
                  <c:v>45658</c:v>
                </c:pt>
                <c:pt idx="4">
                  <c:v>45689</c:v>
                </c:pt>
                <c:pt idx="5">
                  <c:v>45717</c:v>
                </c:pt>
                <c:pt idx="6">
                  <c:v>45748</c:v>
                </c:pt>
                <c:pt idx="7">
                  <c:v>45778</c:v>
                </c:pt>
                <c:pt idx="8">
                  <c:v>45809</c:v>
                </c:pt>
                <c:pt idx="9">
                  <c:v>45839</c:v>
                </c:pt>
                <c:pt idx="10">
                  <c:v>45870</c:v>
                </c:pt>
                <c:pt idx="11">
                  <c:v>45901</c:v>
                </c:pt>
              </c:numCache>
            </c:numRef>
          </c:cat>
          <c:val>
            <c:numRef>
              <c:f>Sheet1!$D$2:$D$13</c:f>
              <c:numCache>
                <c:formatCode>#,##0</c:formatCode>
                <c:ptCount val="12"/>
                <c:pt idx="0">
                  <c:v>11</c:v>
                </c:pt>
                <c:pt idx="1">
                  <c:v>4</c:v>
                </c:pt>
                <c:pt idx="2">
                  <c:v>6</c:v>
                </c:pt>
                <c:pt idx="3">
                  <c:v>18</c:v>
                </c:pt>
                <c:pt idx="4">
                  <c:v>10</c:v>
                </c:pt>
                <c:pt idx="5">
                  <c:v>11</c:v>
                </c:pt>
                <c:pt idx="6">
                  <c:v>23</c:v>
                </c:pt>
                <c:pt idx="7">
                  <c:v>9</c:v>
                </c:pt>
                <c:pt idx="8">
                  <c:v>9</c:v>
                </c:pt>
                <c:pt idx="9">
                  <c:v>7</c:v>
                </c:pt>
                <c:pt idx="10">
                  <c:v>7</c:v>
                </c:pt>
                <c:pt idx="1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013-45C8-884D-8C90FB28113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958572816"/>
        <c:axId val="958564896"/>
      </c:barChart>
      <c:lineChart>
        <c:grouping val="standard"/>
        <c:varyColors val="0"/>
        <c:ser>
          <c:idx val="3"/>
          <c:order val="3"/>
          <c:tx>
            <c:strRef>
              <c:f>Sheet1!$E$1</c:f>
              <c:strCache>
                <c:ptCount val="1"/>
                <c:pt idx="0">
                  <c:v>NPS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none"/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1" u="none" strike="noStrike" kern="1200" baseline="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Sheet1!$A$2:$A$13</c:f>
              <c:numCache>
                <c:formatCode>[$-409]mmm\-yy;@</c:formatCode>
                <c:ptCount val="12"/>
                <c:pt idx="0">
                  <c:v>45566</c:v>
                </c:pt>
                <c:pt idx="1">
                  <c:v>45597</c:v>
                </c:pt>
                <c:pt idx="2">
                  <c:v>45627</c:v>
                </c:pt>
                <c:pt idx="3">
                  <c:v>45658</c:v>
                </c:pt>
                <c:pt idx="4">
                  <c:v>45689</c:v>
                </c:pt>
                <c:pt idx="5">
                  <c:v>45717</c:v>
                </c:pt>
                <c:pt idx="6">
                  <c:v>45748</c:v>
                </c:pt>
                <c:pt idx="7">
                  <c:v>45778</c:v>
                </c:pt>
                <c:pt idx="8">
                  <c:v>45809</c:v>
                </c:pt>
                <c:pt idx="9">
                  <c:v>45839</c:v>
                </c:pt>
                <c:pt idx="10">
                  <c:v>45870</c:v>
                </c:pt>
                <c:pt idx="11">
                  <c:v>45901</c:v>
                </c:pt>
              </c:numCache>
            </c:numRef>
          </c:cat>
          <c:val>
            <c:numRef>
              <c:f>Sheet1!$E$2:$E$13</c:f>
              <c:numCache>
                <c:formatCode>#,##0</c:formatCode>
                <c:ptCount val="12"/>
                <c:pt idx="0">
                  <c:v>150</c:v>
                </c:pt>
                <c:pt idx="1">
                  <c:v>90</c:v>
                </c:pt>
                <c:pt idx="2">
                  <c:v>139</c:v>
                </c:pt>
                <c:pt idx="3">
                  <c:v>163</c:v>
                </c:pt>
                <c:pt idx="4">
                  <c:v>127</c:v>
                </c:pt>
                <c:pt idx="5">
                  <c:v>115</c:v>
                </c:pt>
                <c:pt idx="6">
                  <c:v>120</c:v>
                </c:pt>
                <c:pt idx="7">
                  <c:v>120</c:v>
                </c:pt>
                <c:pt idx="8">
                  <c:v>143</c:v>
                </c:pt>
                <c:pt idx="9">
                  <c:v>119</c:v>
                </c:pt>
                <c:pt idx="10">
                  <c:v>101</c:v>
                </c:pt>
                <c:pt idx="11">
                  <c:v>111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27D-4DC9-8330-00D27F8DB09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958572816"/>
        <c:axId val="958564896"/>
      </c:lineChart>
      <c:dateAx>
        <c:axId val="958572816"/>
        <c:scaling>
          <c:orientation val="minMax"/>
        </c:scaling>
        <c:delete val="0"/>
        <c:axPos val="b"/>
        <c:numFmt formatCode="[$-409]mmm\'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58564896"/>
        <c:crosses val="autoZero"/>
        <c:auto val="1"/>
        <c:lblOffset val="100"/>
        <c:baseTimeUnit val="months"/>
      </c:dateAx>
      <c:valAx>
        <c:axId val="958564896"/>
        <c:scaling>
          <c:orientation val="minMax"/>
        </c:scaling>
        <c:delete val="1"/>
        <c:axPos val="l"/>
        <c:numFmt formatCode="#,##0" sourceLinked="1"/>
        <c:majorTickMark val="out"/>
        <c:minorTickMark val="none"/>
        <c:tickLblPos val="nextTo"/>
        <c:crossAx val="9585728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3"/>
        <c:delete val="1"/>
      </c:legendEntry>
      <c:layout>
        <c:manualLayout>
          <c:xMode val="edge"/>
          <c:yMode val="edge"/>
          <c:x val="0.37883767660735657"/>
          <c:y val="0.10779262325732161"/>
          <c:w val="0.29197804055395526"/>
          <c:h val="8.821308000563546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rgbClr val="000000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000">
          <a:solidFill>
            <a:schemeClr val="tx1"/>
          </a:solidFill>
          <a:latin typeface="+mn-lt"/>
        </a:defRPr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7282641140207815E-2"/>
          <c:y val="4.8182075063017228E-2"/>
          <c:w val="0.96807770169512408"/>
          <c:h val="0.74574690442373215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Ph+ALL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/>
          </c:spPr>
          <c:invertIfNegative val="0"/>
          <c:dLbls>
            <c:numFmt formatCode="#,##0" sourceLinked="0"/>
            <c:spPr>
              <a:solidFill>
                <a:srgbClr val="0070C0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Sheet1!$A$2:$A$13</c:f>
              <c:numCache>
                <c:formatCode>[$-409]mmm\-yy;@</c:formatCode>
                <c:ptCount val="12"/>
                <c:pt idx="0">
                  <c:v>45566</c:v>
                </c:pt>
                <c:pt idx="1">
                  <c:v>45597</c:v>
                </c:pt>
                <c:pt idx="2">
                  <c:v>45627</c:v>
                </c:pt>
                <c:pt idx="3">
                  <c:v>45658</c:v>
                </c:pt>
                <c:pt idx="4">
                  <c:v>45689</c:v>
                </c:pt>
                <c:pt idx="5">
                  <c:v>45717</c:v>
                </c:pt>
                <c:pt idx="6">
                  <c:v>45748</c:v>
                </c:pt>
                <c:pt idx="7">
                  <c:v>45778</c:v>
                </c:pt>
                <c:pt idx="8">
                  <c:v>45809</c:v>
                </c:pt>
                <c:pt idx="9">
                  <c:v>45839</c:v>
                </c:pt>
                <c:pt idx="10">
                  <c:v>45870</c:v>
                </c:pt>
                <c:pt idx="11">
                  <c:v>45901</c:v>
                </c:pt>
              </c:numCache>
            </c:numRef>
          </c:cat>
          <c:val>
            <c:numRef>
              <c:f>Sheet1!$B$2:$B$13</c:f>
              <c:numCache>
                <c:formatCode>#,##0</c:formatCode>
                <c:ptCount val="12"/>
                <c:pt idx="0">
                  <c:v>1220</c:v>
                </c:pt>
                <c:pt idx="1">
                  <c:v>978</c:v>
                </c:pt>
                <c:pt idx="2">
                  <c:v>1187</c:v>
                </c:pt>
                <c:pt idx="3">
                  <c:v>1155</c:v>
                </c:pt>
                <c:pt idx="4">
                  <c:v>1079</c:v>
                </c:pt>
                <c:pt idx="5">
                  <c:v>1315</c:v>
                </c:pt>
                <c:pt idx="6">
                  <c:v>1259</c:v>
                </c:pt>
                <c:pt idx="7">
                  <c:v>1257</c:v>
                </c:pt>
                <c:pt idx="8">
                  <c:v>1416</c:v>
                </c:pt>
                <c:pt idx="9">
                  <c:v>1389</c:v>
                </c:pt>
                <c:pt idx="10">
                  <c:v>1311</c:v>
                </c:pt>
                <c:pt idx="11">
                  <c:v>1389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C07-4597-8935-60670FD7777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CML</c:v>
                </c:pt>
              </c:strCache>
            </c:strRef>
          </c:tx>
          <c:spPr>
            <a:solidFill>
              <a:srgbClr val="CBD5D2"/>
            </a:solidFill>
            <a:ln>
              <a:noFill/>
            </a:ln>
            <a:effectLst/>
          </c:spPr>
          <c:invertIfNegative val="0"/>
          <c:dLbls>
            <c:numFmt formatCode="#,##0" sourceLinked="0"/>
            <c:spPr>
              <a:solidFill>
                <a:srgbClr val="CBD5D2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Sheet1!$A$2:$A$13</c:f>
              <c:numCache>
                <c:formatCode>[$-409]mmm\-yy;@</c:formatCode>
                <c:ptCount val="12"/>
                <c:pt idx="0">
                  <c:v>45566</c:v>
                </c:pt>
                <c:pt idx="1">
                  <c:v>45597</c:v>
                </c:pt>
                <c:pt idx="2">
                  <c:v>45627</c:v>
                </c:pt>
                <c:pt idx="3">
                  <c:v>45658</c:v>
                </c:pt>
                <c:pt idx="4">
                  <c:v>45689</c:v>
                </c:pt>
                <c:pt idx="5">
                  <c:v>45717</c:v>
                </c:pt>
                <c:pt idx="6">
                  <c:v>45748</c:v>
                </c:pt>
                <c:pt idx="7">
                  <c:v>45778</c:v>
                </c:pt>
                <c:pt idx="8">
                  <c:v>45809</c:v>
                </c:pt>
                <c:pt idx="9">
                  <c:v>45839</c:v>
                </c:pt>
                <c:pt idx="10">
                  <c:v>45870</c:v>
                </c:pt>
                <c:pt idx="11">
                  <c:v>45901</c:v>
                </c:pt>
              </c:numCache>
            </c:numRef>
          </c:cat>
          <c:val>
            <c:numRef>
              <c:f>Sheet1!$C$2:$C$13</c:f>
              <c:numCache>
                <c:formatCode>#,##0</c:formatCode>
                <c:ptCount val="12"/>
                <c:pt idx="0">
                  <c:v>1273</c:v>
                </c:pt>
                <c:pt idx="1">
                  <c:v>990</c:v>
                </c:pt>
                <c:pt idx="2">
                  <c:v>1251</c:v>
                </c:pt>
                <c:pt idx="3">
                  <c:v>1159</c:v>
                </c:pt>
                <c:pt idx="4">
                  <c:v>1030</c:v>
                </c:pt>
                <c:pt idx="5">
                  <c:v>1133</c:v>
                </c:pt>
                <c:pt idx="6">
                  <c:v>1157</c:v>
                </c:pt>
                <c:pt idx="7">
                  <c:v>1095</c:v>
                </c:pt>
                <c:pt idx="8">
                  <c:v>1147</c:v>
                </c:pt>
                <c:pt idx="9">
                  <c:v>1129</c:v>
                </c:pt>
                <c:pt idx="10">
                  <c:v>1099</c:v>
                </c:pt>
                <c:pt idx="11">
                  <c:v>1189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C07-4597-8935-60670FD7777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Other</c:v>
                </c:pt>
              </c:strCache>
            </c:strRef>
          </c:tx>
          <c:spPr>
            <a:solidFill>
              <a:srgbClr val="FCD20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Sheet1!$A$2:$A$13</c:f>
              <c:numCache>
                <c:formatCode>[$-409]mmm\-yy;@</c:formatCode>
                <c:ptCount val="12"/>
                <c:pt idx="0">
                  <c:v>45566</c:v>
                </c:pt>
                <c:pt idx="1">
                  <c:v>45597</c:v>
                </c:pt>
                <c:pt idx="2">
                  <c:v>45627</c:v>
                </c:pt>
                <c:pt idx="3">
                  <c:v>45658</c:v>
                </c:pt>
                <c:pt idx="4">
                  <c:v>45689</c:v>
                </c:pt>
                <c:pt idx="5">
                  <c:v>45717</c:v>
                </c:pt>
                <c:pt idx="6">
                  <c:v>45748</c:v>
                </c:pt>
                <c:pt idx="7">
                  <c:v>45778</c:v>
                </c:pt>
                <c:pt idx="8">
                  <c:v>45809</c:v>
                </c:pt>
                <c:pt idx="9">
                  <c:v>45839</c:v>
                </c:pt>
                <c:pt idx="10">
                  <c:v>45870</c:v>
                </c:pt>
                <c:pt idx="11">
                  <c:v>45901</c:v>
                </c:pt>
              </c:numCache>
            </c:numRef>
          </c:cat>
          <c:val>
            <c:numRef>
              <c:f>Sheet1!$D$2:$D$13</c:f>
              <c:numCache>
                <c:formatCode>#,##0</c:formatCode>
                <c:ptCount val="12"/>
                <c:pt idx="0">
                  <c:v>179</c:v>
                </c:pt>
                <c:pt idx="1">
                  <c:v>145</c:v>
                </c:pt>
                <c:pt idx="2">
                  <c:v>183</c:v>
                </c:pt>
                <c:pt idx="3">
                  <c:v>198</c:v>
                </c:pt>
                <c:pt idx="4">
                  <c:v>159</c:v>
                </c:pt>
                <c:pt idx="5">
                  <c:v>191</c:v>
                </c:pt>
                <c:pt idx="6">
                  <c:v>190</c:v>
                </c:pt>
                <c:pt idx="7">
                  <c:v>172</c:v>
                </c:pt>
                <c:pt idx="8">
                  <c:v>189</c:v>
                </c:pt>
                <c:pt idx="9">
                  <c:v>182</c:v>
                </c:pt>
                <c:pt idx="10">
                  <c:v>169</c:v>
                </c:pt>
                <c:pt idx="11">
                  <c:v>174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C07-4597-8935-60670FD77775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Demand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900" b="1" i="1" u="none" strike="noStrike" kern="1200" baseline="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5="http://schemas.microsoft.com/office/drawing/2012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Sheet1!$A$2:$A$13</c:f>
              <c:numCache>
                <c:formatCode>[$-409]mmm\-yy;@</c:formatCode>
                <c:ptCount val="12"/>
                <c:pt idx="0">
                  <c:v>45566</c:v>
                </c:pt>
                <c:pt idx="1">
                  <c:v>45597</c:v>
                </c:pt>
                <c:pt idx="2">
                  <c:v>45627</c:v>
                </c:pt>
                <c:pt idx="3">
                  <c:v>45658</c:v>
                </c:pt>
                <c:pt idx="4">
                  <c:v>45689</c:v>
                </c:pt>
                <c:pt idx="5">
                  <c:v>45717</c:v>
                </c:pt>
                <c:pt idx="6">
                  <c:v>45748</c:v>
                </c:pt>
                <c:pt idx="7">
                  <c:v>45778</c:v>
                </c:pt>
                <c:pt idx="8">
                  <c:v>45809</c:v>
                </c:pt>
                <c:pt idx="9">
                  <c:v>45839</c:v>
                </c:pt>
                <c:pt idx="10">
                  <c:v>45870</c:v>
                </c:pt>
                <c:pt idx="11">
                  <c:v>45901</c:v>
                </c:pt>
              </c:numCache>
            </c:numRef>
          </c:cat>
          <c:val>
            <c:numRef>
              <c:f>Sheet1!$E$2:$E$13</c:f>
              <c:numCache>
                <c:formatCode>#,##0</c:formatCode>
                <c:ptCount val="12"/>
                <c:pt idx="0">
                  <c:v>2672</c:v>
                </c:pt>
                <c:pt idx="1">
                  <c:v>2113</c:v>
                </c:pt>
                <c:pt idx="2">
                  <c:v>2622</c:v>
                </c:pt>
                <c:pt idx="3">
                  <c:v>2512</c:v>
                </c:pt>
                <c:pt idx="4">
                  <c:v>2268</c:v>
                </c:pt>
                <c:pt idx="5">
                  <c:v>2639</c:v>
                </c:pt>
                <c:pt idx="6">
                  <c:v>2606</c:v>
                </c:pt>
                <c:pt idx="7">
                  <c:v>2524</c:v>
                </c:pt>
                <c:pt idx="8">
                  <c:v>2753</c:v>
                </c:pt>
                <c:pt idx="9">
                  <c:v>2700</c:v>
                </c:pt>
                <c:pt idx="10">
                  <c:v>2579</c:v>
                </c:pt>
                <c:pt idx="11">
                  <c:v>2752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3-7C07-4597-8935-60670FD77775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958572816"/>
        <c:axId val="958564896"/>
        <c:extLst/>
      </c:barChart>
      <c:dateAx>
        <c:axId val="958572816"/>
        <c:scaling>
          <c:orientation val="minMax"/>
        </c:scaling>
        <c:delete val="0"/>
        <c:axPos val="b"/>
        <c:numFmt formatCode="[$-409]mmm\'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58564896"/>
        <c:crosses val="autoZero"/>
        <c:auto val="1"/>
        <c:lblOffset val="100"/>
        <c:baseTimeUnit val="months"/>
      </c:dateAx>
      <c:valAx>
        <c:axId val="958564896"/>
        <c:scaling>
          <c:orientation val="minMax"/>
          <c:max val="3000"/>
          <c:min val="0"/>
        </c:scaling>
        <c:delete val="1"/>
        <c:axPos val="l"/>
        <c:numFmt formatCode="#,##0" sourceLinked="1"/>
        <c:majorTickMark val="out"/>
        <c:minorTickMark val="none"/>
        <c:tickLblPos val="nextTo"/>
        <c:crossAx val="9585728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000">
          <a:solidFill>
            <a:schemeClr val="tx1"/>
          </a:solidFill>
          <a:latin typeface="+mn-lt"/>
        </a:defRPr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7282610859280026E-2"/>
          <c:y val="4.8182075063017228E-2"/>
          <c:w val="0.96807770169512408"/>
          <c:h val="0.75704326729188021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Ph+ALL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/>
          </c:spPr>
          <c:invertIfNegative val="0"/>
          <c:dLbls>
            <c:spPr>
              <a:solidFill>
                <a:srgbClr val="0070C0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Sheet1!$A$2:$A$13</c:f>
              <c:numCache>
                <c:formatCode>[$-409]mmm\-yy;@</c:formatCode>
                <c:ptCount val="12"/>
                <c:pt idx="0">
                  <c:v>45566</c:v>
                </c:pt>
                <c:pt idx="1">
                  <c:v>45597</c:v>
                </c:pt>
                <c:pt idx="2">
                  <c:v>45627</c:v>
                </c:pt>
                <c:pt idx="3">
                  <c:v>45658</c:v>
                </c:pt>
                <c:pt idx="4">
                  <c:v>45689</c:v>
                </c:pt>
                <c:pt idx="5">
                  <c:v>45717</c:v>
                </c:pt>
                <c:pt idx="6">
                  <c:v>45748</c:v>
                </c:pt>
                <c:pt idx="7">
                  <c:v>45778</c:v>
                </c:pt>
                <c:pt idx="8">
                  <c:v>45809</c:v>
                </c:pt>
                <c:pt idx="9">
                  <c:v>45839</c:v>
                </c:pt>
                <c:pt idx="10">
                  <c:v>45870</c:v>
                </c:pt>
                <c:pt idx="11">
                  <c:v>45901</c:v>
                </c:pt>
              </c:numCache>
            </c:numRef>
          </c:cat>
          <c:val>
            <c:numRef>
              <c:f>Sheet1!$B$2:$B$13</c:f>
              <c:numCache>
                <c:formatCode>#,##0</c:formatCode>
                <c:ptCount val="12"/>
                <c:pt idx="0">
                  <c:v>1091</c:v>
                </c:pt>
                <c:pt idx="1">
                  <c:v>973</c:v>
                </c:pt>
                <c:pt idx="2">
                  <c:v>1098</c:v>
                </c:pt>
                <c:pt idx="3">
                  <c:v>1111</c:v>
                </c:pt>
                <c:pt idx="4">
                  <c:v>1060</c:v>
                </c:pt>
                <c:pt idx="5">
                  <c:v>1206</c:v>
                </c:pt>
                <c:pt idx="6">
                  <c:v>1172</c:v>
                </c:pt>
                <c:pt idx="7">
                  <c:v>1193</c:v>
                </c:pt>
                <c:pt idx="8">
                  <c:v>1331</c:v>
                </c:pt>
                <c:pt idx="9">
                  <c:v>1240</c:v>
                </c:pt>
                <c:pt idx="10">
                  <c:v>1277</c:v>
                </c:pt>
                <c:pt idx="11">
                  <c:v>1301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3F1-4810-8771-74A2A05EED2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CML</c:v>
                </c:pt>
              </c:strCache>
            </c:strRef>
          </c:tx>
          <c:spPr>
            <a:solidFill>
              <a:srgbClr val="CBD5D2"/>
            </a:solidFill>
            <a:ln>
              <a:noFill/>
            </a:ln>
            <a:effectLst/>
          </c:spPr>
          <c:invertIfNegative val="0"/>
          <c:dLbls>
            <c:spPr>
              <a:solidFill>
                <a:srgbClr val="CBD5D2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Sheet1!$A$2:$A$13</c:f>
              <c:numCache>
                <c:formatCode>[$-409]mmm\-yy;@</c:formatCode>
                <c:ptCount val="12"/>
                <c:pt idx="0">
                  <c:v>45566</c:v>
                </c:pt>
                <c:pt idx="1">
                  <c:v>45597</c:v>
                </c:pt>
                <c:pt idx="2">
                  <c:v>45627</c:v>
                </c:pt>
                <c:pt idx="3">
                  <c:v>45658</c:v>
                </c:pt>
                <c:pt idx="4">
                  <c:v>45689</c:v>
                </c:pt>
                <c:pt idx="5">
                  <c:v>45717</c:v>
                </c:pt>
                <c:pt idx="6">
                  <c:v>45748</c:v>
                </c:pt>
                <c:pt idx="7">
                  <c:v>45778</c:v>
                </c:pt>
                <c:pt idx="8">
                  <c:v>45809</c:v>
                </c:pt>
                <c:pt idx="9">
                  <c:v>45839</c:v>
                </c:pt>
                <c:pt idx="10">
                  <c:v>45870</c:v>
                </c:pt>
                <c:pt idx="11">
                  <c:v>45901</c:v>
                </c:pt>
              </c:numCache>
            </c:numRef>
          </c:cat>
          <c:val>
            <c:numRef>
              <c:f>Sheet1!$C$2:$C$13</c:f>
              <c:numCache>
                <c:formatCode>#,##0</c:formatCode>
                <c:ptCount val="12"/>
                <c:pt idx="0">
                  <c:v>1119</c:v>
                </c:pt>
                <c:pt idx="1">
                  <c:v>956</c:v>
                </c:pt>
                <c:pt idx="2">
                  <c:v>1136</c:v>
                </c:pt>
                <c:pt idx="3">
                  <c:v>1111</c:v>
                </c:pt>
                <c:pt idx="4">
                  <c:v>1015</c:v>
                </c:pt>
                <c:pt idx="5">
                  <c:v>1076</c:v>
                </c:pt>
                <c:pt idx="6">
                  <c:v>1055</c:v>
                </c:pt>
                <c:pt idx="7">
                  <c:v>1051</c:v>
                </c:pt>
                <c:pt idx="8">
                  <c:v>1117</c:v>
                </c:pt>
                <c:pt idx="9">
                  <c:v>1062</c:v>
                </c:pt>
                <c:pt idx="10">
                  <c:v>1088</c:v>
                </c:pt>
                <c:pt idx="11">
                  <c:v>1130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3F1-4810-8771-74A2A05EED2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Other</c:v>
                </c:pt>
              </c:strCache>
            </c:strRef>
          </c:tx>
          <c:spPr>
            <a:solidFill>
              <a:srgbClr val="FCD206"/>
            </a:solidFill>
            <a:ln>
              <a:noFill/>
            </a:ln>
            <a:effectLst/>
          </c:spPr>
          <c:invertIfNegative val="0"/>
          <c:dLbls>
            <c:spPr>
              <a:solidFill>
                <a:srgbClr val="FCD206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Sheet1!$A$2:$A$13</c:f>
              <c:numCache>
                <c:formatCode>[$-409]mmm\-yy;@</c:formatCode>
                <c:ptCount val="12"/>
                <c:pt idx="0">
                  <c:v>45566</c:v>
                </c:pt>
                <c:pt idx="1">
                  <c:v>45597</c:v>
                </c:pt>
                <c:pt idx="2">
                  <c:v>45627</c:v>
                </c:pt>
                <c:pt idx="3">
                  <c:v>45658</c:v>
                </c:pt>
                <c:pt idx="4">
                  <c:v>45689</c:v>
                </c:pt>
                <c:pt idx="5">
                  <c:v>45717</c:v>
                </c:pt>
                <c:pt idx="6">
                  <c:v>45748</c:v>
                </c:pt>
                <c:pt idx="7">
                  <c:v>45778</c:v>
                </c:pt>
                <c:pt idx="8">
                  <c:v>45809</c:v>
                </c:pt>
                <c:pt idx="9">
                  <c:v>45839</c:v>
                </c:pt>
                <c:pt idx="10">
                  <c:v>45870</c:v>
                </c:pt>
                <c:pt idx="11">
                  <c:v>45901</c:v>
                </c:pt>
              </c:numCache>
            </c:numRef>
          </c:cat>
          <c:val>
            <c:numRef>
              <c:f>Sheet1!$D$2:$D$13</c:f>
              <c:numCache>
                <c:formatCode>#,##0</c:formatCode>
                <c:ptCount val="12"/>
                <c:pt idx="0">
                  <c:v>163</c:v>
                </c:pt>
                <c:pt idx="1">
                  <c:v>144</c:v>
                </c:pt>
                <c:pt idx="2">
                  <c:v>167</c:v>
                </c:pt>
                <c:pt idx="3">
                  <c:v>180</c:v>
                </c:pt>
                <c:pt idx="4">
                  <c:v>166</c:v>
                </c:pt>
                <c:pt idx="5">
                  <c:v>179</c:v>
                </c:pt>
                <c:pt idx="6">
                  <c:v>184</c:v>
                </c:pt>
                <c:pt idx="7">
                  <c:v>174</c:v>
                </c:pt>
                <c:pt idx="8">
                  <c:v>185</c:v>
                </c:pt>
                <c:pt idx="9">
                  <c:v>178</c:v>
                </c:pt>
                <c:pt idx="10">
                  <c:v>173</c:v>
                </c:pt>
                <c:pt idx="11">
                  <c:v>166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3F1-4810-8771-74A2A05EED2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958572816"/>
        <c:axId val="958564896"/>
      </c:barChart>
      <c:lineChart>
        <c:grouping val="standard"/>
        <c:varyColors val="0"/>
        <c:ser>
          <c:idx val="3"/>
          <c:order val="3"/>
          <c:tx>
            <c:strRef>
              <c:f>Sheet1!$E$1</c:f>
              <c:strCache>
                <c:ptCount val="1"/>
                <c:pt idx="0">
                  <c:v>Dispensed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none"/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1" u="none" strike="noStrike" kern="1200" baseline="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5="http://schemas.microsoft.com/office/drawing/2012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Sheet1!$A$2:$A$13</c:f>
              <c:numCache>
                <c:formatCode>[$-409]mmm\-yy;@</c:formatCode>
                <c:ptCount val="12"/>
                <c:pt idx="0">
                  <c:v>45566</c:v>
                </c:pt>
                <c:pt idx="1">
                  <c:v>45597</c:v>
                </c:pt>
                <c:pt idx="2">
                  <c:v>45627</c:v>
                </c:pt>
                <c:pt idx="3">
                  <c:v>45658</c:v>
                </c:pt>
                <c:pt idx="4">
                  <c:v>45689</c:v>
                </c:pt>
                <c:pt idx="5">
                  <c:v>45717</c:v>
                </c:pt>
                <c:pt idx="6">
                  <c:v>45748</c:v>
                </c:pt>
                <c:pt idx="7">
                  <c:v>45778</c:v>
                </c:pt>
                <c:pt idx="8">
                  <c:v>45809</c:v>
                </c:pt>
                <c:pt idx="9">
                  <c:v>45839</c:v>
                </c:pt>
                <c:pt idx="10">
                  <c:v>45870</c:v>
                </c:pt>
                <c:pt idx="11">
                  <c:v>45901</c:v>
                </c:pt>
              </c:numCache>
            </c:numRef>
          </c:cat>
          <c:val>
            <c:numRef>
              <c:f>Sheet1!$E$2:$E$13</c:f>
              <c:numCache>
                <c:formatCode>#,##0</c:formatCode>
                <c:ptCount val="12"/>
                <c:pt idx="0">
                  <c:v>2373</c:v>
                </c:pt>
                <c:pt idx="1">
                  <c:v>2073</c:v>
                </c:pt>
                <c:pt idx="2">
                  <c:v>2401</c:v>
                </c:pt>
                <c:pt idx="3">
                  <c:v>2402</c:v>
                </c:pt>
                <c:pt idx="4">
                  <c:v>2241</c:v>
                </c:pt>
                <c:pt idx="5">
                  <c:v>2461</c:v>
                </c:pt>
                <c:pt idx="6">
                  <c:v>2411</c:v>
                </c:pt>
                <c:pt idx="7">
                  <c:v>2418</c:v>
                </c:pt>
                <c:pt idx="8">
                  <c:v>2633</c:v>
                </c:pt>
                <c:pt idx="9">
                  <c:v>2480</c:v>
                </c:pt>
                <c:pt idx="10">
                  <c:v>2538</c:v>
                </c:pt>
                <c:pt idx="11">
                  <c:v>2597</c:v>
                </c:pt>
              </c:numCache>
            </c:numRef>
          </c:val>
          <c:smooth val="0"/>
          <c:extLst xmlns:c15="http://schemas.microsoft.com/office/drawing/2012/chart">
            <c:ext xmlns:c16="http://schemas.microsoft.com/office/drawing/2014/chart" uri="{C3380CC4-5D6E-409C-BE32-E72D297353CC}">
              <c16:uniqueId val="{00000003-E3F1-4810-8771-74A2A05EED2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958572816"/>
        <c:axId val="958564896"/>
      </c:lineChart>
      <c:dateAx>
        <c:axId val="958572816"/>
        <c:scaling>
          <c:orientation val="minMax"/>
        </c:scaling>
        <c:delete val="0"/>
        <c:axPos val="b"/>
        <c:numFmt formatCode="[$-409]mmm\'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58564896"/>
        <c:crosses val="autoZero"/>
        <c:auto val="1"/>
        <c:lblOffset val="100"/>
        <c:baseTimeUnit val="months"/>
      </c:dateAx>
      <c:valAx>
        <c:axId val="958564896"/>
        <c:scaling>
          <c:orientation val="minMax"/>
          <c:max val="3000"/>
          <c:min val="0"/>
        </c:scaling>
        <c:delete val="1"/>
        <c:axPos val="l"/>
        <c:numFmt formatCode="#,##0" sourceLinked="1"/>
        <c:majorTickMark val="out"/>
        <c:minorTickMark val="none"/>
        <c:tickLblPos val="nextTo"/>
        <c:crossAx val="958572816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000">
          <a:solidFill>
            <a:schemeClr val="tx1"/>
          </a:solidFill>
          <a:latin typeface="+mn-lt"/>
        </a:defRPr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>
                <a:solidFill>
                  <a:schemeClr val="tx1">
                    <a:lumMod val="50000"/>
                  </a:schemeClr>
                </a:solidFill>
              </a:rPr>
              <a:t>Monthly 2-Way Interactions – </a:t>
            </a:r>
          </a:p>
          <a:p>
            <a:pPr>
              <a:defRPr sz="1400" b="1">
                <a:solidFill>
                  <a:schemeClr val="tx1">
                    <a:lumMod val="50000"/>
                  </a:schemeClr>
                </a:solidFill>
              </a:defRPr>
            </a:pPr>
            <a:r>
              <a:rPr lang="en-US" sz="1400" b="1">
                <a:solidFill>
                  <a:schemeClr val="tx1">
                    <a:lumMod val="50000"/>
                  </a:schemeClr>
                </a:solidFill>
              </a:rPr>
              <a:t>ICLUSIG, no indication specified</a:t>
            </a:r>
          </a:p>
        </c:rich>
      </c:tx>
      <c:layout>
        <c:manualLayout>
          <c:xMode val="edge"/>
          <c:yMode val="edge"/>
          <c:x val="0.14151450035319396"/>
          <c:y val="6.187985187354919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9.3961645277670633E-2"/>
          <c:y val="0.11740350546354436"/>
          <c:w val="0.78266553614161549"/>
          <c:h val="0.7258798920622970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solidFill>
                <a:schemeClr val="lt1"/>
              </a:solidFill>
              <a:ln>
                <a:solidFill>
                  <a:schemeClr val="dk1">
                    <a:lumMod val="25000"/>
                    <a:lumOff val="75000"/>
                  </a:schemeClr>
                </a:solidFill>
              </a:ln>
              <a:effectLst/>
            </c:spPr>
            <c:txPr>
              <a:bodyPr rot="0" spcFirstLastPara="1" vertOverflow="clip" horzOverflow="clip" vert="horz" wrap="square" lIns="36576" tIns="18288" rIns="36576" bIns="18288" anchor="ctr" anchorCtr="1">
                <a:spAutoFit/>
              </a:bodyPr>
              <a:lstStyle/>
              <a:p>
                <a:pPr>
                  <a:defRPr sz="700" b="1" i="0" u="none" strike="noStrike" kern="1200" baseline="0">
                    <a:solidFill>
                      <a:schemeClr val="tx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Sheet1!$A$2:$A$13</c:f>
              <c:numCache>
                <c:formatCode>mmm\-yy</c:formatCode>
                <c:ptCount val="12"/>
                <c:pt idx="0">
                  <c:v>45566</c:v>
                </c:pt>
                <c:pt idx="1">
                  <c:v>45597</c:v>
                </c:pt>
                <c:pt idx="2">
                  <c:v>45627</c:v>
                </c:pt>
                <c:pt idx="3">
                  <c:v>45658</c:v>
                </c:pt>
                <c:pt idx="4">
                  <c:v>45689</c:v>
                </c:pt>
                <c:pt idx="5">
                  <c:v>45717</c:v>
                </c:pt>
                <c:pt idx="6">
                  <c:v>45748</c:v>
                </c:pt>
                <c:pt idx="7">
                  <c:v>45778</c:v>
                </c:pt>
                <c:pt idx="8">
                  <c:v>45809</c:v>
                </c:pt>
                <c:pt idx="9">
                  <c:v>45839</c:v>
                </c:pt>
                <c:pt idx="10">
                  <c:v>45870</c:v>
                </c:pt>
                <c:pt idx="11">
                  <c:v>45901</c:v>
                </c:pt>
              </c:numCache>
            </c:num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184</c:v>
                </c:pt>
                <c:pt idx="1">
                  <c:v>7</c:v>
                </c:pt>
                <c:pt idx="2">
                  <c:v>89</c:v>
                </c:pt>
                <c:pt idx="3">
                  <c:v>55</c:v>
                </c:pt>
                <c:pt idx="4">
                  <c:v>46</c:v>
                </c:pt>
                <c:pt idx="5">
                  <c:v>38</c:v>
                </c:pt>
                <c:pt idx="6">
                  <c:v>53</c:v>
                </c:pt>
                <c:pt idx="7">
                  <c:v>19</c:v>
                </c:pt>
                <c:pt idx="8">
                  <c:v>57</c:v>
                </c:pt>
                <c:pt idx="9">
                  <c:v>68</c:v>
                </c:pt>
                <c:pt idx="10">
                  <c:v>80</c:v>
                </c:pt>
                <c:pt idx="11">
                  <c:v>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026-456C-8C0C-E94F23B01F8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P2</c:v>
                </c:pt>
              </c:strCache>
            </c:strRef>
          </c:tx>
          <c:spPr>
            <a:solidFill>
              <a:srgbClr val="FBD20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1" i="0" u="none" strike="noStrike" kern="1200" baseline="0">
                    <a:solidFill>
                      <a:schemeClr val="tx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Sheet1!$A$2:$A$13</c:f>
              <c:numCache>
                <c:formatCode>mmm\-yy</c:formatCode>
                <c:ptCount val="12"/>
                <c:pt idx="0">
                  <c:v>45566</c:v>
                </c:pt>
                <c:pt idx="1">
                  <c:v>45597</c:v>
                </c:pt>
                <c:pt idx="2">
                  <c:v>45627</c:v>
                </c:pt>
                <c:pt idx="3">
                  <c:v>45658</c:v>
                </c:pt>
                <c:pt idx="4">
                  <c:v>45689</c:v>
                </c:pt>
                <c:pt idx="5">
                  <c:v>45717</c:v>
                </c:pt>
                <c:pt idx="6">
                  <c:v>45748</c:v>
                </c:pt>
                <c:pt idx="7">
                  <c:v>45778</c:v>
                </c:pt>
                <c:pt idx="8">
                  <c:v>45809</c:v>
                </c:pt>
                <c:pt idx="9">
                  <c:v>45839</c:v>
                </c:pt>
                <c:pt idx="10">
                  <c:v>45870</c:v>
                </c:pt>
                <c:pt idx="11">
                  <c:v>45901</c:v>
                </c:pt>
              </c:numCache>
            </c:num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310</c:v>
                </c:pt>
                <c:pt idx="1">
                  <c:v>2</c:v>
                </c:pt>
                <c:pt idx="2">
                  <c:v>1</c:v>
                </c:pt>
                <c:pt idx="3">
                  <c:v>11</c:v>
                </c:pt>
                <c:pt idx="4">
                  <c:v>1</c:v>
                </c:pt>
                <c:pt idx="5">
                  <c:v>6</c:v>
                </c:pt>
                <c:pt idx="6">
                  <c:v>5</c:v>
                </c:pt>
                <c:pt idx="7">
                  <c:v>0</c:v>
                </c:pt>
                <c:pt idx="8">
                  <c:v>2</c:v>
                </c:pt>
                <c:pt idx="9">
                  <c:v>2</c:v>
                </c:pt>
                <c:pt idx="10">
                  <c:v>6</c:v>
                </c:pt>
                <c:pt idx="1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026-456C-8C0C-E94F23B01F8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P3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1" i="0" u="none" strike="noStrike" kern="1200" baseline="0">
                    <a:solidFill>
                      <a:schemeClr val="tx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Sheet1!$A$2:$A$13</c:f>
              <c:numCache>
                <c:formatCode>mmm\-yy</c:formatCode>
                <c:ptCount val="12"/>
                <c:pt idx="0">
                  <c:v>45566</c:v>
                </c:pt>
                <c:pt idx="1">
                  <c:v>45597</c:v>
                </c:pt>
                <c:pt idx="2">
                  <c:v>45627</c:v>
                </c:pt>
                <c:pt idx="3">
                  <c:v>45658</c:v>
                </c:pt>
                <c:pt idx="4">
                  <c:v>45689</c:v>
                </c:pt>
                <c:pt idx="5">
                  <c:v>45717</c:v>
                </c:pt>
                <c:pt idx="6">
                  <c:v>45748</c:v>
                </c:pt>
                <c:pt idx="7">
                  <c:v>45778</c:v>
                </c:pt>
                <c:pt idx="8">
                  <c:v>45809</c:v>
                </c:pt>
                <c:pt idx="9">
                  <c:v>45839</c:v>
                </c:pt>
                <c:pt idx="10">
                  <c:v>45870</c:v>
                </c:pt>
                <c:pt idx="11">
                  <c:v>45901</c:v>
                </c:pt>
              </c:numCache>
            </c:num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21</c:v>
                </c:pt>
                <c:pt idx="1">
                  <c:v>1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20</c:v>
                </c:pt>
                <c:pt idx="6">
                  <c:v>4</c:v>
                </c:pt>
                <c:pt idx="7">
                  <c:v>13</c:v>
                </c:pt>
                <c:pt idx="8">
                  <c:v>4</c:v>
                </c:pt>
                <c:pt idx="9">
                  <c:v>0</c:v>
                </c:pt>
                <c:pt idx="10">
                  <c:v>28</c:v>
                </c:pt>
                <c:pt idx="1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026-456C-8C0C-E94F23B01F8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100"/>
        <c:axId val="261158407"/>
        <c:axId val="261154447"/>
      </c:barChart>
      <c:lineChart>
        <c:grouping val="standard"/>
        <c:varyColors val="0"/>
        <c:ser>
          <c:idx val="4"/>
          <c:order val="4"/>
          <c:tx>
            <c:strRef>
              <c:f>Sheet1!$F$1</c:f>
              <c:strCache>
                <c:ptCount val="1"/>
                <c:pt idx="0">
                  <c:v>Total Interactions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none"/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1" i="0" u="none" strike="noStrike" kern="1200" baseline="0">
                    <a:solidFill>
                      <a:schemeClr val="tx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Sheet1!$A$2:$A$13</c:f>
              <c:numCache>
                <c:formatCode>mmm\-yy</c:formatCode>
                <c:ptCount val="12"/>
                <c:pt idx="0">
                  <c:v>45566</c:v>
                </c:pt>
                <c:pt idx="1">
                  <c:v>45597</c:v>
                </c:pt>
                <c:pt idx="2">
                  <c:v>45627</c:v>
                </c:pt>
                <c:pt idx="3">
                  <c:v>45658</c:v>
                </c:pt>
                <c:pt idx="4">
                  <c:v>45689</c:v>
                </c:pt>
                <c:pt idx="5">
                  <c:v>45717</c:v>
                </c:pt>
                <c:pt idx="6">
                  <c:v>45748</c:v>
                </c:pt>
                <c:pt idx="7">
                  <c:v>45778</c:v>
                </c:pt>
                <c:pt idx="8">
                  <c:v>45809</c:v>
                </c:pt>
                <c:pt idx="9">
                  <c:v>45839</c:v>
                </c:pt>
                <c:pt idx="10">
                  <c:v>45870</c:v>
                </c:pt>
                <c:pt idx="11">
                  <c:v>45901</c:v>
                </c:pt>
              </c:numCache>
            </c:numRef>
          </c:cat>
          <c:val>
            <c:numRef>
              <c:f>Sheet1!$F$2:$F$13</c:f>
              <c:numCache>
                <c:formatCode>General</c:formatCode>
                <c:ptCount val="12"/>
                <c:pt idx="0">
                  <c:v>515</c:v>
                </c:pt>
                <c:pt idx="1">
                  <c:v>10</c:v>
                </c:pt>
                <c:pt idx="2">
                  <c:v>92</c:v>
                </c:pt>
                <c:pt idx="3">
                  <c:v>68</c:v>
                </c:pt>
                <c:pt idx="4">
                  <c:v>49</c:v>
                </c:pt>
                <c:pt idx="5">
                  <c:v>64</c:v>
                </c:pt>
                <c:pt idx="6">
                  <c:v>62</c:v>
                </c:pt>
                <c:pt idx="7">
                  <c:v>32</c:v>
                </c:pt>
                <c:pt idx="8">
                  <c:v>63</c:v>
                </c:pt>
                <c:pt idx="9">
                  <c:v>70</c:v>
                </c:pt>
                <c:pt idx="10">
                  <c:v>114</c:v>
                </c:pt>
                <c:pt idx="11">
                  <c:v>64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2A3-4DAF-A5D8-81FC7C985FC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61158407"/>
        <c:axId val="261154447"/>
        <c:extLst>
          <c:ext xmlns:c15="http://schemas.microsoft.com/office/drawing/2012/chart" uri="{02D57815-91ED-43cb-92C2-25804820EDAC}">
            <c15:filteredLineSeries>
              <c15:ser>
                <c:idx val="3"/>
                <c:order val="3"/>
                <c:tx>
                  <c:strRef>
                    <c:extLst>
                      <c:ext uri="{02D57815-91ED-43cb-92C2-25804820EDAC}">
                        <c15:formulaRef>
                          <c15:sqref>Sheet1!$E$1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ln w="25400" cap="rnd">
                    <a:noFill/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>
                      <c:ext uri="{02D57815-91ED-43cb-92C2-25804820EDAC}">
                        <c15:formulaRef>
                          <c15:sqref>Sheet1!$A$2:$A$13</c15:sqref>
                        </c15:formulaRef>
                      </c:ext>
                    </c:extLst>
                    <c:numCache>
                      <c:formatCode>mmm\-yy</c:formatCode>
                      <c:ptCount val="12"/>
                      <c:pt idx="0">
                        <c:v>45566</c:v>
                      </c:pt>
                      <c:pt idx="1">
                        <c:v>45597</c:v>
                      </c:pt>
                      <c:pt idx="2">
                        <c:v>45627</c:v>
                      </c:pt>
                      <c:pt idx="3">
                        <c:v>45658</c:v>
                      </c:pt>
                      <c:pt idx="4">
                        <c:v>45689</c:v>
                      </c:pt>
                      <c:pt idx="5">
                        <c:v>45717</c:v>
                      </c:pt>
                      <c:pt idx="6">
                        <c:v>45748</c:v>
                      </c:pt>
                      <c:pt idx="7">
                        <c:v>45778</c:v>
                      </c:pt>
                      <c:pt idx="8">
                        <c:v>45809</c:v>
                      </c:pt>
                      <c:pt idx="9">
                        <c:v>45839</c:v>
                      </c:pt>
                      <c:pt idx="10">
                        <c:v>45870</c:v>
                      </c:pt>
                      <c:pt idx="11">
                        <c:v>45901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Sheet1!$E$2:$E$13</c15:sqref>
                        </c15:formulaRef>
                      </c:ext>
                    </c:extLst>
                    <c:numCache>
                      <c:formatCode>mmm\-yy</c:formatCode>
                      <c:ptCount val="12"/>
                      <c:pt idx="0">
                        <c:v>45536</c:v>
                      </c:pt>
                      <c:pt idx="1">
                        <c:v>45566</c:v>
                      </c:pt>
                      <c:pt idx="2">
                        <c:v>45597</c:v>
                      </c:pt>
                      <c:pt idx="3">
                        <c:v>45627</c:v>
                      </c:pt>
                      <c:pt idx="4">
                        <c:v>45658</c:v>
                      </c:pt>
                      <c:pt idx="5">
                        <c:v>45689</c:v>
                      </c:pt>
                      <c:pt idx="6">
                        <c:v>45717</c:v>
                      </c:pt>
                      <c:pt idx="7">
                        <c:v>45748</c:v>
                      </c:pt>
                      <c:pt idx="8">
                        <c:v>45778</c:v>
                      </c:pt>
                      <c:pt idx="9">
                        <c:v>45809</c:v>
                      </c:pt>
                      <c:pt idx="10">
                        <c:v>45839</c:v>
                      </c:pt>
                      <c:pt idx="11">
                        <c:v>45870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3-7026-456C-8C0C-E94F23B01F81}"/>
                  </c:ext>
                </c:extLst>
              </c15:ser>
            </c15:filteredLineSeries>
          </c:ext>
        </c:extLst>
      </c:lineChart>
      <c:dateAx>
        <c:axId val="261158407"/>
        <c:scaling>
          <c:orientation val="minMax"/>
        </c:scaling>
        <c:delete val="0"/>
        <c:axPos val="b"/>
        <c:numFmt formatCode="mmm\-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61154447"/>
        <c:crosses val="autoZero"/>
        <c:auto val="1"/>
        <c:lblOffset val="100"/>
        <c:baseTimeUnit val="months"/>
      </c:dateAx>
      <c:valAx>
        <c:axId val="261154447"/>
        <c:scaling>
          <c:orientation val="minMax"/>
          <c:max val="180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26115840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>
                <a:solidFill>
                  <a:schemeClr val="tx1">
                    <a:lumMod val="50000"/>
                  </a:schemeClr>
                </a:solidFill>
              </a:rPr>
              <a:t>Monthly 2-Way Interactions – </a:t>
            </a:r>
          </a:p>
          <a:p>
            <a:pPr>
              <a:defRPr sz="1400" b="1">
                <a:solidFill>
                  <a:schemeClr val="tx1">
                    <a:lumMod val="50000"/>
                  </a:schemeClr>
                </a:solidFill>
              </a:defRPr>
            </a:pPr>
            <a:r>
              <a:rPr lang="en-US" sz="1400" b="1">
                <a:solidFill>
                  <a:schemeClr val="tx1">
                    <a:lumMod val="50000"/>
                  </a:schemeClr>
                </a:solidFill>
              </a:rPr>
              <a:t>ICLUSIG CML</a:t>
            </a:r>
          </a:p>
        </c:rich>
      </c:tx>
      <c:layout>
        <c:manualLayout>
          <c:xMode val="edge"/>
          <c:yMode val="edge"/>
          <c:x val="0.21108059099224113"/>
          <c:y val="6.187985187354919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9.3961645277670633E-2"/>
          <c:y val="0.11740350546354436"/>
          <c:w val="0.83484010412090059"/>
          <c:h val="0.7258798920622970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solidFill>
                <a:schemeClr val="lt1"/>
              </a:solidFill>
              <a:ln>
                <a:solidFill>
                  <a:schemeClr val="dk1">
                    <a:lumMod val="25000"/>
                    <a:lumOff val="75000"/>
                  </a:schemeClr>
                </a:solidFill>
              </a:ln>
              <a:effectLst/>
            </c:spPr>
            <c:txPr>
              <a:bodyPr rot="0" spcFirstLastPara="1" vertOverflow="clip" horzOverflow="clip" vert="horz" wrap="square" lIns="36576" tIns="18288" rIns="36576" bIns="18288" anchor="ctr" anchorCtr="1">
                <a:spAutoFit/>
              </a:bodyPr>
              <a:lstStyle/>
              <a:p>
                <a:pPr>
                  <a:defRPr sz="700" b="1" i="0" u="none" strike="noStrike" kern="1200" baseline="0">
                    <a:solidFill>
                      <a:schemeClr val="tx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Sheet1!$A$2:$A$13</c:f>
              <c:numCache>
                <c:formatCode>mmm\-yy</c:formatCode>
                <c:ptCount val="12"/>
                <c:pt idx="0">
                  <c:v>45566</c:v>
                </c:pt>
                <c:pt idx="1">
                  <c:v>45597</c:v>
                </c:pt>
                <c:pt idx="2">
                  <c:v>45627</c:v>
                </c:pt>
                <c:pt idx="3">
                  <c:v>45658</c:v>
                </c:pt>
                <c:pt idx="4">
                  <c:v>45689</c:v>
                </c:pt>
                <c:pt idx="5">
                  <c:v>45717</c:v>
                </c:pt>
                <c:pt idx="6">
                  <c:v>45748</c:v>
                </c:pt>
                <c:pt idx="7">
                  <c:v>45778</c:v>
                </c:pt>
                <c:pt idx="8">
                  <c:v>45809</c:v>
                </c:pt>
                <c:pt idx="9">
                  <c:v>45839</c:v>
                </c:pt>
                <c:pt idx="10">
                  <c:v>45870</c:v>
                </c:pt>
                <c:pt idx="11">
                  <c:v>45901</c:v>
                </c:pt>
              </c:numCache>
            </c:num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1102</c:v>
                </c:pt>
                <c:pt idx="1">
                  <c:v>958</c:v>
                </c:pt>
                <c:pt idx="2">
                  <c:v>678</c:v>
                </c:pt>
                <c:pt idx="3">
                  <c:v>1104</c:v>
                </c:pt>
                <c:pt idx="4">
                  <c:v>1157</c:v>
                </c:pt>
                <c:pt idx="5">
                  <c:v>1459</c:v>
                </c:pt>
                <c:pt idx="6">
                  <c:v>1564</c:v>
                </c:pt>
                <c:pt idx="7">
                  <c:v>1625</c:v>
                </c:pt>
                <c:pt idx="8">
                  <c:v>1896</c:v>
                </c:pt>
                <c:pt idx="9">
                  <c:v>2089</c:v>
                </c:pt>
                <c:pt idx="10">
                  <c:v>1992</c:v>
                </c:pt>
                <c:pt idx="11">
                  <c:v>2050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5D2-43B7-812E-852E9B6693F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P2</c:v>
                </c:pt>
              </c:strCache>
            </c:strRef>
          </c:tx>
          <c:spPr>
            <a:solidFill>
              <a:srgbClr val="FBD206"/>
            </a:solidFill>
            <a:ln>
              <a:noFill/>
            </a:ln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1" i="0" u="none" strike="noStrike" kern="1200" baseline="0">
                    <a:solidFill>
                      <a:schemeClr val="tx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Sheet1!$A$2:$A$13</c:f>
              <c:numCache>
                <c:formatCode>mmm\-yy</c:formatCode>
                <c:ptCount val="12"/>
                <c:pt idx="0">
                  <c:v>45566</c:v>
                </c:pt>
                <c:pt idx="1">
                  <c:v>45597</c:v>
                </c:pt>
                <c:pt idx="2">
                  <c:v>45627</c:v>
                </c:pt>
                <c:pt idx="3">
                  <c:v>45658</c:v>
                </c:pt>
                <c:pt idx="4">
                  <c:v>45689</c:v>
                </c:pt>
                <c:pt idx="5">
                  <c:v>45717</c:v>
                </c:pt>
                <c:pt idx="6">
                  <c:v>45748</c:v>
                </c:pt>
                <c:pt idx="7">
                  <c:v>45778</c:v>
                </c:pt>
                <c:pt idx="8">
                  <c:v>45809</c:v>
                </c:pt>
                <c:pt idx="9">
                  <c:v>45839</c:v>
                </c:pt>
                <c:pt idx="10">
                  <c:v>45870</c:v>
                </c:pt>
                <c:pt idx="11">
                  <c:v>45901</c:v>
                </c:pt>
              </c:numCache>
            </c:num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2138</c:v>
                </c:pt>
                <c:pt idx="1">
                  <c:v>2022</c:v>
                </c:pt>
                <c:pt idx="2">
                  <c:v>1599</c:v>
                </c:pt>
                <c:pt idx="3">
                  <c:v>2432</c:v>
                </c:pt>
                <c:pt idx="4">
                  <c:v>2286</c:v>
                </c:pt>
                <c:pt idx="5">
                  <c:v>2469</c:v>
                </c:pt>
                <c:pt idx="6">
                  <c:v>2523</c:v>
                </c:pt>
                <c:pt idx="7">
                  <c:v>1699</c:v>
                </c:pt>
                <c:pt idx="8">
                  <c:v>1823</c:v>
                </c:pt>
                <c:pt idx="9">
                  <c:v>1496</c:v>
                </c:pt>
                <c:pt idx="10">
                  <c:v>1690</c:v>
                </c:pt>
                <c:pt idx="11">
                  <c:v>1564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5D2-43B7-812E-852E9B6693F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P3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1" i="0" u="none" strike="noStrike" kern="1200" baseline="0">
                    <a:solidFill>
                      <a:schemeClr val="tx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Sheet1!$A$2:$A$13</c:f>
              <c:numCache>
                <c:formatCode>mmm\-yy</c:formatCode>
                <c:ptCount val="12"/>
                <c:pt idx="0">
                  <c:v>45566</c:v>
                </c:pt>
                <c:pt idx="1">
                  <c:v>45597</c:v>
                </c:pt>
                <c:pt idx="2">
                  <c:v>45627</c:v>
                </c:pt>
                <c:pt idx="3">
                  <c:v>45658</c:v>
                </c:pt>
                <c:pt idx="4">
                  <c:v>45689</c:v>
                </c:pt>
                <c:pt idx="5">
                  <c:v>45717</c:v>
                </c:pt>
                <c:pt idx="6">
                  <c:v>45748</c:v>
                </c:pt>
                <c:pt idx="7">
                  <c:v>45778</c:v>
                </c:pt>
                <c:pt idx="8">
                  <c:v>45809</c:v>
                </c:pt>
                <c:pt idx="9">
                  <c:v>45839</c:v>
                </c:pt>
                <c:pt idx="10">
                  <c:v>45870</c:v>
                </c:pt>
                <c:pt idx="11">
                  <c:v>45901</c:v>
                </c:pt>
              </c:numCache>
            </c:num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463</c:v>
                </c:pt>
                <c:pt idx="1">
                  <c:v>205</c:v>
                </c:pt>
                <c:pt idx="2">
                  <c:v>265</c:v>
                </c:pt>
                <c:pt idx="3">
                  <c:v>323</c:v>
                </c:pt>
                <c:pt idx="4">
                  <c:v>313</c:v>
                </c:pt>
                <c:pt idx="5">
                  <c:v>370</c:v>
                </c:pt>
                <c:pt idx="6">
                  <c:v>322</c:v>
                </c:pt>
                <c:pt idx="7">
                  <c:v>250</c:v>
                </c:pt>
                <c:pt idx="8">
                  <c:v>225</c:v>
                </c:pt>
                <c:pt idx="9">
                  <c:v>182</c:v>
                </c:pt>
                <c:pt idx="10">
                  <c:v>344</c:v>
                </c:pt>
                <c:pt idx="11">
                  <c:v>226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5D2-43B7-812E-852E9B6693F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100"/>
        <c:axId val="261158407"/>
        <c:axId val="261154447"/>
      </c:barChart>
      <c:lineChart>
        <c:grouping val="standard"/>
        <c:varyColors val="0"/>
        <c:ser>
          <c:idx val="4"/>
          <c:order val="4"/>
          <c:tx>
            <c:strRef>
              <c:f>Sheet1!$F$1</c:f>
              <c:strCache>
                <c:ptCount val="1"/>
                <c:pt idx="0">
                  <c:v>Total Interactions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none"/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1" i="0" u="none" strike="noStrike" kern="1200" baseline="0">
                    <a:solidFill>
                      <a:schemeClr val="tx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Sheet1!$A$2:$A$13</c:f>
              <c:numCache>
                <c:formatCode>mmm\-yy</c:formatCode>
                <c:ptCount val="12"/>
                <c:pt idx="0">
                  <c:v>45566</c:v>
                </c:pt>
                <c:pt idx="1">
                  <c:v>45597</c:v>
                </c:pt>
                <c:pt idx="2">
                  <c:v>45627</c:v>
                </c:pt>
                <c:pt idx="3">
                  <c:v>45658</c:v>
                </c:pt>
                <c:pt idx="4">
                  <c:v>45689</c:v>
                </c:pt>
                <c:pt idx="5">
                  <c:v>45717</c:v>
                </c:pt>
                <c:pt idx="6">
                  <c:v>45748</c:v>
                </c:pt>
                <c:pt idx="7">
                  <c:v>45778</c:v>
                </c:pt>
                <c:pt idx="8">
                  <c:v>45809</c:v>
                </c:pt>
                <c:pt idx="9">
                  <c:v>45839</c:v>
                </c:pt>
                <c:pt idx="10">
                  <c:v>45870</c:v>
                </c:pt>
                <c:pt idx="11">
                  <c:v>45901</c:v>
                </c:pt>
              </c:numCache>
            </c:numRef>
          </c:cat>
          <c:val>
            <c:numRef>
              <c:f>Sheet1!$F$2:$F$13</c:f>
              <c:numCache>
                <c:formatCode>#,##0</c:formatCode>
                <c:ptCount val="12"/>
                <c:pt idx="0">
                  <c:v>3703</c:v>
                </c:pt>
                <c:pt idx="1">
                  <c:v>3185</c:v>
                </c:pt>
                <c:pt idx="2">
                  <c:v>2542</c:v>
                </c:pt>
                <c:pt idx="3">
                  <c:v>3859</c:v>
                </c:pt>
                <c:pt idx="4">
                  <c:v>3756</c:v>
                </c:pt>
                <c:pt idx="5">
                  <c:v>4298</c:v>
                </c:pt>
                <c:pt idx="6">
                  <c:v>4409</c:v>
                </c:pt>
                <c:pt idx="7">
                  <c:v>3574</c:v>
                </c:pt>
                <c:pt idx="8">
                  <c:v>3944</c:v>
                </c:pt>
                <c:pt idx="9">
                  <c:v>3767</c:v>
                </c:pt>
                <c:pt idx="10">
                  <c:v>4026</c:v>
                </c:pt>
                <c:pt idx="11">
                  <c:v>3840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B81-4002-95AE-3979D137ACD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61158407"/>
        <c:axId val="261154447"/>
        <c:extLst>
          <c:ext xmlns:c15="http://schemas.microsoft.com/office/drawing/2012/chart" uri="{02D57815-91ED-43cb-92C2-25804820EDAC}">
            <c15:filteredLineSeries>
              <c15:ser>
                <c:idx val="3"/>
                <c:order val="3"/>
                <c:tx>
                  <c:strRef>
                    <c:extLst>
                      <c:ext uri="{02D57815-91ED-43cb-92C2-25804820EDAC}">
                        <c15:formulaRef>
                          <c15:sqref>Sheet1!$E$1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ln w="25400" cap="rnd">
                    <a:noFill/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>
                      <c:ext uri="{02D57815-91ED-43cb-92C2-25804820EDAC}">
                        <c15:formulaRef>
                          <c15:sqref>Sheet1!$A$2:$A$13</c15:sqref>
                        </c15:formulaRef>
                      </c:ext>
                    </c:extLst>
                    <c:numCache>
                      <c:formatCode>mmm\-yy</c:formatCode>
                      <c:ptCount val="12"/>
                      <c:pt idx="0">
                        <c:v>45566</c:v>
                      </c:pt>
                      <c:pt idx="1">
                        <c:v>45597</c:v>
                      </c:pt>
                      <c:pt idx="2">
                        <c:v>45627</c:v>
                      </c:pt>
                      <c:pt idx="3">
                        <c:v>45658</c:v>
                      </c:pt>
                      <c:pt idx="4">
                        <c:v>45689</c:v>
                      </c:pt>
                      <c:pt idx="5">
                        <c:v>45717</c:v>
                      </c:pt>
                      <c:pt idx="6">
                        <c:v>45748</c:v>
                      </c:pt>
                      <c:pt idx="7">
                        <c:v>45778</c:v>
                      </c:pt>
                      <c:pt idx="8">
                        <c:v>45809</c:v>
                      </c:pt>
                      <c:pt idx="9">
                        <c:v>45839</c:v>
                      </c:pt>
                      <c:pt idx="10">
                        <c:v>45870</c:v>
                      </c:pt>
                      <c:pt idx="11">
                        <c:v>45901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Sheet1!$E$2:$E$13</c15:sqref>
                        </c15:formulaRef>
                      </c:ext>
                    </c:extLst>
                    <c:numCache>
                      <c:formatCode>mmm\-yy</c:formatCode>
                      <c:ptCount val="12"/>
                      <c:pt idx="0">
                        <c:v>45536</c:v>
                      </c:pt>
                      <c:pt idx="1">
                        <c:v>45566</c:v>
                      </c:pt>
                      <c:pt idx="2">
                        <c:v>45597</c:v>
                      </c:pt>
                      <c:pt idx="3">
                        <c:v>45627</c:v>
                      </c:pt>
                      <c:pt idx="4">
                        <c:v>45658</c:v>
                      </c:pt>
                      <c:pt idx="5">
                        <c:v>45689</c:v>
                      </c:pt>
                      <c:pt idx="6">
                        <c:v>45717</c:v>
                      </c:pt>
                      <c:pt idx="7">
                        <c:v>45748</c:v>
                      </c:pt>
                      <c:pt idx="8">
                        <c:v>45778</c:v>
                      </c:pt>
                      <c:pt idx="9">
                        <c:v>45809</c:v>
                      </c:pt>
                      <c:pt idx="10">
                        <c:v>45839</c:v>
                      </c:pt>
                      <c:pt idx="11">
                        <c:v>45870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3-35D2-43B7-812E-852E9B6693FD}"/>
                  </c:ext>
                </c:extLst>
              </c15:ser>
            </c15:filteredLineSeries>
          </c:ext>
        </c:extLst>
      </c:lineChart>
      <c:dateAx>
        <c:axId val="261158407"/>
        <c:scaling>
          <c:orientation val="minMax"/>
        </c:scaling>
        <c:delete val="0"/>
        <c:axPos val="b"/>
        <c:numFmt formatCode="mmm\-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61154447"/>
        <c:crosses val="autoZero"/>
        <c:auto val="1"/>
        <c:lblOffset val="100"/>
        <c:baseTimeUnit val="months"/>
      </c:dateAx>
      <c:valAx>
        <c:axId val="261154447"/>
        <c:scaling>
          <c:orientation val="minMax"/>
          <c:max val="500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26115840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>
                <a:solidFill>
                  <a:schemeClr val="tx1">
                    <a:lumMod val="50000"/>
                  </a:schemeClr>
                </a:solidFill>
              </a:rPr>
              <a:t>Monthly 2-Way Interactions – </a:t>
            </a:r>
          </a:p>
          <a:p>
            <a:pPr>
              <a:defRPr sz="1400" b="1">
                <a:solidFill>
                  <a:schemeClr val="tx1">
                    <a:lumMod val="50000"/>
                  </a:schemeClr>
                </a:solidFill>
              </a:defRPr>
            </a:pPr>
            <a:r>
              <a:rPr lang="en-US" sz="1400" b="1">
                <a:solidFill>
                  <a:schemeClr val="tx1">
                    <a:lumMod val="50000"/>
                  </a:schemeClr>
                </a:solidFill>
              </a:rPr>
              <a:t>ICLUSIG Ph+ ALL</a:t>
            </a:r>
          </a:p>
        </c:rich>
      </c:tx>
      <c:layout>
        <c:manualLayout>
          <c:xMode val="edge"/>
          <c:yMode val="edge"/>
          <c:x val="0.22557352654204263"/>
          <c:y val="6.924134850252473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3164332771494336"/>
          <c:y val="0.11740350546354436"/>
          <c:w val="0.77686836192169484"/>
          <c:h val="0.7258798920622970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solidFill>
                <a:srgbClr val="FFFFFF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bg2">
                        <a:lumMod val="1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Sheet1!$A$2:$A$13</c:f>
              <c:numCache>
                <c:formatCode>mmm\-yy</c:formatCode>
                <c:ptCount val="12"/>
                <c:pt idx="0">
                  <c:v>45566</c:v>
                </c:pt>
                <c:pt idx="1">
                  <c:v>45597</c:v>
                </c:pt>
                <c:pt idx="2">
                  <c:v>45627</c:v>
                </c:pt>
                <c:pt idx="3">
                  <c:v>45658</c:v>
                </c:pt>
                <c:pt idx="4">
                  <c:v>45689</c:v>
                </c:pt>
                <c:pt idx="5">
                  <c:v>45717</c:v>
                </c:pt>
                <c:pt idx="6">
                  <c:v>45748</c:v>
                </c:pt>
                <c:pt idx="7">
                  <c:v>45778</c:v>
                </c:pt>
                <c:pt idx="8">
                  <c:v>45809</c:v>
                </c:pt>
                <c:pt idx="9">
                  <c:v>45839</c:v>
                </c:pt>
                <c:pt idx="10">
                  <c:v>45870</c:v>
                </c:pt>
                <c:pt idx="11">
                  <c:v>45901</c:v>
                </c:pt>
              </c:numCache>
            </c:num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322</c:v>
                </c:pt>
                <c:pt idx="1">
                  <c:v>188</c:v>
                </c:pt>
                <c:pt idx="2">
                  <c:v>176</c:v>
                </c:pt>
                <c:pt idx="3">
                  <c:v>226</c:v>
                </c:pt>
                <c:pt idx="4">
                  <c:v>262</c:v>
                </c:pt>
                <c:pt idx="5">
                  <c:v>218</c:v>
                </c:pt>
                <c:pt idx="6">
                  <c:v>265</c:v>
                </c:pt>
                <c:pt idx="7">
                  <c:v>389</c:v>
                </c:pt>
                <c:pt idx="8">
                  <c:v>362</c:v>
                </c:pt>
                <c:pt idx="9">
                  <c:v>260</c:v>
                </c:pt>
                <c:pt idx="10">
                  <c:v>236</c:v>
                </c:pt>
                <c:pt idx="11">
                  <c:v>225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F1E-45DB-83D6-ED9ECA6B7E0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P2</c:v>
                </c:pt>
              </c:strCache>
            </c:strRef>
          </c:tx>
          <c:spPr>
            <a:solidFill>
              <a:srgbClr val="FBD20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2">
                        <a:lumMod val="1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Sheet1!$A$2:$A$13</c:f>
              <c:numCache>
                <c:formatCode>mmm\-yy</c:formatCode>
                <c:ptCount val="12"/>
                <c:pt idx="0">
                  <c:v>45566</c:v>
                </c:pt>
                <c:pt idx="1">
                  <c:v>45597</c:v>
                </c:pt>
                <c:pt idx="2">
                  <c:v>45627</c:v>
                </c:pt>
                <c:pt idx="3">
                  <c:v>45658</c:v>
                </c:pt>
                <c:pt idx="4">
                  <c:v>45689</c:v>
                </c:pt>
                <c:pt idx="5">
                  <c:v>45717</c:v>
                </c:pt>
                <c:pt idx="6">
                  <c:v>45748</c:v>
                </c:pt>
                <c:pt idx="7">
                  <c:v>45778</c:v>
                </c:pt>
                <c:pt idx="8">
                  <c:v>45809</c:v>
                </c:pt>
                <c:pt idx="9">
                  <c:v>45839</c:v>
                </c:pt>
                <c:pt idx="10">
                  <c:v>45870</c:v>
                </c:pt>
                <c:pt idx="11">
                  <c:v>45901</c:v>
                </c:pt>
              </c:numCache>
            </c:num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856</c:v>
                </c:pt>
                <c:pt idx="1">
                  <c:v>541</c:v>
                </c:pt>
                <c:pt idx="2">
                  <c:v>477</c:v>
                </c:pt>
                <c:pt idx="3">
                  <c:v>698</c:v>
                </c:pt>
                <c:pt idx="4">
                  <c:v>760</c:v>
                </c:pt>
                <c:pt idx="5">
                  <c:v>746</c:v>
                </c:pt>
                <c:pt idx="6">
                  <c:v>764</c:v>
                </c:pt>
                <c:pt idx="7">
                  <c:v>850</c:v>
                </c:pt>
                <c:pt idx="8">
                  <c:v>939</c:v>
                </c:pt>
                <c:pt idx="9">
                  <c:v>948</c:v>
                </c:pt>
                <c:pt idx="10">
                  <c:v>1182</c:v>
                </c:pt>
                <c:pt idx="11">
                  <c:v>1256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F1E-45DB-83D6-ED9ECA6B7E0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P3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bg2">
                        <a:lumMod val="1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Sheet1!$A$2:$A$13</c:f>
              <c:numCache>
                <c:formatCode>mmm\-yy</c:formatCode>
                <c:ptCount val="12"/>
                <c:pt idx="0">
                  <c:v>45566</c:v>
                </c:pt>
                <c:pt idx="1">
                  <c:v>45597</c:v>
                </c:pt>
                <c:pt idx="2">
                  <c:v>45627</c:v>
                </c:pt>
                <c:pt idx="3">
                  <c:v>45658</c:v>
                </c:pt>
                <c:pt idx="4">
                  <c:v>45689</c:v>
                </c:pt>
                <c:pt idx="5">
                  <c:v>45717</c:v>
                </c:pt>
                <c:pt idx="6">
                  <c:v>45748</c:v>
                </c:pt>
                <c:pt idx="7">
                  <c:v>45778</c:v>
                </c:pt>
                <c:pt idx="8">
                  <c:v>45809</c:v>
                </c:pt>
                <c:pt idx="9">
                  <c:v>45839</c:v>
                </c:pt>
                <c:pt idx="10">
                  <c:v>45870</c:v>
                </c:pt>
                <c:pt idx="11">
                  <c:v>45901</c:v>
                </c:pt>
              </c:numCache>
            </c:num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806</c:v>
                </c:pt>
                <c:pt idx="1">
                  <c:v>583</c:v>
                </c:pt>
                <c:pt idx="2">
                  <c:v>434</c:v>
                </c:pt>
                <c:pt idx="3">
                  <c:v>804</c:v>
                </c:pt>
                <c:pt idx="4">
                  <c:v>800</c:v>
                </c:pt>
                <c:pt idx="5">
                  <c:v>833</c:v>
                </c:pt>
                <c:pt idx="6">
                  <c:v>917</c:v>
                </c:pt>
                <c:pt idx="7">
                  <c:v>629</c:v>
                </c:pt>
                <c:pt idx="8">
                  <c:v>734</c:v>
                </c:pt>
                <c:pt idx="9">
                  <c:v>561</c:v>
                </c:pt>
                <c:pt idx="10">
                  <c:v>567</c:v>
                </c:pt>
                <c:pt idx="11">
                  <c:v>572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F1E-45DB-83D6-ED9ECA6B7E0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overlap val="100"/>
        <c:axId val="261158407"/>
        <c:axId val="261154447"/>
      </c:barChart>
      <c:lineChart>
        <c:grouping val="standard"/>
        <c:varyColors val="0"/>
        <c:ser>
          <c:idx val="4"/>
          <c:order val="4"/>
          <c:tx>
            <c:strRef>
              <c:f>Sheet1!$F$1</c:f>
              <c:strCache>
                <c:ptCount val="1"/>
                <c:pt idx="0">
                  <c:v>Total Interactions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bg2">
                        <a:lumMod val="1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Sheet1!$A$2:$A$13</c:f>
              <c:numCache>
                <c:formatCode>mmm\-yy</c:formatCode>
                <c:ptCount val="12"/>
                <c:pt idx="0">
                  <c:v>45566</c:v>
                </c:pt>
                <c:pt idx="1">
                  <c:v>45597</c:v>
                </c:pt>
                <c:pt idx="2">
                  <c:v>45627</c:v>
                </c:pt>
                <c:pt idx="3">
                  <c:v>45658</c:v>
                </c:pt>
                <c:pt idx="4">
                  <c:v>45689</c:v>
                </c:pt>
                <c:pt idx="5">
                  <c:v>45717</c:v>
                </c:pt>
                <c:pt idx="6">
                  <c:v>45748</c:v>
                </c:pt>
                <c:pt idx="7">
                  <c:v>45778</c:v>
                </c:pt>
                <c:pt idx="8">
                  <c:v>45809</c:v>
                </c:pt>
                <c:pt idx="9">
                  <c:v>45839</c:v>
                </c:pt>
                <c:pt idx="10">
                  <c:v>45870</c:v>
                </c:pt>
                <c:pt idx="11">
                  <c:v>45901</c:v>
                </c:pt>
              </c:numCache>
            </c:numRef>
          </c:cat>
          <c:val>
            <c:numRef>
              <c:f>Sheet1!$F$2:$F$13</c:f>
              <c:numCache>
                <c:formatCode>#,##0</c:formatCode>
                <c:ptCount val="12"/>
                <c:pt idx="0">
                  <c:v>1984</c:v>
                </c:pt>
                <c:pt idx="1">
                  <c:v>1312</c:v>
                </c:pt>
                <c:pt idx="2">
                  <c:v>1087</c:v>
                </c:pt>
                <c:pt idx="3">
                  <c:v>1728</c:v>
                </c:pt>
                <c:pt idx="4">
                  <c:v>1822</c:v>
                </c:pt>
                <c:pt idx="5">
                  <c:v>1797</c:v>
                </c:pt>
                <c:pt idx="6">
                  <c:v>1946</c:v>
                </c:pt>
                <c:pt idx="7">
                  <c:v>1868</c:v>
                </c:pt>
                <c:pt idx="8">
                  <c:v>2035</c:v>
                </c:pt>
                <c:pt idx="9">
                  <c:v>1769</c:v>
                </c:pt>
                <c:pt idx="10">
                  <c:v>1985</c:v>
                </c:pt>
                <c:pt idx="11">
                  <c:v>2053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6B6-4D8C-9CDD-05E6B5BC8FD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61158407"/>
        <c:axId val="261154447"/>
        <c:extLst>
          <c:ext xmlns:c15="http://schemas.microsoft.com/office/drawing/2012/chart" uri="{02D57815-91ED-43cb-92C2-25804820EDAC}">
            <c15:filteredLineSeries>
              <c15:ser>
                <c:idx val="3"/>
                <c:order val="3"/>
                <c:tx>
                  <c:strRef>
                    <c:extLst>
                      <c:ext uri="{02D57815-91ED-43cb-92C2-25804820EDAC}">
                        <c15:formulaRef>
                          <c15:sqref>Sheet1!$E$1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ln w="25400" cap="rnd">
                    <a:noFill/>
                    <a:round/>
                  </a:ln>
                  <a:effectLst/>
                </c:spPr>
                <c:marker>
                  <c:symbol val="none"/>
                </c:marker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1197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numRef>
                    <c:extLst>
                      <c:ext uri="{02D57815-91ED-43cb-92C2-25804820EDAC}">
                        <c15:formulaRef>
                          <c15:sqref>Sheet1!$A$2:$A$13</c15:sqref>
                        </c15:formulaRef>
                      </c:ext>
                    </c:extLst>
                    <c:numCache>
                      <c:formatCode>mmm\-yy</c:formatCode>
                      <c:ptCount val="12"/>
                      <c:pt idx="0">
                        <c:v>45566</c:v>
                      </c:pt>
                      <c:pt idx="1">
                        <c:v>45597</c:v>
                      </c:pt>
                      <c:pt idx="2">
                        <c:v>45627</c:v>
                      </c:pt>
                      <c:pt idx="3">
                        <c:v>45658</c:v>
                      </c:pt>
                      <c:pt idx="4">
                        <c:v>45689</c:v>
                      </c:pt>
                      <c:pt idx="5">
                        <c:v>45717</c:v>
                      </c:pt>
                      <c:pt idx="6">
                        <c:v>45748</c:v>
                      </c:pt>
                      <c:pt idx="7">
                        <c:v>45778</c:v>
                      </c:pt>
                      <c:pt idx="8">
                        <c:v>45809</c:v>
                      </c:pt>
                      <c:pt idx="9">
                        <c:v>45839</c:v>
                      </c:pt>
                      <c:pt idx="10">
                        <c:v>45870</c:v>
                      </c:pt>
                      <c:pt idx="11">
                        <c:v>45901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Sheet1!$E$2:$E$13</c15:sqref>
                        </c15:formulaRef>
                      </c:ext>
                    </c:extLst>
                    <c:numCache>
                      <c:formatCode>mmm\-yy</c:formatCode>
                      <c:ptCount val="12"/>
                      <c:pt idx="0">
                        <c:v>45536</c:v>
                      </c:pt>
                      <c:pt idx="1">
                        <c:v>45566</c:v>
                      </c:pt>
                      <c:pt idx="2">
                        <c:v>45597</c:v>
                      </c:pt>
                      <c:pt idx="3">
                        <c:v>45627</c:v>
                      </c:pt>
                      <c:pt idx="4">
                        <c:v>45658</c:v>
                      </c:pt>
                      <c:pt idx="5">
                        <c:v>45689</c:v>
                      </c:pt>
                      <c:pt idx="6">
                        <c:v>45717</c:v>
                      </c:pt>
                      <c:pt idx="7">
                        <c:v>45748</c:v>
                      </c:pt>
                      <c:pt idx="8">
                        <c:v>45778</c:v>
                      </c:pt>
                      <c:pt idx="9">
                        <c:v>45809</c:v>
                      </c:pt>
                      <c:pt idx="10">
                        <c:v>45839</c:v>
                      </c:pt>
                      <c:pt idx="11">
                        <c:v>45870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3-1F1E-45DB-83D6-ED9ECA6B7E01}"/>
                  </c:ext>
                </c:extLst>
              </c15:ser>
            </c15:filteredLineSeries>
          </c:ext>
        </c:extLst>
      </c:lineChart>
      <c:dateAx>
        <c:axId val="261158407"/>
        <c:scaling>
          <c:orientation val="minMax"/>
        </c:scaling>
        <c:delete val="0"/>
        <c:axPos val="b"/>
        <c:numFmt formatCode="mmm\-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61154447"/>
        <c:crosses val="autoZero"/>
        <c:auto val="1"/>
        <c:lblOffset val="100"/>
        <c:baseTimeUnit val="months"/>
      </c:dateAx>
      <c:valAx>
        <c:axId val="261154447"/>
        <c:scaling>
          <c:orientation val="minMax"/>
          <c:max val="250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26115840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3961645277670633E-2"/>
          <c:y val="0.11740350546354436"/>
          <c:w val="0.69860650995276674"/>
          <c:h val="0.7258798920622970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Sheet1!$A$2:$A$12</c:f>
              <c:numCache>
                <c:formatCode>General</c:formatCode>
                <c:ptCount val="11"/>
              </c:numCache>
            </c:numRef>
          </c:cat>
          <c:val>
            <c:numRef>
              <c:f>Sheet1!$B$2:$B$12</c:f>
              <c:numCache>
                <c:formatCode>General</c:formatCode>
                <c:ptCount val="11"/>
              </c:numCache>
            </c:numRef>
          </c:val>
          <c:extLst>
            <c:ext xmlns:c16="http://schemas.microsoft.com/office/drawing/2014/chart" uri="{C3380CC4-5D6E-409C-BE32-E72D297353CC}">
              <c16:uniqueId val="{00000000-A724-406C-B336-072A41823B9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numRef>
              <c:f>Sheet1!$A$2:$A$12</c:f>
              <c:numCache>
                <c:formatCode>General</c:formatCode>
                <c:ptCount val="11"/>
              </c:numCache>
            </c:numRef>
          </c:cat>
          <c:val>
            <c:numRef>
              <c:f>Sheet1!$C$2:$C$12</c:f>
              <c:numCache>
                <c:formatCode>General</c:formatCode>
                <c:ptCount val="11"/>
              </c:numCache>
            </c:numRef>
          </c:val>
          <c:extLst>
            <c:ext xmlns:c16="http://schemas.microsoft.com/office/drawing/2014/chart" uri="{C3380CC4-5D6E-409C-BE32-E72D297353CC}">
              <c16:uniqueId val="{00000001-A724-406C-B336-072A41823B9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P3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numRef>
              <c:f>Sheet1!$A$2:$A$12</c:f>
              <c:numCache>
                <c:formatCode>General</c:formatCode>
                <c:ptCount val="11"/>
              </c:numCache>
            </c:numRef>
          </c:cat>
          <c:val>
            <c:numRef>
              <c:f>Sheet1!$D$2:$D$12</c:f>
              <c:numCache>
                <c:formatCode>General</c:formatCode>
                <c:ptCount val="11"/>
              </c:numCache>
            </c:numRef>
          </c:val>
          <c:extLst>
            <c:ext xmlns:c16="http://schemas.microsoft.com/office/drawing/2014/chart" uri="{C3380CC4-5D6E-409C-BE32-E72D297353CC}">
              <c16:uniqueId val="{00000002-A724-406C-B336-072A41823B9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100"/>
        <c:axId val="261158407"/>
        <c:axId val="261154447"/>
      </c:barChart>
      <c:lineChart>
        <c:grouping val="standard"/>
        <c:varyColors val="0"/>
        <c:ser>
          <c:idx val="3"/>
          <c:order val="3"/>
          <c:tx>
            <c:strRef>
              <c:f>Sheet1!$E$1</c:f>
              <c:strCache>
                <c:ptCount val="1"/>
                <c:pt idx="0">
                  <c:v>Total Interactions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none"/>
          </c:marker>
          <c:cat>
            <c:numRef>
              <c:f>Sheet1!$A$2:$A$12</c:f>
              <c:numCache>
                <c:formatCode>General</c:formatCode>
                <c:ptCount val="11"/>
              </c:numCache>
            </c:numRef>
          </c:cat>
          <c:val>
            <c:numRef>
              <c:f>Sheet1!$E$2:$E$12</c:f>
              <c:numCache>
                <c:formatCode>General</c:formatCode>
                <c:ptCount val="11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A724-406C-B336-072A41823B9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61158407"/>
        <c:axId val="261154447"/>
      </c:lineChart>
      <c:catAx>
        <c:axId val="261158407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261154447"/>
        <c:crosses val="autoZero"/>
        <c:auto val="1"/>
        <c:lblAlgn val="ctr"/>
        <c:lblOffset val="100"/>
        <c:noMultiLvlLbl val="0"/>
      </c:catAx>
      <c:valAx>
        <c:axId val="261154447"/>
        <c:scaling>
          <c:orientation val="minMax"/>
          <c:max val="220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26115840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3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3.4375060430198556E-2"/>
          <c:y val="0.128039289927497"/>
          <c:w val="0.96562486527682012"/>
          <c:h val="0.6952984138209423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Relative Responsiveness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9.1947777586324237E-3"/>
                  <c:y val="1.589621150722996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3420954703217237"/>
                      <c:h val="0.1212880938001646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321C-4146-9524-2E062EA283D1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SF Calls</c:v>
                </c:pt>
                <c:pt idx="1">
                  <c:v>Rep Emails</c:v>
                </c:pt>
                <c:pt idx="2">
                  <c:v>Literature Drop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 formatCode="0.0%">
                  <c:v>1</c:v>
                </c:pt>
                <c:pt idx="1">
                  <c:v>0.83232621029666198</c:v>
                </c:pt>
                <c:pt idx="2" formatCode="0.0%">
                  <c:v>0.60566032530900316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21C-4146-9524-2E062EA283D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42"/>
        <c:axId val="429392016"/>
        <c:axId val="429392736"/>
      </c:barChart>
      <c:catAx>
        <c:axId val="4293920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29392736"/>
        <c:crosses val="autoZero"/>
        <c:auto val="1"/>
        <c:lblAlgn val="ctr"/>
        <c:lblOffset val="100"/>
        <c:noMultiLvlLbl val="0"/>
      </c:catAx>
      <c:valAx>
        <c:axId val="429392736"/>
        <c:scaling>
          <c:orientation val="minMax"/>
          <c:max val="1"/>
        </c:scaling>
        <c:delete val="1"/>
        <c:axPos val="l"/>
        <c:numFmt formatCode="0.0%" sourceLinked="1"/>
        <c:majorTickMark val="none"/>
        <c:minorTickMark val="none"/>
        <c:tickLblPos val="nextTo"/>
        <c:crossAx val="4293920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2.0639933355066319E-2"/>
          <c:y val="0.13201334280430449"/>
          <c:w val="0.96562486527682012"/>
          <c:h val="0.6952984138209423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Relative Responsiveness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2"/>
              <c:numFmt formatCode="0.0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9486817325800374"/>
                      <c:h val="8.250133772252349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0E36-441D-A0F0-F7B07E791F2D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HCP Paid Search</c:v>
                </c:pt>
                <c:pt idx="1">
                  <c:v>HCP Website</c:v>
                </c:pt>
                <c:pt idx="2">
                  <c:v>HCP Digital Display</c:v>
                </c:pt>
              </c:strCache>
            </c:strRef>
          </c:cat>
          <c:val>
            <c:numRef>
              <c:f>Sheet1!$B$2:$B$4</c:f>
              <c:numCache>
                <c:formatCode>0.0%</c:formatCode>
                <c:ptCount val="3"/>
                <c:pt idx="0">
                  <c:v>4.9100262215996246E-3</c:v>
                </c:pt>
                <c:pt idx="1">
                  <c:v>3.9441737943326479E-3</c:v>
                </c:pt>
                <c:pt idx="2" formatCode="0.000%">
                  <c:v>7.3771888229054892E-5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716-4AFA-84C4-B81F6746C9B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7"/>
        <c:overlap val="-42"/>
        <c:axId val="429392016"/>
        <c:axId val="429392736"/>
      </c:barChart>
      <c:catAx>
        <c:axId val="4293920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29392736"/>
        <c:crosses val="autoZero"/>
        <c:auto val="1"/>
        <c:lblAlgn val="ctr"/>
        <c:lblOffset val="100"/>
        <c:noMultiLvlLbl val="0"/>
      </c:catAx>
      <c:valAx>
        <c:axId val="429392736"/>
        <c:scaling>
          <c:orientation val="minMax"/>
          <c:max val="1"/>
        </c:scaling>
        <c:delete val="1"/>
        <c:axPos val="l"/>
        <c:numFmt formatCode="0.0%" sourceLinked="1"/>
        <c:majorTickMark val="none"/>
        <c:minorTickMark val="none"/>
        <c:tickLblPos val="nextTo"/>
        <c:crossAx val="4293920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3.4375000000000003E-2"/>
          <c:y val="0.13598750036126553"/>
          <c:w val="0.96562486527682012"/>
          <c:h val="0.6952984138209423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Relative Responsiveness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2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10209141149984"/>
                      <c:h val="6.962540640166722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3334-4651-AE4E-F3A362FE8734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Patient Website</c:v>
                </c:pt>
                <c:pt idx="1">
                  <c:v>Patient Paid Search</c:v>
                </c:pt>
                <c:pt idx="2">
                  <c:v>Patient Paid Social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9.2643401017713494E-3</c:v>
                </c:pt>
                <c:pt idx="1">
                  <c:v>4.3714631948180392E-3</c:v>
                </c:pt>
                <c:pt idx="2">
                  <c:v>8.4062910588498347E-4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334-4651-AE4E-F3A362FE873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7"/>
        <c:overlap val="-42"/>
        <c:axId val="429392016"/>
        <c:axId val="429392736"/>
      </c:barChart>
      <c:catAx>
        <c:axId val="4293920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1">
                <a:shade val="15000"/>
                <a:alpha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29392736"/>
        <c:crosses val="autoZero"/>
        <c:auto val="1"/>
        <c:lblAlgn val="ctr"/>
        <c:lblOffset val="100"/>
        <c:noMultiLvlLbl val="0"/>
      </c:catAx>
      <c:valAx>
        <c:axId val="429392736"/>
        <c:scaling>
          <c:orientation val="minMax"/>
          <c:max val="1"/>
        </c:scaling>
        <c:delete val="1"/>
        <c:axPos val="l"/>
        <c:numFmt formatCode="General" sourceLinked="1"/>
        <c:majorTickMark val="none"/>
        <c:minorTickMark val="none"/>
        <c:tickLblPos val="nextTo"/>
        <c:crossAx val="4293920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7.0642414624705302E-2"/>
          <c:y val="0.11900675918337743"/>
          <c:w val="0.87178844509212938"/>
          <c:h val="0.6085668880812599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Alert Induced Calls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1.367836560901869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DF6-41DF-94B2-F7DC2CED53E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Organic Calls</c:v>
                </c:pt>
              </c:strCache>
            </c:strRef>
          </c:tx>
          <c:spPr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DF6-41DF-94B2-F7DC2CED53E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85"/>
        <c:axId val="429392016"/>
        <c:axId val="429392736"/>
      </c:barChart>
      <c:catAx>
        <c:axId val="42939201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29392736"/>
        <c:crosses val="autoZero"/>
        <c:auto val="1"/>
        <c:lblAlgn val="ctr"/>
        <c:lblOffset val="100"/>
        <c:noMultiLvlLbl val="0"/>
      </c:catAx>
      <c:valAx>
        <c:axId val="429392736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429392016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6.3661007432559017E-3"/>
          <c:y val="0.83824543861462408"/>
          <c:w val="0.99363389925674406"/>
          <c:h val="0.1231477008223191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  <c:userShapes r:id="rId5"/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7.6855021902634352E-2"/>
          <c:y val="0.22075042108796217"/>
          <c:w val="0.86334760924714005"/>
          <c:h val="0.6424719365518883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Relative Responsiveness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Access &amp; Resources</c:v>
                </c:pt>
                <c:pt idx="1">
                  <c:v>Patient &amp; Safety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1</c:v>
                </c:pt>
                <c:pt idx="1">
                  <c:v>0.55000000000000004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815-4032-8E6C-A1A6FF023C2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42"/>
        <c:overlap val="-48"/>
        <c:axId val="429392016"/>
        <c:axId val="429392736"/>
      </c:barChart>
      <c:catAx>
        <c:axId val="42939201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29392736"/>
        <c:crosses val="autoZero"/>
        <c:auto val="1"/>
        <c:lblAlgn val="ctr"/>
        <c:lblOffset val="100"/>
        <c:tickMarkSkip val="1"/>
        <c:noMultiLvlLbl val="0"/>
      </c:catAx>
      <c:valAx>
        <c:axId val="429392736"/>
        <c:scaling>
          <c:orientation val="minMax"/>
          <c:max val="1"/>
        </c:scaling>
        <c:delete val="1"/>
        <c:axPos val="l"/>
        <c:numFmt formatCode="0%" sourceLinked="1"/>
        <c:majorTickMark val="out"/>
        <c:minorTickMark val="none"/>
        <c:tickLblPos val="nextTo"/>
        <c:crossAx val="429392016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bg1">
          <a:lumMod val="85000"/>
        </a:schemeClr>
      </a:solidFill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23513223270820396"/>
          <c:y val="0.12270373639808849"/>
          <c:w val="0.52515288431455831"/>
          <c:h val="0.71113921941391667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rgbClr val="1077B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1F7C-4E06-81F2-86C06A7F8101}"/>
              </c:ext>
            </c:extLst>
          </c:dPt>
          <c:dPt>
            <c:idx val="1"/>
            <c:bubble3D val="0"/>
            <c:spPr>
              <a:solidFill>
                <a:sysClr val="window" lastClr="FFFFFF">
                  <a:lumMod val="85000"/>
                </a:sys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1F7C-4E06-81F2-86C06A7F8101}"/>
              </c:ext>
            </c:extLst>
          </c:dPt>
          <c:dPt>
            <c:idx val="2"/>
            <c:bubble3D val="0"/>
            <c:spPr>
              <a:solidFill>
                <a:srgbClr val="1177BD">
                  <a:lumMod val="60000"/>
                  <a:lumOff val="40000"/>
                </a:srgb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1F7C-4E06-81F2-86C06A7F8101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1F7C-4E06-81F2-86C06A7F8101}"/>
                </c:ext>
              </c:extLst>
            </c:dLbl>
            <c:dLbl>
              <c:idx val="1"/>
              <c:layout>
                <c:manualLayout>
                  <c:x val="-0.17414756642668752"/>
                  <c:y val="-4.033815640210031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F7C-4E06-81F2-86C06A7F8101}"/>
                </c:ext>
              </c:extLst>
            </c:dLbl>
            <c:dLbl>
              <c:idx val="2"/>
              <c:layout>
                <c:manualLayout>
                  <c:x val="1.1457076738597863E-2"/>
                  <c:y val="-0.1241174043141548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F7C-4E06-81F2-86C06A7F810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HCP Paid Search</c:v>
                </c:pt>
                <c:pt idx="1">
                  <c:v>HCP Digital Display</c:v>
                </c:pt>
                <c:pt idx="2">
                  <c:v>HCP Organic Search</c:v>
                </c:pt>
              </c:strCache>
            </c:strRef>
          </c:cat>
          <c:val>
            <c:numRef>
              <c:f>Sheet1!$B$2:$B$4</c:f>
              <c:numCache>
                <c:formatCode>0.00%</c:formatCode>
                <c:ptCount val="3"/>
                <c:pt idx="0">
                  <c:v>1.4298426098321132E-2</c:v>
                </c:pt>
                <c:pt idx="1">
                  <c:v>1.2869408751650503E-3</c:v>
                </c:pt>
                <c:pt idx="2">
                  <c:v>1.2254930211054757E-3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F7C-4E06-81F2-86C06A7F810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2.9377207742602246E-2"/>
          <c:y val="0.85622660124278649"/>
          <c:w val="0.90229134317715742"/>
          <c:h val="0.1437733987572133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9159534110153206"/>
          <c:y val="0.12580667150594235"/>
          <c:w val="0.52515288431455831"/>
          <c:h val="0.71113921941391667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rgbClr val="F6BB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7C4-494E-B1DB-AF04403AB28E}"/>
              </c:ext>
            </c:extLst>
          </c:dPt>
          <c:dPt>
            <c:idx val="1"/>
            <c:bubble3D val="0"/>
            <c:spPr>
              <a:solidFill>
                <a:sysClr val="window" lastClr="FFFFFF">
                  <a:lumMod val="85000"/>
                </a:sys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87C4-494E-B1DB-AF04403AB28E}"/>
              </c:ext>
            </c:extLst>
          </c:dPt>
          <c:dPt>
            <c:idx val="2"/>
            <c:bubble3D val="0"/>
            <c:spPr>
              <a:solidFill>
                <a:srgbClr val="FBD206">
                  <a:lumMod val="20000"/>
                  <a:lumOff val="80000"/>
                </a:srgb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87C4-494E-B1DB-AF04403AB28E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87C4-494E-B1DB-AF04403AB28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Patient Paid Search</c:v>
                </c:pt>
                <c:pt idx="1">
                  <c:v>Patient Paid Social</c:v>
                </c:pt>
                <c:pt idx="2">
                  <c:v>Patient Organic Search</c:v>
                </c:pt>
              </c:strCache>
            </c:strRef>
          </c:cat>
          <c:val>
            <c:numRef>
              <c:f>Sheet1!$B$2:$B$4</c:f>
              <c:numCache>
                <c:formatCode>0.0%</c:formatCode>
                <c:ptCount val="3"/>
                <c:pt idx="0">
                  <c:v>8.9425596289992408E-3</c:v>
                </c:pt>
                <c:pt idx="1">
                  <c:v>5.8640118187804936E-3</c:v>
                </c:pt>
                <c:pt idx="2">
                  <c:v>2.4485818576286101E-3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7C4-494E-B1DB-AF04403AB28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0437018013411456"/>
          <c:y val="0.84743087967721653"/>
          <c:w val="0.73168284069106204"/>
          <c:h val="0.1525691203227834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2071370506104"/>
          <c:y val="0.10731654693998324"/>
          <c:w val="0.83105603804743622"/>
          <c:h val="0.76985558824979861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Carryover</c:v>
                </c:pt>
              </c:strCache>
            </c:strRef>
          </c:tx>
          <c:spPr>
            <a:solidFill>
              <a:schemeClr val="tx2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FY'2024</c:v>
                </c:pt>
                <c:pt idx="1">
                  <c:v>FY'2025</c:v>
                </c:pt>
                <c:pt idx="2">
                  <c:v>FY'2026</c:v>
                </c:pt>
              </c:strCache>
            </c:strRef>
          </c:cat>
          <c:val>
            <c:numRef>
              <c:f>Sheet1!$B$2:$B$4</c:f>
              <c:numCache>
                <c:formatCode>"$"0,,"M"</c:formatCode>
                <c:ptCount val="3"/>
                <c:pt idx="0">
                  <c:v>291108148.90479898</c:v>
                </c:pt>
                <c:pt idx="1">
                  <c:v>308120463.43708509</c:v>
                </c:pt>
                <c:pt idx="2">
                  <c:v>330205179.27538204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00B-4595-BA23-E4E61A2D6B8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HCP Personal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FY'2024</c:v>
                </c:pt>
                <c:pt idx="1">
                  <c:v>FY'2025</c:v>
                </c:pt>
                <c:pt idx="2">
                  <c:v>FY'2026</c:v>
                </c:pt>
              </c:strCache>
            </c:strRef>
          </c:cat>
          <c:val>
            <c:numRef>
              <c:f>Sheet1!$C$2:$C$4</c:f>
              <c:numCache>
                <c:formatCode>"$"0,,"M"</c:formatCode>
                <c:ptCount val="3"/>
                <c:pt idx="0">
                  <c:v>53426103.209149607</c:v>
                </c:pt>
                <c:pt idx="1">
                  <c:v>47977169.067121245</c:v>
                </c:pt>
                <c:pt idx="2">
                  <c:v>48130567.26320608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00B-4595-BA23-E4E61A2D6B8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HCP NPP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FY'2024</c:v>
                </c:pt>
                <c:pt idx="1">
                  <c:v>FY'2025</c:v>
                </c:pt>
                <c:pt idx="2">
                  <c:v>FY'2026</c:v>
                </c:pt>
              </c:strCache>
            </c:strRef>
          </c:cat>
          <c:val>
            <c:numRef>
              <c:f>Sheet1!$D$2:$D$4</c:f>
              <c:numCache>
                <c:formatCode>"$"0,,"M"</c:formatCode>
                <c:ptCount val="3"/>
                <c:pt idx="0">
                  <c:v>5996183.1298806928</c:v>
                </c:pt>
                <c:pt idx="1">
                  <c:v>5384631.753012429</c:v>
                </c:pt>
                <c:pt idx="2">
                  <c:v>5401848.1251651421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00B-4595-BA23-E4E61A2D6B8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DTC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"/>
                  <c:y val="-3.1315240083507306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00B-4595-BA23-E4E61A2D6B84}"/>
                </c:ext>
              </c:extLst>
            </c:dLbl>
            <c:dLbl>
              <c:idx val="1"/>
              <c:layout>
                <c:manualLayout>
                  <c:x val="0"/>
                  <c:y val="-2.3486430062630494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400B-4595-BA23-E4E61A2D6B84}"/>
                </c:ext>
              </c:extLst>
            </c:dLbl>
            <c:dLbl>
              <c:idx val="2"/>
              <c:layout>
                <c:manualLayout>
                  <c:x val="-2.749467642446339E-3"/>
                  <c:y val="-3.1315240083507306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400B-4595-BA23-E4E61A2D6B8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rgbClr val="9A4398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FY'2024</c:v>
                </c:pt>
                <c:pt idx="1">
                  <c:v>FY'2025</c:v>
                </c:pt>
                <c:pt idx="2">
                  <c:v>FY'2026</c:v>
                </c:pt>
              </c:strCache>
            </c:strRef>
          </c:cat>
          <c:val>
            <c:numRef>
              <c:f>Sheet1!$E$2:$E$4</c:f>
              <c:numCache>
                <c:formatCode>"$"0,,"M"</c:formatCode>
                <c:ptCount val="3"/>
                <c:pt idx="0">
                  <c:v>6154655.9299572455</c:v>
                </c:pt>
                <c:pt idx="1">
                  <c:v>5526941.8947805604</c:v>
                </c:pt>
                <c:pt idx="2">
                  <c:v>5544613.2775030145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00B-4595-BA23-E4E61A2D6B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901423416"/>
        <c:axId val="901423808"/>
      </c:barChart>
      <c:lineChart>
        <c:grouping val="standard"/>
        <c:varyColors val="0"/>
        <c:ser>
          <c:idx val="4"/>
          <c:order val="4"/>
          <c:tx>
            <c:strRef>
              <c:f>Sheet1!$F$1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none"/>
          </c:marker>
          <c:dLbls>
            <c:dLbl>
              <c:idx val="0"/>
              <c:layout>
                <c:manualLayout>
                  <c:x val="-6.7546774022587783E-2"/>
                  <c:y val="-7.2755741127348672E-2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$356M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B3F2-4B10-9370-ED4AED50B99A}"/>
                </c:ext>
              </c:extLst>
            </c:dLbl>
            <c:dLbl>
              <c:idx val="1"/>
              <c:layout>
                <c:manualLayout>
                  <c:x val="-6.7546774022587783E-2"/>
                  <c:y val="-6.4926931106471839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B3F2-4B10-9370-ED4AED50B99A}"/>
                </c:ext>
              </c:extLst>
            </c:dLbl>
            <c:dLbl>
              <c:idx val="2"/>
              <c:layout>
                <c:manualLayout>
                  <c:x val="-6.5025905398747919E-2"/>
                  <c:y val="-7.275574112734864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B3F2-4B10-9370-ED4AED50B99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bg2">
                        <a:lumMod val="1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noFill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FY'2024</c:v>
                </c:pt>
                <c:pt idx="1">
                  <c:v>FY'2025</c:v>
                </c:pt>
                <c:pt idx="2">
                  <c:v>FY'2026</c:v>
                </c:pt>
              </c:strCache>
            </c:strRef>
          </c:cat>
          <c:val>
            <c:numRef>
              <c:f>Sheet1!$F$2:$F$4</c:f>
              <c:numCache>
                <c:formatCode>"$"0,,"M"</c:formatCode>
                <c:ptCount val="3"/>
                <c:pt idx="0">
                  <c:v>356685091.17378652</c:v>
                </c:pt>
                <c:pt idx="1">
                  <c:v>367009206.15199935</c:v>
                </c:pt>
                <c:pt idx="2">
                  <c:v>389282207.94125628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3F2-4B10-9370-ED4AED50B99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70419375"/>
        <c:axId val="170413615"/>
      </c:lineChart>
      <c:catAx>
        <c:axId val="9014234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01423808"/>
        <c:crosses val="autoZero"/>
        <c:auto val="1"/>
        <c:lblAlgn val="ctr"/>
        <c:lblOffset val="100"/>
        <c:noMultiLvlLbl val="0"/>
      </c:catAx>
      <c:valAx>
        <c:axId val="901423808"/>
        <c:scaling>
          <c:orientation val="minMax"/>
          <c:max val="360000000"/>
          <c:min val="0"/>
        </c:scaling>
        <c:delete val="1"/>
        <c:axPos val="l"/>
        <c:numFmt formatCode="#,##0,,&quot;M&quot;" sourceLinked="0"/>
        <c:majorTickMark val="out"/>
        <c:minorTickMark val="none"/>
        <c:tickLblPos val="nextTo"/>
        <c:crossAx val="901423416"/>
        <c:crosses val="autoZero"/>
        <c:crossBetween val="between"/>
      </c:valAx>
      <c:valAx>
        <c:axId val="170413615"/>
        <c:scaling>
          <c:orientation val="minMax"/>
        </c:scaling>
        <c:delete val="0"/>
        <c:axPos val="r"/>
        <c:numFmt formatCode="&quot;$&quot;0,,&quot;M&quot;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0419375"/>
        <c:crosses val="max"/>
        <c:crossBetween val="between"/>
      </c:valAx>
      <c:catAx>
        <c:axId val="17041937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7041361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2.5164011896435232E-2"/>
          <c:y val="0.12021868268893997"/>
          <c:w val="0.95386597818986874"/>
          <c:h val="0.60599251838777879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Jun'24</c:v>
                </c:pt>
                <c:pt idx="1">
                  <c:v>Jul'24</c:v>
                </c:pt>
                <c:pt idx="2">
                  <c:v>Aug'24</c:v>
                </c:pt>
                <c:pt idx="3">
                  <c:v>Sep'24</c:v>
                </c:pt>
                <c:pt idx="4">
                  <c:v>Oct'24</c:v>
                </c:pt>
                <c:pt idx="5">
                  <c:v>Nov'24</c:v>
                </c:pt>
                <c:pt idx="6">
                  <c:v>Dec'24</c:v>
                </c:pt>
                <c:pt idx="7">
                  <c:v>Jan'25</c:v>
                </c:pt>
                <c:pt idx="8">
                  <c:v>Feb'25</c:v>
                </c:pt>
                <c:pt idx="9">
                  <c:v>Mar'25</c:v>
                </c:pt>
                <c:pt idx="10">
                  <c:v>Apr'25</c:v>
                </c:pt>
                <c:pt idx="11">
                  <c:v>May'25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A88-4CF1-B15F-28F95B37F9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59819144"/>
        <c:axId val="1259817504"/>
      </c:lineChart>
      <c:catAx>
        <c:axId val="1259819144"/>
        <c:scaling>
          <c:orientation val="minMax"/>
          <c:max val="12"/>
          <c:min val="1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59817504"/>
        <c:crosses val="autoZero"/>
        <c:auto val="1"/>
        <c:lblAlgn val="ctr"/>
        <c:lblOffset val="100"/>
        <c:noMultiLvlLbl val="1"/>
      </c:catAx>
      <c:valAx>
        <c:axId val="125981750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25981914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000"/>
      </a:pPr>
      <a:endParaRPr lang="en-US"/>
    </a:p>
  </c:txPr>
  <c:externalData r:id="rId4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Email</c:v>
                </c:pt>
              </c:strCache>
            </c:strRef>
          </c:tx>
          <c:spPr>
            <a:ln w="19050" cap="rnd">
              <a:solidFill>
                <a:schemeClr val="accent2">
                  <a:lumMod val="50000"/>
                </a:schemeClr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chemeClr val="bg1"/>
              </a:solidFill>
              <a:ln w="19050">
                <a:solidFill>
                  <a:schemeClr val="accent2">
                    <a:lumMod val="50000"/>
                  </a:schemeClr>
                </a:solidFill>
              </a:ln>
              <a:effectLst/>
            </c:spPr>
          </c:marker>
          <c:dLbls>
            <c:numFmt formatCode="#.0,\K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Jun'24</c:v>
                </c:pt>
                <c:pt idx="1">
                  <c:v>Jul'24</c:v>
                </c:pt>
                <c:pt idx="2">
                  <c:v>Aug'24</c:v>
                </c:pt>
                <c:pt idx="3">
                  <c:v>Sep'24</c:v>
                </c:pt>
                <c:pt idx="4">
                  <c:v>Oct'24</c:v>
                </c:pt>
                <c:pt idx="5">
                  <c:v>Nov'24</c:v>
                </c:pt>
                <c:pt idx="6">
                  <c:v>Dec'24</c:v>
                </c:pt>
                <c:pt idx="7">
                  <c:v>Jan'25</c:v>
                </c:pt>
                <c:pt idx="8">
                  <c:v>Feb'25</c:v>
                </c:pt>
                <c:pt idx="9">
                  <c:v>Mar'25</c:v>
                </c:pt>
                <c:pt idx="10">
                  <c:v>Apr'25</c:v>
                </c:pt>
                <c:pt idx="11">
                  <c:v>May'25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1249</c:v>
                </c:pt>
                <c:pt idx="1">
                  <c:v>2367</c:v>
                </c:pt>
                <c:pt idx="2">
                  <c:v>1858</c:v>
                </c:pt>
                <c:pt idx="3">
                  <c:v>1668</c:v>
                </c:pt>
                <c:pt idx="4">
                  <c:v>595</c:v>
                </c:pt>
                <c:pt idx="5">
                  <c:v>855</c:v>
                </c:pt>
                <c:pt idx="6">
                  <c:v>625</c:v>
                </c:pt>
                <c:pt idx="7">
                  <c:v>1139</c:v>
                </c:pt>
                <c:pt idx="8">
                  <c:v>1056</c:v>
                </c:pt>
                <c:pt idx="9">
                  <c:v>1023</c:v>
                </c:pt>
                <c:pt idx="10">
                  <c:v>345</c:v>
                </c:pt>
                <c:pt idx="11">
                  <c:v>613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525-4D49-97EF-63E5F07D132D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259819144"/>
        <c:axId val="1259817504"/>
      </c:lineChart>
      <c:catAx>
        <c:axId val="125981914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259817504"/>
        <c:crosses val="autoZero"/>
        <c:auto val="1"/>
        <c:lblAlgn val="ctr"/>
        <c:lblOffset val="100"/>
        <c:noMultiLvlLbl val="1"/>
      </c:catAx>
      <c:valAx>
        <c:axId val="125981750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259819144"/>
        <c:crosses val="autoZero"/>
        <c:crossBetween val="between"/>
      </c:valAx>
      <c:spPr>
        <a:pattFill prst="ltDnDiag">
          <a:fgClr>
            <a:schemeClr val="bg1">
              <a:lumMod val="85000"/>
            </a:schemeClr>
          </a:fgClr>
          <a:bgClr>
            <a:schemeClr val="bg1"/>
          </a:bgClr>
        </a:pattFill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solidFill>
        <a:schemeClr val="bg1">
          <a:lumMod val="95000"/>
        </a:schemeClr>
      </a:solidFill>
    </a:ln>
    <a:effectLst/>
  </c:spPr>
  <c:txPr>
    <a:bodyPr/>
    <a:lstStyle/>
    <a:p>
      <a:pPr>
        <a:defRPr sz="1000"/>
      </a:pPr>
      <a:endParaRPr lang="en-US"/>
    </a:p>
  </c:txPr>
  <c:externalData r:id="rId4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Impressions</c:v>
                </c:pt>
              </c:strCache>
            </c:strRef>
          </c:tx>
          <c:spPr>
            <a:ln w="19050" cap="rnd">
              <a:solidFill>
                <a:schemeClr val="accent2">
                  <a:lumMod val="50000"/>
                </a:schemeClr>
              </a:solidFill>
              <a:round/>
            </a:ln>
            <a:effectLst/>
          </c:spPr>
          <c:marker>
            <c:symbol val="circle"/>
            <c:size val="7"/>
            <c:spPr>
              <a:solidFill>
                <a:schemeClr val="bg1"/>
              </a:solidFill>
              <a:ln w="19050">
                <a:solidFill>
                  <a:schemeClr val="accent2">
                    <a:lumMod val="50000"/>
                  </a:schemeClr>
                </a:solidFill>
              </a:ln>
              <a:effectLst/>
            </c:spPr>
          </c:marker>
          <c:dLbls>
            <c:numFmt formatCode="[&gt;=999950]0.0,,&quot;M&quot;;[&lt;=-999950]0.0,,&quot;M&quot;;0.0,&quot;K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Jun'24</c:v>
                </c:pt>
                <c:pt idx="1">
                  <c:v>Jul'24</c:v>
                </c:pt>
                <c:pt idx="2">
                  <c:v>Aug'24</c:v>
                </c:pt>
                <c:pt idx="3">
                  <c:v>Sep'24</c:v>
                </c:pt>
                <c:pt idx="4">
                  <c:v>Oct'24</c:v>
                </c:pt>
                <c:pt idx="5">
                  <c:v>Nov'24</c:v>
                </c:pt>
                <c:pt idx="6">
                  <c:v>Dec'24</c:v>
                </c:pt>
                <c:pt idx="7">
                  <c:v>Jan'25</c:v>
                </c:pt>
                <c:pt idx="8">
                  <c:v>Feb'25</c:v>
                </c:pt>
                <c:pt idx="9">
                  <c:v>Mar'25</c:v>
                </c:pt>
                <c:pt idx="10">
                  <c:v>Apr'25</c:v>
                </c:pt>
                <c:pt idx="11">
                  <c:v>May'25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2157</c:v>
                </c:pt>
                <c:pt idx="1">
                  <c:v>2255</c:v>
                </c:pt>
                <c:pt idx="2">
                  <c:v>2485</c:v>
                </c:pt>
                <c:pt idx="3">
                  <c:v>2147</c:v>
                </c:pt>
                <c:pt idx="4">
                  <c:v>2923</c:v>
                </c:pt>
                <c:pt idx="5">
                  <c:v>2005</c:v>
                </c:pt>
                <c:pt idx="6">
                  <c:v>1968</c:v>
                </c:pt>
                <c:pt idx="7">
                  <c:v>2647</c:v>
                </c:pt>
                <c:pt idx="8">
                  <c:v>2468</c:v>
                </c:pt>
                <c:pt idx="9">
                  <c:v>2554</c:v>
                </c:pt>
                <c:pt idx="10">
                  <c:v>2477</c:v>
                </c:pt>
                <c:pt idx="11">
                  <c:v>2406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7D3-4D4E-ACB6-0E400AA7BC38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259819144"/>
        <c:axId val="1259817504"/>
      </c:lineChart>
      <c:catAx>
        <c:axId val="125981914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259817504"/>
        <c:crosses val="autoZero"/>
        <c:auto val="1"/>
        <c:lblAlgn val="ctr"/>
        <c:lblOffset val="100"/>
        <c:noMultiLvlLbl val="1"/>
      </c:catAx>
      <c:valAx>
        <c:axId val="125981750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259819144"/>
        <c:crosses val="autoZero"/>
        <c:crossBetween val="between"/>
      </c:valAx>
      <c:spPr>
        <a:pattFill prst="ltDnDiag">
          <a:fgClr>
            <a:schemeClr val="bg1">
              <a:lumMod val="85000"/>
            </a:schemeClr>
          </a:fgClr>
          <a:bgClr>
            <a:schemeClr val="bg1"/>
          </a:bgClr>
        </a:pattFill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solidFill>
        <a:schemeClr val="bg1">
          <a:lumMod val="95000"/>
        </a:schemeClr>
      </a:solidFill>
    </a:ln>
    <a:effectLst/>
  </c:spPr>
  <c:txPr>
    <a:bodyPr/>
    <a:lstStyle/>
    <a:p>
      <a:pPr>
        <a:defRPr sz="1000"/>
      </a:pPr>
      <a:endParaRPr lang="en-US"/>
    </a:p>
  </c:txPr>
  <c:externalData r:id="rId4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Lit Drop</c:v>
                </c:pt>
              </c:strCache>
            </c:strRef>
          </c:tx>
          <c:spPr>
            <a:ln w="19050" cap="rnd">
              <a:solidFill>
                <a:schemeClr val="accent2">
                  <a:lumMod val="50000"/>
                </a:schemeClr>
              </a:solidFill>
              <a:round/>
            </a:ln>
            <a:effectLst/>
          </c:spPr>
          <c:marker>
            <c:symbol val="circle"/>
            <c:size val="7"/>
            <c:spPr>
              <a:solidFill>
                <a:schemeClr val="bg1"/>
              </a:solidFill>
              <a:ln w="19050">
                <a:solidFill>
                  <a:schemeClr val="accent2">
                    <a:lumMod val="50000"/>
                  </a:schemeClr>
                </a:solidFill>
              </a:ln>
              <a:effectLst/>
            </c:spPr>
          </c:marker>
          <c:dLbls>
            <c:dLbl>
              <c:idx val="11"/>
              <c:tx>
                <c:rich>
                  <a:bodyPr/>
                  <a:lstStyle/>
                  <a:p>
                    <a:fld id="{F4387141-60E0-4638-A363-8B7CAFB30457}" type="VALUE">
                      <a:rPr lang="en-US" sz="900" b="0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a:pPr/>
                      <a:t>[VALUE]</a:t>
                    </a:fld>
                    <a:endParaRPr lang="en-US"/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0EAB-4EB4-B1E9-18DB17AF2A28}"/>
                </c:ext>
              </c:extLst>
            </c:dLbl>
            <c:numFmt formatCode="#0.0,\K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Jun'24</c:v>
                </c:pt>
                <c:pt idx="1">
                  <c:v>Jul'24</c:v>
                </c:pt>
                <c:pt idx="2">
                  <c:v>Aug'24</c:v>
                </c:pt>
                <c:pt idx="3">
                  <c:v>Sep'24</c:v>
                </c:pt>
                <c:pt idx="4">
                  <c:v>Oct'24</c:v>
                </c:pt>
                <c:pt idx="5">
                  <c:v>Nov'24</c:v>
                </c:pt>
                <c:pt idx="6">
                  <c:v>Dec'24</c:v>
                </c:pt>
                <c:pt idx="7">
                  <c:v>Jan'25</c:v>
                </c:pt>
                <c:pt idx="8">
                  <c:v>Feb'25</c:v>
                </c:pt>
                <c:pt idx="9">
                  <c:v>Mar'25</c:v>
                </c:pt>
                <c:pt idx="10">
                  <c:v>Apr'25</c:v>
                </c:pt>
                <c:pt idx="11">
                  <c:v>May'25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2843</c:v>
                </c:pt>
                <c:pt idx="1">
                  <c:v>3019</c:v>
                </c:pt>
                <c:pt idx="2">
                  <c:v>2846</c:v>
                </c:pt>
                <c:pt idx="3">
                  <c:v>2405</c:v>
                </c:pt>
                <c:pt idx="4">
                  <c:v>2888</c:v>
                </c:pt>
                <c:pt idx="5">
                  <c:v>2393</c:v>
                </c:pt>
                <c:pt idx="6">
                  <c:v>1556</c:v>
                </c:pt>
                <c:pt idx="7">
                  <c:v>2700</c:v>
                </c:pt>
                <c:pt idx="8">
                  <c:v>2791</c:v>
                </c:pt>
                <c:pt idx="9">
                  <c:v>2847</c:v>
                </c:pt>
                <c:pt idx="10">
                  <c:v>2955</c:v>
                </c:pt>
                <c:pt idx="11">
                  <c:v>2393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EAB-4EB4-B1E9-18DB17AF2A28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259819144"/>
        <c:axId val="1259817504"/>
      </c:lineChart>
      <c:catAx>
        <c:axId val="125981914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259817504"/>
        <c:crosses val="autoZero"/>
        <c:auto val="1"/>
        <c:lblAlgn val="ctr"/>
        <c:lblOffset val="100"/>
        <c:noMultiLvlLbl val="1"/>
      </c:catAx>
      <c:valAx>
        <c:axId val="125981750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259819144"/>
        <c:crosses val="autoZero"/>
        <c:crossBetween val="between"/>
      </c:valAx>
      <c:spPr>
        <a:pattFill prst="ltDnDiag">
          <a:fgClr>
            <a:schemeClr val="bg1">
              <a:lumMod val="85000"/>
            </a:schemeClr>
          </a:fgClr>
          <a:bgClr>
            <a:schemeClr val="bg1"/>
          </a:bgClr>
        </a:pattFill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solidFill>
        <a:schemeClr val="bg1">
          <a:lumMod val="95000"/>
        </a:schemeClr>
      </a:solidFill>
    </a:ln>
    <a:effectLst/>
  </c:spPr>
  <c:txPr>
    <a:bodyPr/>
    <a:lstStyle/>
    <a:p>
      <a:pPr>
        <a:defRPr sz="1000"/>
      </a:pPr>
      <a:endParaRPr lang="en-US"/>
    </a:p>
  </c:txPr>
  <c:externalData r:id="rId4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F2F+Remote</c:v>
                </c:pt>
              </c:strCache>
            </c:strRef>
          </c:tx>
          <c:spPr>
            <a:ln w="19050" cap="rnd">
              <a:solidFill>
                <a:schemeClr val="accent2">
                  <a:lumMod val="50000"/>
                </a:schemeClr>
              </a:solidFill>
              <a:round/>
            </a:ln>
            <a:effectLst/>
          </c:spPr>
          <c:marker>
            <c:symbol val="circle"/>
            <c:size val="7"/>
            <c:spPr>
              <a:solidFill>
                <a:schemeClr val="bg1"/>
              </a:solidFill>
              <a:ln w="19050">
                <a:solidFill>
                  <a:schemeClr val="accent2">
                    <a:lumMod val="50000"/>
                  </a:schemeClr>
                </a:solidFill>
              </a:ln>
              <a:effectLst/>
            </c:spPr>
          </c:marker>
          <c:dLbls>
            <c:numFmt formatCode="[&gt;=999950]0.0,,&quot;M&quot;;[&lt;=-999950]0.0,,&quot;M&quot;;0.0,&quot;K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Jun'24</c:v>
                </c:pt>
                <c:pt idx="1">
                  <c:v>Jul'24</c:v>
                </c:pt>
                <c:pt idx="2">
                  <c:v>Aug'24</c:v>
                </c:pt>
                <c:pt idx="3">
                  <c:v>Sep'24</c:v>
                </c:pt>
                <c:pt idx="4">
                  <c:v>Oct'24</c:v>
                </c:pt>
                <c:pt idx="5">
                  <c:v>Nov'24</c:v>
                </c:pt>
                <c:pt idx="6">
                  <c:v>Dec'24</c:v>
                </c:pt>
                <c:pt idx="7">
                  <c:v>Jan'25</c:v>
                </c:pt>
                <c:pt idx="8">
                  <c:v>Feb'25</c:v>
                </c:pt>
                <c:pt idx="9">
                  <c:v>Mar'25</c:v>
                </c:pt>
                <c:pt idx="10">
                  <c:v>Apr'25</c:v>
                </c:pt>
                <c:pt idx="11">
                  <c:v>May'25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4935</c:v>
                </c:pt>
                <c:pt idx="1">
                  <c:v>5096</c:v>
                </c:pt>
                <c:pt idx="2">
                  <c:v>5107</c:v>
                </c:pt>
                <c:pt idx="3">
                  <c:v>4754</c:v>
                </c:pt>
                <c:pt idx="4">
                  <c:v>6253</c:v>
                </c:pt>
                <c:pt idx="5">
                  <c:v>4509</c:v>
                </c:pt>
                <c:pt idx="6">
                  <c:v>3723</c:v>
                </c:pt>
                <c:pt idx="7">
                  <c:v>5662</c:v>
                </c:pt>
                <c:pt idx="8">
                  <c:v>5633</c:v>
                </c:pt>
                <c:pt idx="9">
                  <c:v>6161</c:v>
                </c:pt>
                <c:pt idx="10">
                  <c:v>6417</c:v>
                </c:pt>
                <c:pt idx="11">
                  <c:v>5479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A00-4324-963D-FC47C3354682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259819144"/>
        <c:axId val="1259817504"/>
      </c:lineChart>
      <c:catAx>
        <c:axId val="125981914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259817504"/>
        <c:crosses val="autoZero"/>
        <c:auto val="1"/>
        <c:lblAlgn val="ctr"/>
        <c:lblOffset val="100"/>
        <c:noMultiLvlLbl val="0"/>
      </c:catAx>
      <c:valAx>
        <c:axId val="125981750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259819144"/>
        <c:crosses val="autoZero"/>
        <c:crossBetween val="between"/>
      </c:valAx>
      <c:spPr>
        <a:pattFill prst="ltDnDiag">
          <a:fgClr>
            <a:schemeClr val="bg1">
              <a:lumMod val="85000"/>
            </a:schemeClr>
          </a:fgClr>
          <a:bgClr>
            <a:schemeClr val="bg1"/>
          </a:bgClr>
        </a:pattFill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solidFill>
        <a:schemeClr val="bg1">
          <a:lumMod val="95000"/>
        </a:schemeClr>
      </a:solidFill>
    </a:ln>
    <a:effectLst/>
  </c:spPr>
  <c:txPr>
    <a:bodyPr/>
    <a:lstStyle/>
    <a:p>
      <a:pPr>
        <a:defRPr sz="1000"/>
      </a:pPr>
      <a:endParaRPr lang="en-US"/>
    </a:p>
  </c:txPr>
  <c:externalData r:id="rId4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SD</c:v>
                </c:pt>
              </c:strCache>
            </c:strRef>
          </c:tx>
          <c:spPr>
            <a:ln w="19050" cap="rnd">
              <a:solidFill>
                <a:schemeClr val="accent2">
                  <a:lumMod val="50000"/>
                </a:schemeClr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chemeClr val="bg1"/>
              </a:solidFill>
              <a:ln w="19050">
                <a:solidFill>
                  <a:schemeClr val="accent2">
                    <a:lumMod val="50000"/>
                  </a:schemeClr>
                </a:solidFill>
              </a:ln>
              <a:effectLst/>
            </c:spPr>
          </c:marker>
          <c:dLbls>
            <c:numFmt formatCode="#.0,\K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Jun'24</c:v>
                </c:pt>
                <c:pt idx="1">
                  <c:v>Jul'24</c:v>
                </c:pt>
                <c:pt idx="2">
                  <c:v>Aug'24</c:v>
                </c:pt>
                <c:pt idx="3">
                  <c:v>Sep'24</c:v>
                </c:pt>
                <c:pt idx="4">
                  <c:v>Oct'24</c:v>
                </c:pt>
                <c:pt idx="5">
                  <c:v>Nov'24</c:v>
                </c:pt>
                <c:pt idx="6">
                  <c:v>Dec'24</c:v>
                </c:pt>
                <c:pt idx="7">
                  <c:v>Jan'25</c:v>
                </c:pt>
                <c:pt idx="8">
                  <c:v>Feb'25</c:v>
                </c:pt>
                <c:pt idx="9">
                  <c:v>Mar'25</c:v>
                </c:pt>
                <c:pt idx="10">
                  <c:v>Apr'25</c:v>
                </c:pt>
                <c:pt idx="11">
                  <c:v>May'25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1058</c:v>
                </c:pt>
                <c:pt idx="1">
                  <c:v>1214</c:v>
                </c:pt>
                <c:pt idx="2">
                  <c:v>1198</c:v>
                </c:pt>
                <c:pt idx="3">
                  <c:v>1196</c:v>
                </c:pt>
                <c:pt idx="4">
                  <c:v>1423</c:v>
                </c:pt>
                <c:pt idx="5">
                  <c:v>1101</c:v>
                </c:pt>
                <c:pt idx="6">
                  <c:v>1385</c:v>
                </c:pt>
                <c:pt idx="7">
                  <c:v>1397</c:v>
                </c:pt>
                <c:pt idx="8">
                  <c:v>1162</c:v>
                </c:pt>
                <c:pt idx="9">
                  <c:v>1398</c:v>
                </c:pt>
                <c:pt idx="10">
                  <c:v>1361</c:v>
                </c:pt>
                <c:pt idx="11">
                  <c:v>1407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E75-4958-936A-62C656B9F86A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259819144"/>
        <c:axId val="1259817504"/>
      </c:lineChart>
      <c:catAx>
        <c:axId val="125981914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259817504"/>
        <c:crosses val="autoZero"/>
        <c:auto val="1"/>
        <c:lblAlgn val="ctr"/>
        <c:lblOffset val="100"/>
        <c:noMultiLvlLbl val="1"/>
      </c:catAx>
      <c:valAx>
        <c:axId val="125981750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259819144"/>
        <c:crosses val="autoZero"/>
        <c:crossBetween val="between"/>
      </c:valAx>
      <c:spPr>
        <a:pattFill prst="ltDnDiag">
          <a:fgClr>
            <a:schemeClr val="bg1">
              <a:lumMod val="85000"/>
            </a:schemeClr>
          </a:fgClr>
          <a:bgClr>
            <a:schemeClr val="bg1"/>
          </a:bgClr>
        </a:pattFill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solidFill>
        <a:schemeClr val="bg1">
          <a:lumMod val="95000"/>
        </a:schemeClr>
      </a:solidFill>
    </a:ln>
    <a:effectLst/>
  </c:spPr>
  <c:txPr>
    <a:bodyPr/>
    <a:lstStyle/>
    <a:p>
      <a:pPr>
        <a:defRPr sz="1000"/>
      </a:pPr>
      <a:endParaRPr lang="en-US"/>
    </a:p>
  </c:txPr>
  <c:externalData r:id="rId4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</c:v>
                </c:pt>
              </c:strCache>
            </c:strRef>
          </c:tx>
          <c:spPr>
            <a:ln w="19050" cap="rnd">
              <a:solidFill>
                <a:schemeClr val="accent2">
                  <a:lumMod val="50000"/>
                </a:schemeClr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chemeClr val="bg1"/>
              </a:solidFill>
              <a:ln w="19050">
                <a:solidFill>
                  <a:schemeClr val="accent2">
                    <a:lumMod val="50000"/>
                  </a:schemeClr>
                </a:solidFill>
              </a:ln>
              <a:effectLst/>
            </c:spPr>
          </c:marker>
          <c:dLbls>
            <c:numFmt formatCode="#.0,\K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Jun'24</c:v>
                </c:pt>
                <c:pt idx="1">
                  <c:v>Jul'24</c:v>
                </c:pt>
                <c:pt idx="2">
                  <c:v>Aug'24</c:v>
                </c:pt>
                <c:pt idx="3">
                  <c:v>Sep'24</c:v>
                </c:pt>
                <c:pt idx="4">
                  <c:v>Oct'24</c:v>
                </c:pt>
                <c:pt idx="5">
                  <c:v>Nov'24</c:v>
                </c:pt>
                <c:pt idx="6">
                  <c:v>Dec'24</c:v>
                </c:pt>
                <c:pt idx="7">
                  <c:v>Jan'25</c:v>
                </c:pt>
                <c:pt idx="8">
                  <c:v>Feb'25</c:v>
                </c:pt>
                <c:pt idx="9">
                  <c:v>Mar'25</c:v>
                </c:pt>
                <c:pt idx="10">
                  <c:v>Apr'25</c:v>
                </c:pt>
                <c:pt idx="11">
                  <c:v>May'25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1024.0333333333333</c:v>
                </c:pt>
                <c:pt idx="1">
                  <c:v>1217.3666666666672</c:v>
                </c:pt>
                <c:pt idx="2">
                  <c:v>1109.7333333333333</c:v>
                </c:pt>
                <c:pt idx="3">
                  <c:v>1092.9666666666669</c:v>
                </c:pt>
                <c:pt idx="4">
                  <c:v>1248.9666666666672</c:v>
                </c:pt>
                <c:pt idx="5">
                  <c:v>1011.6666666666669</c:v>
                </c:pt>
                <c:pt idx="6">
                  <c:v>1236.5666666666666</c:v>
                </c:pt>
                <c:pt idx="7">
                  <c:v>1114.5666666666673</c:v>
                </c:pt>
                <c:pt idx="8">
                  <c:v>1106.4000000000003</c:v>
                </c:pt>
                <c:pt idx="9">
                  <c:v>1240.7666666666671</c:v>
                </c:pt>
                <c:pt idx="10">
                  <c:v>1245.3000000000006</c:v>
                </c:pt>
                <c:pt idx="11">
                  <c:v>1116.5666666666668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E38-4556-A18E-197B8D73AC27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259819144"/>
        <c:axId val="1259817504"/>
      </c:lineChart>
      <c:catAx>
        <c:axId val="125981914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259817504"/>
        <c:crosses val="autoZero"/>
        <c:auto val="1"/>
        <c:lblAlgn val="ctr"/>
        <c:lblOffset val="100"/>
        <c:noMultiLvlLbl val="1"/>
      </c:catAx>
      <c:valAx>
        <c:axId val="125981750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259819144"/>
        <c:crosses val="autoZero"/>
        <c:crossBetween val="between"/>
      </c:valAx>
      <c:spPr>
        <a:pattFill prst="ltDnDiag">
          <a:fgClr>
            <a:schemeClr val="bg1">
              <a:lumMod val="85000"/>
            </a:schemeClr>
          </a:fgClr>
          <a:bgClr>
            <a:schemeClr val="bg1"/>
          </a:bgClr>
        </a:pattFill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solidFill>
        <a:schemeClr val="bg1">
          <a:lumMod val="95000"/>
        </a:schemeClr>
      </a:solidFill>
    </a:ln>
    <a:effectLst/>
  </c:spPr>
  <c:txPr>
    <a:bodyPr/>
    <a:lstStyle/>
    <a:p>
      <a:pPr>
        <a:defRPr sz="1000"/>
      </a:pPr>
      <a:endParaRPr lang="en-US"/>
    </a:p>
  </c:txPr>
  <c:externalData r:id="rId4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Non-RTE Email</c:v>
                </c:pt>
              </c:strCache>
            </c:strRef>
          </c:tx>
          <c:spPr>
            <a:ln w="19050" cap="rnd">
              <a:solidFill>
                <a:schemeClr val="accent2">
                  <a:lumMod val="50000"/>
                </a:schemeClr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chemeClr val="bg1"/>
              </a:solidFill>
              <a:ln w="19050">
                <a:solidFill>
                  <a:schemeClr val="accent2">
                    <a:lumMod val="50000"/>
                  </a:schemeClr>
                </a:solidFill>
              </a:ln>
              <a:effectLst/>
            </c:spPr>
          </c:marker>
          <c:dLbls>
            <c:numFmt formatCode="#.0,\K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Jun'24</c:v>
                </c:pt>
                <c:pt idx="1">
                  <c:v>Jul'24</c:v>
                </c:pt>
                <c:pt idx="2">
                  <c:v>Aug'24</c:v>
                </c:pt>
                <c:pt idx="3">
                  <c:v>Sep'24</c:v>
                </c:pt>
                <c:pt idx="4">
                  <c:v>Oct'24</c:v>
                </c:pt>
                <c:pt idx="5">
                  <c:v>Nov'24</c:v>
                </c:pt>
                <c:pt idx="6">
                  <c:v>Dec'24</c:v>
                </c:pt>
                <c:pt idx="7">
                  <c:v>Jan'25</c:v>
                </c:pt>
                <c:pt idx="8">
                  <c:v>Feb'25</c:v>
                </c:pt>
                <c:pt idx="9">
                  <c:v>Mar'25</c:v>
                </c:pt>
                <c:pt idx="10">
                  <c:v>Apr'25</c:v>
                </c:pt>
                <c:pt idx="11">
                  <c:v>May'25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307</c:v>
                </c:pt>
                <c:pt idx="1">
                  <c:v>253</c:v>
                </c:pt>
                <c:pt idx="2">
                  <c:v>309</c:v>
                </c:pt>
                <c:pt idx="3">
                  <c:v>177</c:v>
                </c:pt>
                <c:pt idx="4">
                  <c:v>185</c:v>
                </c:pt>
                <c:pt idx="5">
                  <c:v>203</c:v>
                </c:pt>
                <c:pt idx="6">
                  <c:v>99</c:v>
                </c:pt>
                <c:pt idx="7">
                  <c:v>358</c:v>
                </c:pt>
                <c:pt idx="8">
                  <c:v>209</c:v>
                </c:pt>
                <c:pt idx="9">
                  <c:v>157</c:v>
                </c:pt>
                <c:pt idx="10">
                  <c:v>146</c:v>
                </c:pt>
                <c:pt idx="11">
                  <c:v>110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F28-44E0-89D6-CB384F46A2C9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259819144"/>
        <c:axId val="1259817504"/>
      </c:lineChart>
      <c:catAx>
        <c:axId val="125981914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259817504"/>
        <c:crosses val="autoZero"/>
        <c:auto val="1"/>
        <c:lblAlgn val="ctr"/>
        <c:lblOffset val="100"/>
        <c:noMultiLvlLbl val="1"/>
      </c:catAx>
      <c:valAx>
        <c:axId val="125981750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259819144"/>
        <c:crosses val="autoZero"/>
        <c:crossBetween val="between"/>
      </c:valAx>
      <c:spPr>
        <a:pattFill prst="ltDnDiag">
          <a:fgClr>
            <a:schemeClr val="bg1">
              <a:lumMod val="85000"/>
            </a:schemeClr>
          </a:fgClr>
          <a:bgClr>
            <a:schemeClr val="bg1"/>
          </a:bgClr>
        </a:pattFill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solidFill>
        <a:schemeClr val="bg1">
          <a:lumMod val="95000"/>
        </a:schemeClr>
      </a:solidFill>
    </a:ln>
    <a:effectLst/>
  </c:spPr>
  <c:txPr>
    <a:bodyPr/>
    <a:lstStyle/>
    <a:p>
      <a:pPr>
        <a:defRPr sz="1000"/>
      </a:pPr>
      <a:endParaRPr lang="en-US"/>
    </a:p>
  </c:txPr>
  <c:externalData r:id="rId4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Speaker Program </c:v>
                </c:pt>
              </c:strCache>
            </c:strRef>
          </c:tx>
          <c:spPr>
            <a:ln w="19050" cap="rnd">
              <a:solidFill>
                <a:schemeClr val="accent2">
                  <a:lumMod val="50000"/>
                </a:schemeClr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chemeClr val="bg1"/>
              </a:solidFill>
              <a:ln w="19050">
                <a:solidFill>
                  <a:schemeClr val="accent2">
                    <a:lumMod val="50000"/>
                  </a:schemeClr>
                </a:solidFill>
              </a:ln>
              <a:effectLst/>
            </c:spPr>
          </c:marker>
          <c:dLbls>
            <c:numFmt formatCode="#.0,\K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Jun'24</c:v>
                </c:pt>
                <c:pt idx="1">
                  <c:v>Jul'24</c:v>
                </c:pt>
                <c:pt idx="2">
                  <c:v>Aug'24</c:v>
                </c:pt>
                <c:pt idx="3">
                  <c:v>Sep'24</c:v>
                </c:pt>
                <c:pt idx="4">
                  <c:v>Oct'24</c:v>
                </c:pt>
                <c:pt idx="5">
                  <c:v>Nov'24</c:v>
                </c:pt>
                <c:pt idx="6">
                  <c:v>Dec'24</c:v>
                </c:pt>
                <c:pt idx="7">
                  <c:v>Jan'25</c:v>
                </c:pt>
                <c:pt idx="8">
                  <c:v>Feb'25</c:v>
                </c:pt>
                <c:pt idx="9">
                  <c:v>Mar'25</c:v>
                </c:pt>
                <c:pt idx="10">
                  <c:v>Apr'25</c:v>
                </c:pt>
                <c:pt idx="11">
                  <c:v>May'25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57</c:v>
                </c:pt>
                <c:pt idx="1">
                  <c:v>149</c:v>
                </c:pt>
                <c:pt idx="2">
                  <c:v>30</c:v>
                </c:pt>
                <c:pt idx="3">
                  <c:v>61</c:v>
                </c:pt>
                <c:pt idx="4">
                  <c:v>199</c:v>
                </c:pt>
                <c:pt idx="5">
                  <c:v>64</c:v>
                </c:pt>
                <c:pt idx="6">
                  <c:v>60</c:v>
                </c:pt>
                <c:pt idx="7">
                  <c:v>73</c:v>
                </c:pt>
                <c:pt idx="8">
                  <c:v>86</c:v>
                </c:pt>
                <c:pt idx="9">
                  <c:v>38</c:v>
                </c:pt>
                <c:pt idx="10">
                  <c:v>44</c:v>
                </c:pt>
                <c:pt idx="11">
                  <c:v>16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050-4DFC-B4A0-16FEA4CE9013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259819144"/>
        <c:axId val="1259817504"/>
      </c:lineChart>
      <c:catAx>
        <c:axId val="125981914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259817504"/>
        <c:crosses val="autoZero"/>
        <c:auto val="1"/>
        <c:lblAlgn val="ctr"/>
        <c:lblOffset val="100"/>
        <c:noMultiLvlLbl val="1"/>
      </c:catAx>
      <c:valAx>
        <c:axId val="125981750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259819144"/>
        <c:crosses val="autoZero"/>
        <c:crossBetween val="between"/>
      </c:valAx>
      <c:spPr>
        <a:pattFill prst="ltDnDiag">
          <a:fgClr>
            <a:schemeClr val="bg1">
              <a:lumMod val="85000"/>
            </a:schemeClr>
          </a:fgClr>
          <a:bgClr>
            <a:schemeClr val="bg1"/>
          </a:bgClr>
        </a:pattFill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solidFill>
        <a:schemeClr val="bg1">
          <a:lumMod val="95000"/>
        </a:schemeClr>
      </a:solidFill>
    </a:ln>
    <a:effectLst/>
  </c:spPr>
  <c:txPr>
    <a:bodyPr/>
    <a:lstStyle/>
    <a:p>
      <a:pPr>
        <a:defRPr sz="1000"/>
      </a:pPr>
      <a:endParaRPr lang="en-US"/>
    </a:p>
  </c:txPr>
  <c:externalData r:id="rId4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Claims</c:v>
                </c:pt>
              </c:strCache>
            </c:strRef>
          </c:tx>
          <c:spPr>
            <a:ln w="19050" cap="rnd">
              <a:solidFill>
                <a:schemeClr val="accent2">
                  <a:lumMod val="50000"/>
                </a:schemeClr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chemeClr val="bg1"/>
              </a:solidFill>
              <a:ln w="19050">
                <a:solidFill>
                  <a:schemeClr val="accent2">
                    <a:lumMod val="50000"/>
                  </a:schemeClr>
                </a:solidFill>
              </a:ln>
              <a:effectLst/>
            </c:spPr>
          </c:marker>
          <c:dLbls>
            <c:numFmt formatCode="#.00,\K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Jun'24</c:v>
                </c:pt>
                <c:pt idx="1">
                  <c:v>Jul'24</c:v>
                </c:pt>
                <c:pt idx="2">
                  <c:v>Aug'24</c:v>
                </c:pt>
                <c:pt idx="3">
                  <c:v>Sep'24</c:v>
                </c:pt>
                <c:pt idx="4">
                  <c:v>Oct'24</c:v>
                </c:pt>
                <c:pt idx="5">
                  <c:v>Nov'24</c:v>
                </c:pt>
                <c:pt idx="6">
                  <c:v>Dec'24</c:v>
                </c:pt>
                <c:pt idx="7">
                  <c:v>Jan'25</c:v>
                </c:pt>
                <c:pt idx="8">
                  <c:v>Feb'25</c:v>
                </c:pt>
                <c:pt idx="9">
                  <c:v>Mar'25</c:v>
                </c:pt>
                <c:pt idx="10">
                  <c:v>Apr'25</c:v>
                </c:pt>
                <c:pt idx="11">
                  <c:v>May'25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1706.69963856859</c:v>
                </c:pt>
                <c:pt idx="1">
                  <c:v>1944.78254890723</c:v>
                </c:pt>
                <c:pt idx="2">
                  <c:v>1866.1031277283801</c:v>
                </c:pt>
                <c:pt idx="3">
                  <c:v>1800.7658147130701</c:v>
                </c:pt>
                <c:pt idx="4">
                  <c:v>1992.30991163611</c:v>
                </c:pt>
                <c:pt idx="5">
                  <c:v>1734.6431083600401</c:v>
                </c:pt>
                <c:pt idx="6">
                  <c:v>1990.67859191152</c:v>
                </c:pt>
                <c:pt idx="7">
                  <c:v>1758.18046072129</c:v>
                </c:pt>
                <c:pt idx="8">
                  <c:v>1795.9042369121601</c:v>
                </c:pt>
                <c:pt idx="9">
                  <c:v>1924.56346855229</c:v>
                </c:pt>
                <c:pt idx="10">
                  <c:v>1744.6089174669901</c:v>
                </c:pt>
                <c:pt idx="11">
                  <c:v>1631.26627739478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D78-4A96-9080-D899A741C4A6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259819144"/>
        <c:axId val="1259817504"/>
      </c:lineChart>
      <c:catAx>
        <c:axId val="125981914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259817504"/>
        <c:crosses val="autoZero"/>
        <c:auto val="1"/>
        <c:lblAlgn val="ctr"/>
        <c:lblOffset val="100"/>
        <c:noMultiLvlLbl val="1"/>
      </c:catAx>
      <c:valAx>
        <c:axId val="125981750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259819144"/>
        <c:crosses val="autoZero"/>
        <c:crossBetween val="between"/>
      </c:valAx>
      <c:spPr>
        <a:pattFill prst="ltDnDiag">
          <a:fgClr>
            <a:schemeClr val="bg1">
              <a:lumMod val="85000"/>
            </a:schemeClr>
          </a:fgClr>
          <a:bgClr>
            <a:schemeClr val="bg1"/>
          </a:bgClr>
        </a:pattFill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solidFill>
        <a:schemeClr val="bg1">
          <a:lumMod val="95000"/>
        </a:schemeClr>
      </a:solidFill>
    </a:ln>
    <a:effectLst/>
  </c:spPr>
  <c:txPr>
    <a:bodyPr/>
    <a:lstStyle/>
    <a:p>
      <a:pPr>
        <a:defRPr sz="1000"/>
      </a:pPr>
      <a:endParaRPr lang="en-US"/>
    </a:p>
  </c:txPr>
  <c:externalData r:id="rId4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2.5164011896435232E-2"/>
          <c:y val="0.12021868268893997"/>
          <c:w val="0.95386597818986874"/>
          <c:h val="0.60599251838777879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Jun'24</c:v>
                </c:pt>
                <c:pt idx="1">
                  <c:v>Jul'24</c:v>
                </c:pt>
                <c:pt idx="2">
                  <c:v>Aug'24</c:v>
                </c:pt>
                <c:pt idx="3">
                  <c:v>Sep'24</c:v>
                </c:pt>
                <c:pt idx="4">
                  <c:v>Oct'24</c:v>
                </c:pt>
                <c:pt idx="5">
                  <c:v>Nov'24</c:v>
                </c:pt>
                <c:pt idx="6">
                  <c:v>Dec'24</c:v>
                </c:pt>
                <c:pt idx="7">
                  <c:v>Jan'25</c:v>
                </c:pt>
                <c:pt idx="8">
                  <c:v>Feb'25</c:v>
                </c:pt>
                <c:pt idx="9">
                  <c:v>Mar'25</c:v>
                </c:pt>
                <c:pt idx="10">
                  <c:v>Apr'25</c:v>
                </c:pt>
                <c:pt idx="11">
                  <c:v>May'25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0B8-4A51-8573-ABA895EE56A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59819144"/>
        <c:axId val="1259817504"/>
      </c:lineChart>
      <c:catAx>
        <c:axId val="1259819144"/>
        <c:scaling>
          <c:orientation val="minMax"/>
          <c:max val="12"/>
          <c:min val="1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59817504"/>
        <c:crosses val="autoZero"/>
        <c:auto val="1"/>
        <c:lblAlgn val="ctr"/>
        <c:lblOffset val="100"/>
        <c:noMultiLvlLbl val="1"/>
      </c:catAx>
      <c:valAx>
        <c:axId val="125981750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25981914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000"/>
      </a:pPr>
      <a:endParaRPr lang="en-US"/>
    </a:p>
  </c:txPr>
  <c:externalData r:id="rId4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Impressions</c:v>
                </c:pt>
              </c:strCache>
            </c:strRef>
          </c:tx>
          <c:spPr>
            <a:ln w="19050" cap="rnd">
              <a:solidFill>
                <a:schemeClr val="accent2">
                  <a:lumMod val="50000"/>
                </a:schemeClr>
              </a:solidFill>
              <a:round/>
            </a:ln>
            <a:effectLst/>
          </c:spPr>
          <c:marker>
            <c:symbol val="circle"/>
            <c:size val="7"/>
            <c:spPr>
              <a:solidFill>
                <a:schemeClr val="bg1"/>
              </a:solidFill>
              <a:ln w="19050">
                <a:solidFill>
                  <a:schemeClr val="accent2">
                    <a:lumMod val="50000"/>
                  </a:schemeClr>
                </a:solidFill>
              </a:ln>
              <a:effectLst/>
            </c:spPr>
          </c:marker>
          <c:dLbls>
            <c:numFmt formatCode="[&gt;=999950]0.0,,&quot;M&quot;;[&lt;=-999950]0.0,,&quot;M&quot;;0.0,&quot;K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Jun'24</c:v>
                </c:pt>
                <c:pt idx="1">
                  <c:v>Jul'24</c:v>
                </c:pt>
                <c:pt idx="2">
                  <c:v>Aug'24</c:v>
                </c:pt>
                <c:pt idx="3">
                  <c:v>Sep'24</c:v>
                </c:pt>
                <c:pt idx="4">
                  <c:v>Oct'24</c:v>
                </c:pt>
                <c:pt idx="5">
                  <c:v>Nov'24</c:v>
                </c:pt>
                <c:pt idx="6">
                  <c:v>Dec'24</c:v>
                </c:pt>
                <c:pt idx="7">
                  <c:v>Jan'25</c:v>
                </c:pt>
                <c:pt idx="8">
                  <c:v>Feb'25</c:v>
                </c:pt>
                <c:pt idx="9">
                  <c:v>Mar'25</c:v>
                </c:pt>
                <c:pt idx="10">
                  <c:v>Apr'25</c:v>
                </c:pt>
                <c:pt idx="11">
                  <c:v>May'25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2450608</c:v>
                </c:pt>
                <c:pt idx="1">
                  <c:v>514</c:v>
                </c:pt>
                <c:pt idx="2">
                  <c:v>8378</c:v>
                </c:pt>
                <c:pt idx="3">
                  <c:v>6680</c:v>
                </c:pt>
                <c:pt idx="4">
                  <c:v>8081</c:v>
                </c:pt>
                <c:pt idx="5">
                  <c:v>12804</c:v>
                </c:pt>
                <c:pt idx="6">
                  <c:v>3937</c:v>
                </c:pt>
                <c:pt idx="7">
                  <c:v>881479</c:v>
                </c:pt>
                <c:pt idx="8">
                  <c:v>1907979</c:v>
                </c:pt>
                <c:pt idx="9">
                  <c:v>2752727</c:v>
                </c:pt>
                <c:pt idx="10">
                  <c:v>3150450</c:v>
                </c:pt>
                <c:pt idx="11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519-4B93-B828-B494381306F4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259819144"/>
        <c:axId val="1259817504"/>
      </c:lineChart>
      <c:catAx>
        <c:axId val="125981914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259817504"/>
        <c:crosses val="autoZero"/>
        <c:auto val="1"/>
        <c:lblAlgn val="ctr"/>
        <c:lblOffset val="100"/>
        <c:noMultiLvlLbl val="1"/>
      </c:catAx>
      <c:valAx>
        <c:axId val="125981750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259819144"/>
        <c:crosses val="autoZero"/>
        <c:crossBetween val="between"/>
      </c:valAx>
      <c:spPr>
        <a:pattFill prst="ltDnDiag">
          <a:fgClr>
            <a:schemeClr val="bg1">
              <a:lumMod val="85000"/>
            </a:schemeClr>
          </a:fgClr>
          <a:bgClr>
            <a:schemeClr val="bg1"/>
          </a:bgClr>
        </a:pattFill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solidFill>
        <a:schemeClr val="bg1">
          <a:lumMod val="95000"/>
        </a:schemeClr>
      </a:solidFill>
    </a:ln>
    <a:effectLst/>
  </c:spPr>
  <c:txPr>
    <a:bodyPr/>
    <a:lstStyle/>
    <a:p>
      <a:pPr>
        <a:defRPr sz="1000"/>
      </a:pPr>
      <a:endParaRPr lang="en-US"/>
    </a:p>
  </c:txPr>
  <c:externalData r:id="rId4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Visits</c:v>
                </c:pt>
              </c:strCache>
            </c:strRef>
          </c:tx>
          <c:spPr>
            <a:ln w="19050" cap="rnd">
              <a:solidFill>
                <a:schemeClr val="accent2">
                  <a:lumMod val="50000"/>
                </a:schemeClr>
              </a:solidFill>
              <a:round/>
            </a:ln>
            <a:effectLst/>
          </c:spPr>
          <c:marker>
            <c:symbol val="circle"/>
            <c:size val="7"/>
            <c:spPr>
              <a:solidFill>
                <a:schemeClr val="bg1"/>
              </a:solidFill>
              <a:ln w="19050">
                <a:solidFill>
                  <a:schemeClr val="accent2">
                    <a:lumMod val="50000"/>
                  </a:schemeClr>
                </a:solidFill>
              </a:ln>
              <a:effectLst/>
            </c:spPr>
          </c:marker>
          <c:dLbls>
            <c:numFmt formatCode="[&gt;=999950]0.0,,&quot;M&quot;;[&lt;=-999950]0.0,,&quot;M&quot;;0.0,&quot;K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Jun'24</c:v>
                </c:pt>
                <c:pt idx="1">
                  <c:v>Jul'24</c:v>
                </c:pt>
                <c:pt idx="2">
                  <c:v>Aug'24</c:v>
                </c:pt>
                <c:pt idx="3">
                  <c:v>Sep'24</c:v>
                </c:pt>
                <c:pt idx="4">
                  <c:v>Oct'24</c:v>
                </c:pt>
                <c:pt idx="5">
                  <c:v>Nov'24</c:v>
                </c:pt>
                <c:pt idx="6">
                  <c:v>Dec'24</c:v>
                </c:pt>
                <c:pt idx="7">
                  <c:v>Jan'25</c:v>
                </c:pt>
                <c:pt idx="8">
                  <c:v>Feb'25</c:v>
                </c:pt>
                <c:pt idx="9">
                  <c:v>Mar'25</c:v>
                </c:pt>
                <c:pt idx="10">
                  <c:v>Apr'25</c:v>
                </c:pt>
                <c:pt idx="11">
                  <c:v>May'25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21753</c:v>
                </c:pt>
                <c:pt idx="1">
                  <c:v>14408</c:v>
                </c:pt>
                <c:pt idx="2">
                  <c:v>12135</c:v>
                </c:pt>
                <c:pt idx="3">
                  <c:v>13245</c:v>
                </c:pt>
                <c:pt idx="4">
                  <c:v>15489</c:v>
                </c:pt>
                <c:pt idx="5">
                  <c:v>17508</c:v>
                </c:pt>
                <c:pt idx="6">
                  <c:v>13379</c:v>
                </c:pt>
                <c:pt idx="7">
                  <c:v>19876</c:v>
                </c:pt>
                <c:pt idx="8">
                  <c:v>21172</c:v>
                </c:pt>
                <c:pt idx="9">
                  <c:v>14912</c:v>
                </c:pt>
                <c:pt idx="10">
                  <c:v>17382</c:v>
                </c:pt>
                <c:pt idx="11">
                  <c:v>18164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504-43AA-8B3F-1D66C8C1B9BC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259819144"/>
        <c:axId val="1259817504"/>
      </c:lineChart>
      <c:catAx>
        <c:axId val="125981914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259817504"/>
        <c:crosses val="autoZero"/>
        <c:auto val="1"/>
        <c:lblAlgn val="ctr"/>
        <c:lblOffset val="100"/>
        <c:noMultiLvlLbl val="1"/>
      </c:catAx>
      <c:valAx>
        <c:axId val="125981750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259819144"/>
        <c:crosses val="autoZero"/>
        <c:crossBetween val="between"/>
      </c:valAx>
      <c:spPr>
        <a:pattFill prst="ltDnDiag">
          <a:fgClr>
            <a:schemeClr val="bg1">
              <a:lumMod val="85000"/>
            </a:schemeClr>
          </a:fgClr>
          <a:bgClr>
            <a:schemeClr val="bg1"/>
          </a:bgClr>
        </a:pattFill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solidFill>
        <a:schemeClr val="bg1">
          <a:lumMod val="95000"/>
        </a:schemeClr>
      </a:solidFill>
    </a:ln>
    <a:effectLst/>
  </c:spPr>
  <c:txPr>
    <a:bodyPr/>
    <a:lstStyle/>
    <a:p>
      <a:pPr>
        <a:defRPr sz="1000"/>
      </a:pPr>
      <a:endParaRPr lang="en-US"/>
    </a:p>
  </c:txPr>
  <c:externalData r:id="rId4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Open</c:v>
                </c:pt>
              </c:strCache>
            </c:strRef>
          </c:tx>
          <c:spPr>
            <a:ln w="19050" cap="rnd">
              <a:solidFill>
                <a:schemeClr val="accent2">
                  <a:lumMod val="50000"/>
                </a:schemeClr>
              </a:solidFill>
              <a:round/>
            </a:ln>
            <a:effectLst/>
          </c:spPr>
          <c:marker>
            <c:symbol val="circle"/>
            <c:size val="7"/>
            <c:spPr>
              <a:solidFill>
                <a:schemeClr val="bg1"/>
              </a:solidFill>
              <a:ln w="19050">
                <a:solidFill>
                  <a:schemeClr val="accent2">
                    <a:lumMod val="50000"/>
                  </a:schemeClr>
                </a:solidFill>
              </a:ln>
              <a:effectLst/>
            </c:spPr>
          </c:marker>
          <c:dLbls>
            <c:numFmt formatCode="[&gt;=999950]0.0,,&quot;M&quot;;[&lt;=-999950]0.0,,&quot;M&quot;;0.0,&quot;K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Jun'24</c:v>
                </c:pt>
                <c:pt idx="1">
                  <c:v>Jul'24</c:v>
                </c:pt>
                <c:pt idx="2">
                  <c:v>Aug'24</c:v>
                </c:pt>
                <c:pt idx="3">
                  <c:v>Sep'24</c:v>
                </c:pt>
                <c:pt idx="4">
                  <c:v>Oct'24</c:v>
                </c:pt>
                <c:pt idx="5">
                  <c:v>Nov'24</c:v>
                </c:pt>
                <c:pt idx="6">
                  <c:v>Dec'24</c:v>
                </c:pt>
                <c:pt idx="7">
                  <c:v>Jan'25</c:v>
                </c:pt>
                <c:pt idx="8">
                  <c:v>Feb'25</c:v>
                </c:pt>
                <c:pt idx="9">
                  <c:v>Mar'25</c:v>
                </c:pt>
                <c:pt idx="10">
                  <c:v>Apr'25</c:v>
                </c:pt>
                <c:pt idx="11">
                  <c:v>May'25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11523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B24-45AD-A619-A8A2BD422766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259819144"/>
        <c:axId val="1259817504"/>
      </c:lineChart>
      <c:catAx>
        <c:axId val="125981914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259817504"/>
        <c:crosses val="autoZero"/>
        <c:auto val="1"/>
        <c:lblAlgn val="ctr"/>
        <c:lblOffset val="100"/>
        <c:noMultiLvlLbl val="1"/>
      </c:catAx>
      <c:valAx>
        <c:axId val="125981750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259819144"/>
        <c:crosses val="autoZero"/>
        <c:crossBetween val="between"/>
      </c:valAx>
      <c:spPr>
        <a:pattFill prst="ltDnDiag">
          <a:fgClr>
            <a:schemeClr val="bg1">
              <a:lumMod val="85000"/>
            </a:schemeClr>
          </a:fgClr>
          <a:bgClr>
            <a:schemeClr val="bg1"/>
          </a:bgClr>
        </a:pattFill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solidFill>
        <a:schemeClr val="bg1">
          <a:lumMod val="95000"/>
        </a:schemeClr>
      </a:solidFill>
    </a:ln>
    <a:effectLst/>
  </c:spPr>
  <c:txPr>
    <a:bodyPr/>
    <a:lstStyle/>
    <a:p>
      <a:pPr>
        <a:defRPr sz="1000"/>
      </a:pPr>
      <a:endParaRPr lang="en-US"/>
    </a:p>
  </c:txPr>
  <c:externalData r:id="rId4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lineChart>
        <c:grouping val="standard"/>
        <c:varyColors val="0"/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259819144"/>
        <c:axId val="1259817504"/>
      </c:lineChart>
      <c:catAx>
        <c:axId val="125981914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259817504"/>
        <c:crosses val="autoZero"/>
        <c:auto val="1"/>
        <c:lblAlgn val="ctr"/>
        <c:lblOffset val="100"/>
        <c:noMultiLvlLbl val="1"/>
      </c:catAx>
      <c:valAx>
        <c:axId val="125981750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259819144"/>
        <c:crosses val="autoZero"/>
        <c:crossBetween val="between"/>
      </c:valAx>
      <c:spPr>
        <a:pattFill prst="ltDnDiag">
          <a:fgClr>
            <a:schemeClr val="bg1">
              <a:lumMod val="85000"/>
            </a:schemeClr>
          </a:fgClr>
          <a:bgClr>
            <a:schemeClr val="bg1"/>
          </a:bgClr>
        </a:pattFill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solidFill>
        <a:schemeClr val="bg1">
          <a:lumMod val="95000"/>
        </a:schemeClr>
      </a:solidFill>
    </a:ln>
    <a:effectLst/>
  </c:spPr>
  <c:txPr>
    <a:bodyPr/>
    <a:lstStyle/>
    <a:p>
      <a:pPr>
        <a:defRPr sz="1000"/>
      </a:pPr>
      <a:endParaRPr lang="en-US"/>
    </a:p>
  </c:txPr>
  <c:externalData r:id="rId4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Impressions</c:v>
                </c:pt>
              </c:strCache>
            </c:strRef>
          </c:tx>
          <c:spPr>
            <a:ln w="19050" cap="rnd">
              <a:solidFill>
                <a:schemeClr val="accent2">
                  <a:lumMod val="50000"/>
                </a:schemeClr>
              </a:solidFill>
              <a:round/>
            </a:ln>
            <a:effectLst/>
          </c:spPr>
          <c:marker>
            <c:symbol val="circle"/>
            <c:size val="7"/>
            <c:spPr>
              <a:solidFill>
                <a:schemeClr val="bg1"/>
              </a:solidFill>
              <a:ln w="19050">
                <a:solidFill>
                  <a:schemeClr val="accent2">
                    <a:lumMod val="50000"/>
                  </a:schemeClr>
                </a:solidFill>
              </a:ln>
              <a:effectLst/>
            </c:spPr>
          </c:marker>
          <c:dLbls>
            <c:dLbl>
              <c:idx val="11"/>
              <c:tx>
                <c:rich>
                  <a:bodyPr/>
                  <a:lstStyle/>
                  <a:p>
                    <a:fld id="{F4387141-60E0-4638-A363-8B7CAFB30457}" type="VALUE">
                      <a:rPr lang="en-US" sz="900" b="0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a:pPr/>
                      <a:t>[VALUE]</a:t>
                    </a:fld>
                    <a:endParaRPr lang="en-US"/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D54F-4514-89EE-4FB83AF07790}"/>
                </c:ext>
              </c:extLst>
            </c:dLbl>
            <c:numFmt formatCode="#0.0,\K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Jun'24</c:v>
                </c:pt>
                <c:pt idx="1">
                  <c:v>Jul'24</c:v>
                </c:pt>
                <c:pt idx="2">
                  <c:v>Aug'24</c:v>
                </c:pt>
                <c:pt idx="3">
                  <c:v>Sep'24</c:v>
                </c:pt>
                <c:pt idx="4">
                  <c:v>Oct'24</c:v>
                </c:pt>
                <c:pt idx="5">
                  <c:v>Nov'24</c:v>
                </c:pt>
                <c:pt idx="6">
                  <c:v>Dec'24</c:v>
                </c:pt>
                <c:pt idx="7">
                  <c:v>Jan'25</c:v>
                </c:pt>
                <c:pt idx="8">
                  <c:v>Feb'25</c:v>
                </c:pt>
                <c:pt idx="9">
                  <c:v>Mar'25</c:v>
                </c:pt>
                <c:pt idx="10">
                  <c:v>Apr'25</c:v>
                </c:pt>
                <c:pt idx="11">
                  <c:v>May'25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166733</c:v>
                </c:pt>
                <c:pt idx="1">
                  <c:v>166190</c:v>
                </c:pt>
                <c:pt idx="2">
                  <c:v>130631</c:v>
                </c:pt>
                <c:pt idx="3">
                  <c:v>134984</c:v>
                </c:pt>
                <c:pt idx="4">
                  <c:v>161226</c:v>
                </c:pt>
                <c:pt idx="5">
                  <c:v>203296</c:v>
                </c:pt>
                <c:pt idx="6">
                  <c:v>162854</c:v>
                </c:pt>
                <c:pt idx="7">
                  <c:v>165015</c:v>
                </c:pt>
                <c:pt idx="8">
                  <c:v>152129</c:v>
                </c:pt>
                <c:pt idx="9">
                  <c:v>129642</c:v>
                </c:pt>
                <c:pt idx="10">
                  <c:v>183372</c:v>
                </c:pt>
                <c:pt idx="11">
                  <c:v>112995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54F-4514-89EE-4FB83AF07790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259819144"/>
        <c:axId val="1259817504"/>
      </c:lineChart>
      <c:catAx>
        <c:axId val="125981914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259817504"/>
        <c:crosses val="autoZero"/>
        <c:auto val="1"/>
        <c:lblAlgn val="ctr"/>
        <c:lblOffset val="100"/>
        <c:noMultiLvlLbl val="1"/>
      </c:catAx>
      <c:valAx>
        <c:axId val="125981750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259819144"/>
        <c:crosses val="autoZero"/>
        <c:crossBetween val="between"/>
      </c:valAx>
      <c:spPr>
        <a:pattFill prst="ltDnDiag">
          <a:fgClr>
            <a:schemeClr val="bg1">
              <a:lumMod val="85000"/>
            </a:schemeClr>
          </a:fgClr>
          <a:bgClr>
            <a:schemeClr val="bg1"/>
          </a:bgClr>
        </a:pattFill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solidFill>
        <a:schemeClr val="bg1">
          <a:lumMod val="95000"/>
        </a:schemeClr>
      </a:solidFill>
    </a:ln>
    <a:effectLst/>
  </c:spPr>
  <c:txPr>
    <a:bodyPr/>
    <a:lstStyle/>
    <a:p>
      <a:pPr>
        <a:defRPr sz="1000"/>
      </a:pPr>
      <a:endParaRPr lang="en-US"/>
    </a:p>
  </c:txPr>
  <c:externalData r:id="rId4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Visits</c:v>
                </c:pt>
              </c:strCache>
            </c:strRef>
          </c:tx>
          <c:spPr>
            <a:ln w="19050" cap="rnd">
              <a:solidFill>
                <a:schemeClr val="accent2">
                  <a:lumMod val="50000"/>
                </a:schemeClr>
              </a:solidFill>
              <a:round/>
            </a:ln>
            <a:effectLst/>
          </c:spPr>
          <c:marker>
            <c:symbol val="circle"/>
            <c:size val="7"/>
            <c:spPr>
              <a:solidFill>
                <a:schemeClr val="bg1"/>
              </a:solidFill>
              <a:ln w="19050">
                <a:solidFill>
                  <a:schemeClr val="accent2">
                    <a:lumMod val="50000"/>
                  </a:schemeClr>
                </a:solidFill>
              </a:ln>
              <a:effectLst/>
            </c:spPr>
          </c:marker>
          <c:dLbls>
            <c:numFmt formatCode="[&gt;=999950]0.0,,&quot;M&quot;;[&lt;=-999950]0.0,,&quot;M&quot;;0.0,&quot;K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Jun'24</c:v>
                </c:pt>
                <c:pt idx="1">
                  <c:v>Jul'24</c:v>
                </c:pt>
                <c:pt idx="2">
                  <c:v>Aug'24</c:v>
                </c:pt>
                <c:pt idx="3">
                  <c:v>Sep'24</c:v>
                </c:pt>
                <c:pt idx="4">
                  <c:v>Oct'24</c:v>
                </c:pt>
                <c:pt idx="5">
                  <c:v>Nov'24</c:v>
                </c:pt>
                <c:pt idx="6">
                  <c:v>Dec'24</c:v>
                </c:pt>
                <c:pt idx="7">
                  <c:v>Jan'25</c:v>
                </c:pt>
                <c:pt idx="8">
                  <c:v>Feb'25</c:v>
                </c:pt>
                <c:pt idx="9">
                  <c:v>Mar'25</c:v>
                </c:pt>
                <c:pt idx="10">
                  <c:v>Apr'25</c:v>
                </c:pt>
                <c:pt idx="11">
                  <c:v>May'25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84958</c:v>
                </c:pt>
                <c:pt idx="1">
                  <c:v>26582</c:v>
                </c:pt>
                <c:pt idx="2">
                  <c:v>45209</c:v>
                </c:pt>
                <c:pt idx="3">
                  <c:v>23582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47A-42F5-92E0-86825242B84D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259819144"/>
        <c:axId val="1259817504"/>
      </c:lineChart>
      <c:catAx>
        <c:axId val="125981914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259817504"/>
        <c:crosses val="autoZero"/>
        <c:auto val="1"/>
        <c:lblAlgn val="ctr"/>
        <c:lblOffset val="100"/>
        <c:noMultiLvlLbl val="1"/>
      </c:catAx>
      <c:valAx>
        <c:axId val="125981750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259819144"/>
        <c:crosses val="autoZero"/>
        <c:crossBetween val="between"/>
      </c:valAx>
      <c:spPr>
        <a:pattFill prst="ltDnDiag">
          <a:fgClr>
            <a:schemeClr val="bg1">
              <a:lumMod val="85000"/>
            </a:schemeClr>
          </a:fgClr>
          <a:bgClr>
            <a:schemeClr val="bg1"/>
          </a:bgClr>
        </a:pattFill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solidFill>
        <a:schemeClr val="bg1">
          <a:lumMod val="95000"/>
        </a:schemeClr>
      </a:solidFill>
    </a:ln>
    <a:effectLst/>
  </c:spPr>
  <c:txPr>
    <a:bodyPr/>
    <a:lstStyle/>
    <a:p>
      <a:pPr>
        <a:defRPr sz="1000"/>
      </a:pPr>
      <a:endParaRPr lang="en-US"/>
    </a:p>
  </c:txPr>
  <c:externalData r:id="rId4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2.5164011896435232E-2"/>
          <c:y val="0.12021868268893997"/>
          <c:w val="0.95386597818986874"/>
          <c:h val="0.60599251838777879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Jun'24</c:v>
                </c:pt>
                <c:pt idx="1">
                  <c:v>Jul'24</c:v>
                </c:pt>
                <c:pt idx="2">
                  <c:v>Aug'24</c:v>
                </c:pt>
                <c:pt idx="3">
                  <c:v>Sep'24</c:v>
                </c:pt>
                <c:pt idx="4">
                  <c:v>Oct'24</c:v>
                </c:pt>
                <c:pt idx="5">
                  <c:v>Nov'24</c:v>
                </c:pt>
                <c:pt idx="6">
                  <c:v>Dec'24</c:v>
                </c:pt>
                <c:pt idx="7">
                  <c:v>Jan'25</c:v>
                </c:pt>
                <c:pt idx="8">
                  <c:v>Feb'25</c:v>
                </c:pt>
                <c:pt idx="9">
                  <c:v>Mar'25</c:v>
                </c:pt>
                <c:pt idx="10">
                  <c:v>Apr'25</c:v>
                </c:pt>
                <c:pt idx="11">
                  <c:v>May'25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FD1-46A8-A8D8-5B7FF879911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59819144"/>
        <c:axId val="1259817504"/>
      </c:lineChart>
      <c:catAx>
        <c:axId val="1259819144"/>
        <c:scaling>
          <c:orientation val="minMax"/>
          <c:max val="12"/>
          <c:min val="1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59817504"/>
        <c:crosses val="autoZero"/>
        <c:auto val="1"/>
        <c:lblAlgn val="ctr"/>
        <c:lblOffset val="100"/>
        <c:noMultiLvlLbl val="1"/>
      </c:catAx>
      <c:valAx>
        <c:axId val="125981750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25981914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000"/>
      </a:pPr>
      <a:endParaRPr lang="en-US"/>
    </a:p>
  </c:txPr>
  <c:externalData r:id="rId4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Impressions</c:v>
                </c:pt>
              </c:strCache>
            </c:strRef>
          </c:tx>
          <c:spPr>
            <a:ln w="19050" cap="rnd">
              <a:solidFill>
                <a:schemeClr val="accent2">
                  <a:lumMod val="50000"/>
                </a:schemeClr>
              </a:solidFill>
              <a:round/>
            </a:ln>
            <a:effectLst/>
          </c:spPr>
          <c:marker>
            <c:symbol val="circle"/>
            <c:size val="7"/>
            <c:spPr>
              <a:solidFill>
                <a:schemeClr val="bg1"/>
              </a:solidFill>
              <a:ln w="19050">
                <a:solidFill>
                  <a:schemeClr val="accent2">
                    <a:lumMod val="50000"/>
                  </a:schemeClr>
                </a:solidFill>
              </a:ln>
              <a:effectLst/>
            </c:spPr>
          </c:marker>
          <c:dLbls>
            <c:numFmt formatCode="[&gt;=999950]0.0,,&quot;M&quot;;[&lt;=-999950]0.0,,&quot;M&quot;;0.0,&quot;K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Jun'24</c:v>
                </c:pt>
                <c:pt idx="1">
                  <c:v>Jul'24</c:v>
                </c:pt>
                <c:pt idx="2">
                  <c:v>Aug'24</c:v>
                </c:pt>
                <c:pt idx="3">
                  <c:v>Sep'24</c:v>
                </c:pt>
                <c:pt idx="4">
                  <c:v>Oct'24</c:v>
                </c:pt>
                <c:pt idx="5">
                  <c:v>Nov'24</c:v>
                </c:pt>
                <c:pt idx="6">
                  <c:v>Dec'24</c:v>
                </c:pt>
                <c:pt idx="7">
                  <c:v>Jan'25</c:v>
                </c:pt>
                <c:pt idx="8">
                  <c:v>Feb'25</c:v>
                </c:pt>
                <c:pt idx="9">
                  <c:v>Mar'25</c:v>
                </c:pt>
                <c:pt idx="10">
                  <c:v>Apr'25</c:v>
                </c:pt>
                <c:pt idx="11">
                  <c:v>May'25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461094</c:v>
                </c:pt>
                <c:pt idx="1">
                  <c:v>347616</c:v>
                </c:pt>
                <c:pt idx="2">
                  <c:v>618561</c:v>
                </c:pt>
                <c:pt idx="3">
                  <c:v>268098</c:v>
                </c:pt>
                <c:pt idx="4">
                  <c:v>294304</c:v>
                </c:pt>
                <c:pt idx="5">
                  <c:v>281912</c:v>
                </c:pt>
                <c:pt idx="6">
                  <c:v>308254</c:v>
                </c:pt>
                <c:pt idx="7">
                  <c:v>441093</c:v>
                </c:pt>
                <c:pt idx="8">
                  <c:v>268423</c:v>
                </c:pt>
                <c:pt idx="9">
                  <c:v>205555</c:v>
                </c:pt>
                <c:pt idx="10">
                  <c:v>218916</c:v>
                </c:pt>
                <c:pt idx="11">
                  <c:v>763419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1FD-44F6-A325-CFBE5ED2622B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259819144"/>
        <c:axId val="1259817504"/>
      </c:lineChart>
      <c:catAx>
        <c:axId val="125981914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259817504"/>
        <c:crosses val="autoZero"/>
        <c:auto val="1"/>
        <c:lblAlgn val="ctr"/>
        <c:lblOffset val="100"/>
        <c:noMultiLvlLbl val="1"/>
      </c:catAx>
      <c:valAx>
        <c:axId val="125981750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259819144"/>
        <c:crosses val="autoZero"/>
        <c:crossBetween val="between"/>
      </c:valAx>
      <c:spPr>
        <a:pattFill prst="ltDnDiag">
          <a:fgClr>
            <a:schemeClr val="bg1">
              <a:lumMod val="85000"/>
            </a:schemeClr>
          </a:fgClr>
          <a:bgClr>
            <a:schemeClr val="bg1"/>
          </a:bgClr>
        </a:pattFill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solidFill>
        <a:schemeClr val="bg1">
          <a:lumMod val="95000"/>
        </a:schemeClr>
      </a:solidFill>
    </a:ln>
    <a:effectLst/>
  </c:spPr>
  <c:txPr>
    <a:bodyPr/>
    <a:lstStyle/>
    <a:p>
      <a:pPr>
        <a:defRPr sz="1000"/>
      </a:pPr>
      <a:endParaRPr lang="en-US"/>
    </a:p>
  </c:txPr>
  <c:externalData r:id="rId4">
    <c:autoUpdate val="0"/>
  </c:externalData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Impressions</c:v>
                </c:pt>
              </c:strCache>
            </c:strRef>
          </c:tx>
          <c:spPr>
            <a:ln w="19050" cap="rnd">
              <a:solidFill>
                <a:schemeClr val="accent2">
                  <a:lumMod val="50000"/>
                </a:schemeClr>
              </a:solidFill>
              <a:round/>
            </a:ln>
            <a:effectLst/>
          </c:spPr>
          <c:marker>
            <c:symbol val="circle"/>
            <c:size val="7"/>
            <c:spPr>
              <a:solidFill>
                <a:schemeClr val="bg1"/>
              </a:solidFill>
              <a:ln w="19050">
                <a:solidFill>
                  <a:schemeClr val="accent2">
                    <a:lumMod val="50000"/>
                  </a:schemeClr>
                </a:solidFill>
              </a:ln>
              <a:effectLst/>
            </c:spPr>
          </c:marker>
          <c:dLbls>
            <c:numFmt formatCode="[&gt;=999950]0.0,,&quot;M&quot;;[&lt;=-999950]0.0,,&quot;M&quot;;0.0,&quot;K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Jun'24</c:v>
                </c:pt>
                <c:pt idx="1">
                  <c:v>Jul'24</c:v>
                </c:pt>
                <c:pt idx="2">
                  <c:v>Aug'24</c:v>
                </c:pt>
                <c:pt idx="3">
                  <c:v>Sep'24</c:v>
                </c:pt>
                <c:pt idx="4">
                  <c:v>Oct'24</c:v>
                </c:pt>
                <c:pt idx="5">
                  <c:v>Nov'24</c:v>
                </c:pt>
                <c:pt idx="6">
                  <c:v>Dec'24</c:v>
                </c:pt>
                <c:pt idx="7">
                  <c:v>Jan'25</c:v>
                </c:pt>
                <c:pt idx="8">
                  <c:v>Feb'25</c:v>
                </c:pt>
                <c:pt idx="9">
                  <c:v>Mar'25</c:v>
                </c:pt>
                <c:pt idx="10">
                  <c:v>Apr'25</c:v>
                </c:pt>
                <c:pt idx="11">
                  <c:v>May'25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7806</c:v>
                </c:pt>
                <c:pt idx="1">
                  <c:v>6856</c:v>
                </c:pt>
                <c:pt idx="2">
                  <c:v>9232</c:v>
                </c:pt>
                <c:pt idx="3">
                  <c:v>7618</c:v>
                </c:pt>
                <c:pt idx="4">
                  <c:v>14645</c:v>
                </c:pt>
                <c:pt idx="5">
                  <c:v>15823</c:v>
                </c:pt>
                <c:pt idx="6">
                  <c:v>16587</c:v>
                </c:pt>
                <c:pt idx="7">
                  <c:v>19756</c:v>
                </c:pt>
                <c:pt idx="8">
                  <c:v>18995</c:v>
                </c:pt>
                <c:pt idx="9">
                  <c:v>12361</c:v>
                </c:pt>
                <c:pt idx="10">
                  <c:v>12019</c:v>
                </c:pt>
                <c:pt idx="11">
                  <c:v>27939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684-47A0-BEBC-353C2CFEABA3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259819144"/>
        <c:axId val="1259817504"/>
      </c:lineChart>
      <c:catAx>
        <c:axId val="125981914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259817504"/>
        <c:crosses val="autoZero"/>
        <c:auto val="1"/>
        <c:lblAlgn val="ctr"/>
        <c:lblOffset val="100"/>
        <c:noMultiLvlLbl val="1"/>
      </c:catAx>
      <c:valAx>
        <c:axId val="125981750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259819144"/>
        <c:crosses val="autoZero"/>
        <c:crossBetween val="between"/>
      </c:valAx>
      <c:spPr>
        <a:pattFill prst="ltDnDiag">
          <a:fgClr>
            <a:schemeClr val="bg1">
              <a:lumMod val="85000"/>
            </a:schemeClr>
          </a:fgClr>
          <a:bgClr>
            <a:schemeClr val="bg1"/>
          </a:bgClr>
        </a:pattFill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solidFill>
        <a:schemeClr val="bg1">
          <a:lumMod val="95000"/>
        </a:schemeClr>
      </a:solidFill>
    </a:ln>
    <a:effectLst/>
  </c:spPr>
  <c:txPr>
    <a:bodyPr/>
    <a:lstStyle/>
    <a:p>
      <a:pPr>
        <a:defRPr sz="1000"/>
      </a:pPr>
      <a:endParaRPr lang="en-US"/>
    </a:p>
  </c:txPr>
  <c:externalData r:id="rId4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Impressions</c:v>
                </c:pt>
              </c:strCache>
            </c:strRef>
          </c:tx>
          <c:spPr>
            <a:ln w="19050" cap="rnd">
              <a:solidFill>
                <a:schemeClr val="accent2">
                  <a:lumMod val="50000"/>
                </a:schemeClr>
              </a:solidFill>
              <a:round/>
            </a:ln>
            <a:effectLst/>
          </c:spPr>
          <c:marker>
            <c:symbol val="circle"/>
            <c:size val="7"/>
            <c:spPr>
              <a:solidFill>
                <a:schemeClr val="bg1"/>
              </a:solidFill>
              <a:ln w="19050">
                <a:solidFill>
                  <a:schemeClr val="accent2">
                    <a:lumMod val="50000"/>
                  </a:schemeClr>
                </a:solidFill>
              </a:ln>
              <a:effectLst/>
            </c:spPr>
          </c:marker>
          <c:dLbls>
            <c:dLbl>
              <c:idx val="11"/>
              <c:tx>
                <c:rich>
                  <a:bodyPr/>
                  <a:lstStyle/>
                  <a:p>
                    <a:fld id="{F4387141-60E0-4638-A363-8B7CAFB30457}" type="VALUE">
                      <a:rPr lang="en-US" sz="900" b="0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a:pPr/>
                      <a:t>[VALUE]</a:t>
                    </a:fld>
                    <a:endParaRPr lang="en-US"/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6BEE-41FD-B795-75254E9E9AE1}"/>
                </c:ext>
              </c:extLst>
            </c:dLbl>
            <c:numFmt formatCode="#0.0,\K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Jun'24</c:v>
                </c:pt>
                <c:pt idx="1">
                  <c:v>Jul'24</c:v>
                </c:pt>
                <c:pt idx="2">
                  <c:v>Aug'24</c:v>
                </c:pt>
                <c:pt idx="3">
                  <c:v>Sep'24</c:v>
                </c:pt>
                <c:pt idx="4">
                  <c:v>Oct'24</c:v>
                </c:pt>
                <c:pt idx="5">
                  <c:v>Nov'24</c:v>
                </c:pt>
                <c:pt idx="6">
                  <c:v>Dec'24</c:v>
                </c:pt>
                <c:pt idx="7">
                  <c:v>Jan'25</c:v>
                </c:pt>
                <c:pt idx="8">
                  <c:v>Feb'25</c:v>
                </c:pt>
                <c:pt idx="9">
                  <c:v>Mar'25</c:v>
                </c:pt>
                <c:pt idx="10">
                  <c:v>Apr'25</c:v>
                </c:pt>
                <c:pt idx="11">
                  <c:v>May'25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103718</c:v>
                </c:pt>
                <c:pt idx="1">
                  <c:v>109771</c:v>
                </c:pt>
                <c:pt idx="2">
                  <c:v>134024</c:v>
                </c:pt>
                <c:pt idx="3">
                  <c:v>95763</c:v>
                </c:pt>
                <c:pt idx="4">
                  <c:v>104552</c:v>
                </c:pt>
                <c:pt idx="5">
                  <c:v>111358</c:v>
                </c:pt>
                <c:pt idx="6">
                  <c:v>98858</c:v>
                </c:pt>
                <c:pt idx="7">
                  <c:v>75408</c:v>
                </c:pt>
                <c:pt idx="8">
                  <c:v>98677</c:v>
                </c:pt>
                <c:pt idx="9">
                  <c:v>84387</c:v>
                </c:pt>
                <c:pt idx="10">
                  <c:v>127810</c:v>
                </c:pt>
                <c:pt idx="11">
                  <c:v>168646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BEE-41FD-B795-75254E9E9AE1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259819144"/>
        <c:axId val="1259817504"/>
      </c:lineChart>
      <c:catAx>
        <c:axId val="125981914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259817504"/>
        <c:crosses val="autoZero"/>
        <c:auto val="1"/>
        <c:lblAlgn val="ctr"/>
        <c:lblOffset val="100"/>
        <c:noMultiLvlLbl val="1"/>
      </c:catAx>
      <c:valAx>
        <c:axId val="125981750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259819144"/>
        <c:crosses val="autoZero"/>
        <c:crossBetween val="between"/>
      </c:valAx>
      <c:spPr>
        <a:pattFill prst="ltDnDiag">
          <a:fgClr>
            <a:schemeClr val="bg1">
              <a:lumMod val="85000"/>
            </a:schemeClr>
          </a:fgClr>
          <a:bgClr>
            <a:schemeClr val="bg1"/>
          </a:bgClr>
        </a:pattFill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solidFill>
        <a:schemeClr val="bg1">
          <a:lumMod val="95000"/>
        </a:schemeClr>
      </a:solidFill>
    </a:ln>
    <a:effectLst/>
  </c:spPr>
  <c:txPr>
    <a:bodyPr/>
    <a:lstStyle/>
    <a:p>
      <a:pPr>
        <a:defRPr sz="1000"/>
      </a:pPr>
      <a:endParaRPr lang="en-US"/>
    </a:p>
  </c:txPr>
  <c:externalData r:id="rId4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9.0509447012634164E-2"/>
          <c:y val="3.7179242214517738E-2"/>
          <c:w val="0.87931460020003682"/>
          <c:h val="0.77094100482318684"/>
        </c:manualLayout>
      </c:layout>
      <c:scatterChart>
        <c:scatterStyle val="smoothMarker"/>
        <c:varyColors val="0"/>
        <c:ser>
          <c:idx val="1"/>
          <c:order val="0"/>
          <c:tx>
            <c:strRef>
              <c:f>Sheet1!$B$1</c:f>
              <c:strCache>
                <c:ptCount val="1"/>
                <c:pt idx="0">
                  <c:v>Power Curve (0.6)</c:v>
                </c:pt>
              </c:strCache>
            </c:strRef>
          </c:tx>
          <c:spPr>
            <a:ln w="19050">
              <a:solidFill>
                <a:srgbClr val="002060"/>
              </a:solidFill>
            </a:ln>
          </c:spPr>
          <c:marker>
            <c:symbol val="none"/>
          </c:marker>
          <c:xVal>
            <c:numRef>
              <c:f>Sheet1!$A$2:$A$26</c:f>
              <c:numCache>
                <c:formatCode>General</c:formatCode>
                <c:ptCount val="25"/>
                <c:pt idx="0">
                  <c:v>0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10</c:v>
                </c:pt>
                <c:pt idx="6">
                  <c:v>12</c:v>
                </c:pt>
                <c:pt idx="7">
                  <c:v>14</c:v>
                </c:pt>
                <c:pt idx="8">
                  <c:v>16</c:v>
                </c:pt>
                <c:pt idx="9">
                  <c:v>18</c:v>
                </c:pt>
                <c:pt idx="10">
                  <c:v>20</c:v>
                </c:pt>
                <c:pt idx="11">
                  <c:v>22</c:v>
                </c:pt>
                <c:pt idx="12">
                  <c:v>24</c:v>
                </c:pt>
                <c:pt idx="13">
                  <c:v>26</c:v>
                </c:pt>
                <c:pt idx="14">
                  <c:v>28</c:v>
                </c:pt>
                <c:pt idx="15">
                  <c:v>30</c:v>
                </c:pt>
                <c:pt idx="16">
                  <c:v>32</c:v>
                </c:pt>
                <c:pt idx="17">
                  <c:v>34</c:v>
                </c:pt>
                <c:pt idx="18">
                  <c:v>36</c:v>
                </c:pt>
                <c:pt idx="19">
                  <c:v>38</c:v>
                </c:pt>
                <c:pt idx="20">
                  <c:v>40</c:v>
                </c:pt>
                <c:pt idx="21">
                  <c:v>42</c:v>
                </c:pt>
                <c:pt idx="22">
                  <c:v>44</c:v>
                </c:pt>
                <c:pt idx="23">
                  <c:v>46</c:v>
                </c:pt>
                <c:pt idx="24">
                  <c:v>48</c:v>
                </c:pt>
              </c:numCache>
            </c:numRef>
          </c:xVal>
          <c:yVal>
            <c:numRef>
              <c:f>Sheet1!$B$2:$B$26</c:f>
              <c:numCache>
                <c:formatCode>#,##0.00</c:formatCode>
                <c:ptCount val="25"/>
                <c:pt idx="0">
                  <c:v>0</c:v>
                </c:pt>
                <c:pt idx="1">
                  <c:v>14.855020483050025</c:v>
                </c:pt>
                <c:pt idx="2">
                  <c:v>22.516000642010219</c:v>
                </c:pt>
                <c:pt idx="3">
                  <c:v>28.717458874925867</c:v>
                </c:pt>
                <c:pt idx="4">
                  <c:v>34.127875184653647</c:v>
                </c:pt>
                <c:pt idx="5">
                  <c:v>39.017124333718371</c:v>
                </c:pt>
                <c:pt idx="6">
                  <c:v>43.527528164806192</c:v>
                </c:pt>
                <c:pt idx="7">
                  <c:v>47.745459682017824</c:v>
                </c:pt>
                <c:pt idx="8">
                  <c:v>51.728185797178639</c:v>
                </c:pt>
                <c:pt idx="9">
                  <c:v>55.516075873072978</c:v>
                </c:pt>
                <c:pt idx="10">
                  <c:v>59.138901730212901</c:v>
                </c:pt>
                <c:pt idx="11">
                  <c:v>62.619394815696992</c:v>
                </c:pt>
                <c:pt idx="12">
                  <c:v>65.975395538644705</c:v>
                </c:pt>
                <c:pt idx="13">
                  <c:v>69.221222716274099</c:v>
                </c:pt>
                <c:pt idx="14">
                  <c:v>72.368584215688685</c:v>
                </c:pt>
                <c:pt idx="15">
                  <c:v>75.427204206814523</c:v>
                </c:pt>
                <c:pt idx="16">
                  <c:v>78.405268168311537</c:v>
                </c:pt>
                <c:pt idx="17">
                  <c:v>81.309746637890541</c:v>
                </c:pt>
                <c:pt idx="18">
                  <c:v>84.146635908464916</c:v>
                </c:pt>
                <c:pt idx="19">
                  <c:v>86.921140388403032</c:v>
                </c:pt>
                <c:pt idx="20">
                  <c:v>89.637813077714128</c:v>
                </c:pt>
                <c:pt idx="21">
                  <c:v>92.300665384290241</c:v>
                </c:pt>
                <c:pt idx="22">
                  <c:v>94.913254107007248</c:v>
                </c:pt>
                <c:pt idx="23">
                  <c:v>97.478751150759479</c:v>
                </c:pt>
                <c:pt idx="24">
                  <c:v>100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4167-4408-9BF3-8BB39EB88DFA}"/>
            </c:ext>
          </c:extLst>
        </c:ser>
        <c:ser>
          <c:idx val="2"/>
          <c:order val="3"/>
          <c:tx>
            <c:strRef>
              <c:f>Sheet1!$E$1</c:f>
              <c:strCache>
                <c:ptCount val="1"/>
                <c:pt idx="0">
                  <c:v>Standard Exponential Curve</c:v>
                </c:pt>
              </c:strCache>
            </c:strRef>
          </c:tx>
          <c:spPr>
            <a:ln w="19050">
              <a:solidFill>
                <a:schemeClr val="accent2">
                  <a:lumMod val="75000"/>
                </a:schemeClr>
              </a:solidFill>
              <a:prstDash val="sysDot"/>
            </a:ln>
          </c:spPr>
          <c:marker>
            <c:symbol val="none"/>
          </c:marker>
          <c:xVal>
            <c:numRef>
              <c:f>Sheet1!$A$2:$A$26</c:f>
              <c:numCache>
                <c:formatCode>General</c:formatCode>
                <c:ptCount val="25"/>
                <c:pt idx="0">
                  <c:v>0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10</c:v>
                </c:pt>
                <c:pt idx="6">
                  <c:v>12</c:v>
                </c:pt>
                <c:pt idx="7">
                  <c:v>14</c:v>
                </c:pt>
                <c:pt idx="8">
                  <c:v>16</c:v>
                </c:pt>
                <c:pt idx="9">
                  <c:v>18</c:v>
                </c:pt>
                <c:pt idx="10">
                  <c:v>20</c:v>
                </c:pt>
                <c:pt idx="11">
                  <c:v>22</c:v>
                </c:pt>
                <c:pt idx="12">
                  <c:v>24</c:v>
                </c:pt>
                <c:pt idx="13">
                  <c:v>26</c:v>
                </c:pt>
                <c:pt idx="14">
                  <c:v>28</c:v>
                </c:pt>
                <c:pt idx="15">
                  <c:v>30</c:v>
                </c:pt>
                <c:pt idx="16">
                  <c:v>32</c:v>
                </c:pt>
                <c:pt idx="17">
                  <c:v>34</c:v>
                </c:pt>
                <c:pt idx="18">
                  <c:v>36</c:v>
                </c:pt>
                <c:pt idx="19">
                  <c:v>38</c:v>
                </c:pt>
                <c:pt idx="20">
                  <c:v>40</c:v>
                </c:pt>
                <c:pt idx="21">
                  <c:v>42</c:v>
                </c:pt>
                <c:pt idx="22">
                  <c:v>44</c:v>
                </c:pt>
                <c:pt idx="23">
                  <c:v>46</c:v>
                </c:pt>
                <c:pt idx="24">
                  <c:v>48</c:v>
                </c:pt>
              </c:numCache>
            </c:numRef>
          </c:xVal>
          <c:yVal>
            <c:numRef>
              <c:f>Sheet1!$E$2:$E$26</c:f>
              <c:numCache>
                <c:formatCode>#,##0.00</c:formatCode>
                <c:ptCount val="25"/>
                <c:pt idx="0">
                  <c:v>0</c:v>
                </c:pt>
                <c:pt idx="1">
                  <c:v>11.734615615494871</c:v>
                </c:pt>
                <c:pt idx="2">
                  <c:v>22.092219194555586</c:v>
                </c:pt>
                <c:pt idx="3">
                  <c:v>31.234397806636782</c:v>
                </c:pt>
                <c:pt idx="4">
                  <c:v>39.303776899708268</c:v>
                </c:pt>
                <c:pt idx="5">
                  <c:v>46.426245373650708</c:v>
                </c:pt>
                <c:pt idx="6">
                  <c:v>52.712919549841196</c:v>
                </c:pt>
                <c:pt idx="7">
                  <c:v>58.261876676457156</c:v>
                </c:pt>
                <c:pt idx="8">
                  <c:v>63.159685013596125</c:v>
                </c:pt>
                <c:pt idx="9">
                  <c:v>67.482754368788164</c:v>
                </c:pt>
                <c:pt idx="10">
                  <c:v>71.298528152357179</c:v>
                </c:pt>
                <c:pt idx="11">
                  <c:v>74.666535549667529</c:v>
                </c:pt>
                <c:pt idx="12">
                  <c:v>77.639320225002095</c:v>
                </c:pt>
                <c:pt idx="13">
                  <c:v>80.263260045609798</c:v>
                </c:pt>
                <c:pt idx="14">
                  <c:v>82.579290614287288</c:v>
                </c:pt>
                <c:pt idx="15">
                  <c:v>84.623543898193105</c:v>
                </c:pt>
                <c:pt idx="16">
                  <c:v>86.427911917025455</c:v>
                </c:pt>
                <c:pt idx="17">
                  <c:v>88.020544284558909</c:v>
                </c:pt>
                <c:pt idx="18">
                  <c:v>89.426287365594348</c:v>
                </c:pt>
                <c:pt idx="19">
                  <c:v>90.667071899528878</c:v>
                </c:pt>
                <c:pt idx="20">
                  <c:v>91.762255137789666</c:v>
                </c:pt>
                <c:pt idx="21">
                  <c:v>92.728922832755217</c:v>
                </c:pt>
                <c:pt idx="22">
                  <c:v>93.582155789437422</c:v>
                </c:pt>
                <c:pt idx="23">
                  <c:v>94.33526513834822</c:v>
                </c:pt>
                <c:pt idx="24">
                  <c:v>95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4167-4408-9BF3-8BB39EB88DFA}"/>
            </c:ext>
          </c:extLst>
        </c:ser>
        <c:ser>
          <c:idx val="3"/>
          <c:order val="4"/>
          <c:tx>
            <c:strRef>
              <c:f>Sheet1!$F$1</c:f>
              <c:strCache>
                <c:ptCount val="1"/>
                <c:pt idx="0">
                  <c:v>Standard Log Curve</c:v>
                </c:pt>
              </c:strCache>
            </c:strRef>
          </c:tx>
          <c:spPr>
            <a:ln w="19050">
              <a:solidFill>
                <a:schemeClr val="accent4"/>
              </a:solidFill>
              <a:prstDash val="sysDash"/>
            </a:ln>
          </c:spPr>
          <c:marker>
            <c:symbol val="none"/>
          </c:marker>
          <c:xVal>
            <c:numRef>
              <c:f>Sheet1!$A$2:$A$26</c:f>
              <c:numCache>
                <c:formatCode>General</c:formatCode>
                <c:ptCount val="25"/>
                <c:pt idx="0">
                  <c:v>0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10</c:v>
                </c:pt>
                <c:pt idx="6">
                  <c:v>12</c:v>
                </c:pt>
                <c:pt idx="7">
                  <c:v>14</c:v>
                </c:pt>
                <c:pt idx="8">
                  <c:v>16</c:v>
                </c:pt>
                <c:pt idx="9">
                  <c:v>18</c:v>
                </c:pt>
                <c:pt idx="10">
                  <c:v>20</c:v>
                </c:pt>
                <c:pt idx="11">
                  <c:v>22</c:v>
                </c:pt>
                <c:pt idx="12">
                  <c:v>24</c:v>
                </c:pt>
                <c:pt idx="13">
                  <c:v>26</c:v>
                </c:pt>
                <c:pt idx="14">
                  <c:v>28</c:v>
                </c:pt>
                <c:pt idx="15">
                  <c:v>30</c:v>
                </c:pt>
                <c:pt idx="16">
                  <c:v>32</c:v>
                </c:pt>
                <c:pt idx="17">
                  <c:v>34</c:v>
                </c:pt>
                <c:pt idx="18">
                  <c:v>36</c:v>
                </c:pt>
                <c:pt idx="19">
                  <c:v>38</c:v>
                </c:pt>
                <c:pt idx="20">
                  <c:v>40</c:v>
                </c:pt>
                <c:pt idx="21">
                  <c:v>42</c:v>
                </c:pt>
                <c:pt idx="22">
                  <c:v>44</c:v>
                </c:pt>
                <c:pt idx="23">
                  <c:v>46</c:v>
                </c:pt>
                <c:pt idx="24">
                  <c:v>48</c:v>
                </c:pt>
              </c:numCache>
            </c:numRef>
          </c:xVal>
          <c:yVal>
            <c:numRef>
              <c:f>Sheet1!$F$2:$F$26</c:f>
              <c:numCache>
                <c:formatCode>#,##0.00</c:formatCode>
                <c:ptCount val="25"/>
                <c:pt idx="0">
                  <c:v>0</c:v>
                </c:pt>
                <c:pt idx="1">
                  <c:v>28.228751702678984</c:v>
                </c:pt>
                <c:pt idx="2">
                  <c:v>41.354373767345805</c:v>
                </c:pt>
                <c:pt idx="3">
                  <c:v>50</c:v>
                </c:pt>
                <c:pt idx="4">
                  <c:v>56.457503405357969</c:v>
                </c:pt>
                <c:pt idx="5">
                  <c:v>61.613720293367194</c:v>
                </c:pt>
                <c:pt idx="6">
                  <c:v>65.906161153092043</c:v>
                </c:pt>
                <c:pt idx="7">
                  <c:v>69.583125470024783</c:v>
                </c:pt>
                <c:pt idx="8">
                  <c:v>72.799182054517388</c:v>
                </c:pt>
                <c:pt idx="9">
                  <c:v>75.657115530125736</c:v>
                </c:pt>
                <c:pt idx="10">
                  <c:v>78.228751702678991</c:v>
                </c:pt>
                <c:pt idx="11">
                  <c:v>80.566264003796562</c:v>
                </c:pt>
                <c:pt idx="12">
                  <c:v>82.708747534691611</c:v>
                </c:pt>
                <c:pt idx="13">
                  <c:v>84.686255108036946</c:v>
                </c:pt>
                <c:pt idx="14">
                  <c:v>86.52238726493114</c:v>
                </c:pt>
                <c:pt idx="15">
                  <c:v>88.236016605192546</c:v>
                </c:pt>
                <c:pt idx="16">
                  <c:v>89.842471996046172</c:v>
                </c:pt>
                <c:pt idx="17">
                  <c:v>91.354373767345805</c:v>
                </c:pt>
                <c:pt idx="18">
                  <c:v>92.782236487055357</c:v>
                </c:pt>
                <c:pt idx="19">
                  <c:v>94.13491285577102</c:v>
                </c:pt>
                <c:pt idx="20">
                  <c:v>95.41992646749766</c:v>
                </c:pt>
                <c:pt idx="21">
                  <c:v>96.643725238791816</c:v>
                </c:pt>
                <c:pt idx="22">
                  <c:v>97.81187717270376</c:v>
                </c:pt>
                <c:pt idx="23">
                  <c:v>98.929223519883507</c:v>
                </c:pt>
                <c:pt idx="24">
                  <c:v>100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4167-4408-9BF3-8BB39EB88DF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66298112"/>
        <c:axId val="266300032"/>
        <c:extLst>
          <c:ext xmlns:c15="http://schemas.microsoft.com/office/drawing/2012/chart" uri="{02D57815-91ED-43cb-92C2-25804820EDAC}">
            <c15:filteredScatterSeries>
              <c15:ser>
                <c:idx val="4"/>
                <c:order val="1"/>
                <c:tx>
                  <c:strRef>
                    <c:extLst>
                      <c:ext uri="{02D57815-91ED-43cb-92C2-25804820EDAC}">
                        <c15:formulaRef>
                          <c15:sqref>Sheet1!$C$1</c15:sqref>
                        </c15:formulaRef>
                      </c:ext>
                    </c:extLst>
                    <c:strCache>
                      <c:ptCount val="1"/>
                      <c:pt idx="0">
                        <c:v>BEV analog curve</c:v>
                      </c:pt>
                    </c:strCache>
                  </c:strRef>
                </c:tx>
                <c:marker>
                  <c:symbol val="none"/>
                </c:marker>
                <c:xVal>
                  <c:numRef>
                    <c:extLst>
                      <c:ext uri="{02D57815-91ED-43cb-92C2-25804820EDAC}">
                        <c15:formulaRef>
                          <c15:sqref>Sheet1!$A$2:$A$26</c15:sqref>
                        </c15:formulaRef>
                      </c:ext>
                    </c:extLst>
                    <c:numCache>
                      <c:formatCode>General</c:formatCode>
                      <c:ptCount val="25"/>
                      <c:pt idx="0">
                        <c:v>0</c:v>
                      </c:pt>
                      <c:pt idx="1">
                        <c:v>2</c:v>
                      </c:pt>
                      <c:pt idx="2">
                        <c:v>4</c:v>
                      </c:pt>
                      <c:pt idx="3">
                        <c:v>6</c:v>
                      </c:pt>
                      <c:pt idx="4">
                        <c:v>8</c:v>
                      </c:pt>
                      <c:pt idx="5">
                        <c:v>10</c:v>
                      </c:pt>
                      <c:pt idx="6">
                        <c:v>12</c:v>
                      </c:pt>
                      <c:pt idx="7">
                        <c:v>14</c:v>
                      </c:pt>
                      <c:pt idx="8">
                        <c:v>16</c:v>
                      </c:pt>
                      <c:pt idx="9">
                        <c:v>18</c:v>
                      </c:pt>
                      <c:pt idx="10">
                        <c:v>20</c:v>
                      </c:pt>
                      <c:pt idx="11">
                        <c:v>22</c:v>
                      </c:pt>
                      <c:pt idx="12">
                        <c:v>24</c:v>
                      </c:pt>
                      <c:pt idx="13">
                        <c:v>26</c:v>
                      </c:pt>
                      <c:pt idx="14">
                        <c:v>28</c:v>
                      </c:pt>
                      <c:pt idx="15">
                        <c:v>30</c:v>
                      </c:pt>
                      <c:pt idx="16">
                        <c:v>32</c:v>
                      </c:pt>
                      <c:pt idx="17">
                        <c:v>34</c:v>
                      </c:pt>
                      <c:pt idx="18">
                        <c:v>36</c:v>
                      </c:pt>
                      <c:pt idx="19">
                        <c:v>38</c:v>
                      </c:pt>
                      <c:pt idx="20">
                        <c:v>40</c:v>
                      </c:pt>
                      <c:pt idx="21">
                        <c:v>42</c:v>
                      </c:pt>
                      <c:pt idx="22">
                        <c:v>44</c:v>
                      </c:pt>
                      <c:pt idx="23">
                        <c:v>46</c:v>
                      </c:pt>
                      <c:pt idx="24">
                        <c:v>48</c:v>
                      </c:pt>
                    </c:numCache>
                  </c:numRef>
                </c:xVal>
                <c:yVal>
                  <c:numRef>
                    <c:extLst>
                      <c:ext uri="{02D57815-91ED-43cb-92C2-25804820EDAC}">
                        <c15:formulaRef>
                          <c15:sqref>Sheet1!$C$2:$C$26</c15:sqref>
                        </c15:formulaRef>
                      </c:ext>
                    </c:extLst>
                    <c:numCache>
                      <c:formatCode>#,##0.00</c:formatCode>
                      <c:ptCount val="25"/>
                      <c:pt idx="0">
                        <c:v>0</c:v>
                      </c:pt>
                      <c:pt idx="1">
                        <c:v>12.435920684992984</c:v>
                      </c:pt>
                      <c:pt idx="2">
                        <c:v>23.325320137151618</c:v>
                      </c:pt>
                      <c:pt idx="3">
                        <c:v>32.86052251036773</c:v>
                      </c:pt>
                      <c:pt idx="4">
                        <c:v>41.20993467929712</c:v>
                      </c:pt>
                      <c:pt idx="5">
                        <c:v>48.521020573235305</c:v>
                      </c:pt>
                      <c:pt idx="6">
                        <c:v>54.922905624191621</c:v>
                      </c:pt>
                      <c:pt idx="7">
                        <c:v>60.528657327866583</c:v>
                      </c:pt>
                      <c:pt idx="8">
                        <c:v>65.437282195874886</c:v>
                      </c:pt>
                      <c:pt idx="9">
                        <c:v>69.735474368573833</c:v>
                      </c:pt>
                      <c:pt idx="10">
                        <c:v>73.499146771787366</c:v>
                      </c:pt>
                      <c:pt idx="11">
                        <c:v>76.794771860094286</c:v>
                      </c:pt>
                      <c:pt idx="12">
                        <c:v>79.680555626344642</c:v>
                      </c:pt>
                      <c:pt idx="13">
                        <c:v>82.207465612283698</c:v>
                      </c:pt>
                      <c:pt idx="14">
                        <c:v>84.420131076590195</c:v>
                      </c:pt>
                      <c:pt idx="15">
                        <c:v>86.357631218731314</c:v>
                      </c:pt>
                      <c:pt idx="16">
                        <c:v>88.054185379924135</c:v>
                      </c:pt>
                      <c:pt idx="17">
                        <c:v>89.539757411253063</c:v>
                      </c:pt>
                      <c:pt idx="18">
                        <c:v>90.840584883047498</c:v>
                      </c:pt>
                      <c:pt idx="19">
                        <c:v>91.979642482200958</c:v>
                      </c:pt>
                      <c:pt idx="20">
                        <c:v>92.977047781767325</c:v>
                      </c:pt>
                      <c:pt idx="21">
                        <c:v>93.850416549371701</c:v>
                      </c:pt>
                      <c:pt idx="22">
                        <c:v>94.615173869749285</c:v>
                      </c:pt>
                      <c:pt idx="23">
                        <c:v>95.284826576332037</c:v>
                      </c:pt>
                      <c:pt idx="24">
                        <c:v>95.871201803459257</c:v>
                      </c:pt>
                    </c:numCache>
                  </c:numRef>
                </c:yVal>
                <c:smooth val="1"/>
                <c:extLst>
                  <c:ext xmlns:c16="http://schemas.microsoft.com/office/drawing/2014/chart" uri="{C3380CC4-5D6E-409C-BE32-E72D297353CC}">
                    <c16:uniqueId val="{00000003-4167-4408-9BF3-8BB39EB88DFA}"/>
                  </c:ext>
                </c:extLst>
              </c15:ser>
            </c15:filteredScatterSeries>
            <c15:filteredScatterSeries>
              <c15:ser>
                <c:idx val="0"/>
                <c:order val="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Sheet1!$D$1</c15:sqref>
                        </c15:formulaRef>
                      </c:ext>
                    </c:extLst>
                    <c:strCache>
                      <c:ptCount val="1"/>
                      <c:pt idx="0">
                        <c:v>BEV measured curve</c:v>
                      </c:pt>
                    </c:strCache>
                  </c:strRef>
                </c:tx>
                <c:marker>
                  <c:symbol val="none"/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Sheet1!$A$2:$A$26</c15:sqref>
                        </c15:formulaRef>
                      </c:ext>
                    </c:extLst>
                    <c:numCache>
                      <c:formatCode>General</c:formatCode>
                      <c:ptCount val="25"/>
                      <c:pt idx="0">
                        <c:v>0</c:v>
                      </c:pt>
                      <c:pt idx="1">
                        <c:v>2</c:v>
                      </c:pt>
                      <c:pt idx="2">
                        <c:v>4</c:v>
                      </c:pt>
                      <c:pt idx="3">
                        <c:v>6</c:v>
                      </c:pt>
                      <c:pt idx="4">
                        <c:v>8</c:v>
                      </c:pt>
                      <c:pt idx="5">
                        <c:v>10</c:v>
                      </c:pt>
                      <c:pt idx="6">
                        <c:v>12</c:v>
                      </c:pt>
                      <c:pt idx="7">
                        <c:v>14</c:v>
                      </c:pt>
                      <c:pt idx="8">
                        <c:v>16</c:v>
                      </c:pt>
                      <c:pt idx="9">
                        <c:v>18</c:v>
                      </c:pt>
                      <c:pt idx="10">
                        <c:v>20</c:v>
                      </c:pt>
                      <c:pt idx="11">
                        <c:v>22</c:v>
                      </c:pt>
                      <c:pt idx="12">
                        <c:v>24</c:v>
                      </c:pt>
                      <c:pt idx="13">
                        <c:v>26</c:v>
                      </c:pt>
                      <c:pt idx="14">
                        <c:v>28</c:v>
                      </c:pt>
                      <c:pt idx="15">
                        <c:v>30</c:v>
                      </c:pt>
                      <c:pt idx="16">
                        <c:v>32</c:v>
                      </c:pt>
                      <c:pt idx="17">
                        <c:v>34</c:v>
                      </c:pt>
                      <c:pt idx="18">
                        <c:v>36</c:v>
                      </c:pt>
                      <c:pt idx="19">
                        <c:v>38</c:v>
                      </c:pt>
                      <c:pt idx="20">
                        <c:v>40</c:v>
                      </c:pt>
                      <c:pt idx="21">
                        <c:v>42</c:v>
                      </c:pt>
                      <c:pt idx="22">
                        <c:v>44</c:v>
                      </c:pt>
                      <c:pt idx="23">
                        <c:v>46</c:v>
                      </c:pt>
                      <c:pt idx="24">
                        <c:v>48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Sheet1!$D$2:$D$26</c15:sqref>
                        </c15:formulaRef>
                      </c:ext>
                    </c:extLst>
                    <c:numCache>
                      <c:formatCode>#,##0.00</c:formatCode>
                      <c:ptCount val="25"/>
                      <c:pt idx="0">
                        <c:v>0</c:v>
                      </c:pt>
                      <c:pt idx="1">
                        <c:v>11.307956328284252</c:v>
                      </c:pt>
                      <c:pt idx="2">
                        <c:v>21.337213893344654</c:v>
                      </c:pt>
                      <c:pt idx="3">
                        <c:v>30.232367392896897</c:v>
                      </c:pt>
                      <c:pt idx="4">
                        <c:v>38.121660819385916</c:v>
                      </c:pt>
                      <c:pt idx="5">
                        <c:v>45.118836390597359</c:v>
                      </c:pt>
                      <c:pt idx="6">
                        <c:v>51.324774404002824</c:v>
                      </c:pt>
                      <c:pt idx="7">
                        <c:v>56.82894765709203</c:v>
                      </c:pt>
                      <c:pt idx="8">
                        <c:v>61.710711402488791</c:v>
                      </c:pt>
                      <c:pt idx="9">
                        <c:v>66.040447435506096</c:v>
                      </c:pt>
                      <c:pt idx="10">
                        <c:v>69.880578808779774</c:v>
                      </c:pt>
                      <c:pt idx="11">
                        <c:v>73.28646980341496</c:v>
                      </c:pt>
                      <c:pt idx="12">
                        <c:v>76.307224131787819</c:v>
                      </c:pt>
                      <c:pt idx="13">
                        <c:v>78.986392879923528</c:v>
                      </c:pt>
                      <c:pt idx="14">
                        <c:v>81.362602396059003</c:v>
                      </c:pt>
                      <c:pt idx="15">
                        <c:v>83.470111177841346</c:v>
                      </c:pt>
                      <c:pt idx="16">
                        <c:v>85.339303786964976</c:v>
                      </c:pt>
                      <c:pt idx="17">
                        <c:v>86.997128912157407</c:v>
                      </c:pt>
                      <c:pt idx="18">
                        <c:v>88.467487896193759</c:v>
                      </c:pt>
                      <c:pt idx="19">
                        <c:v>89.771579328446251</c:v>
                      </c:pt>
                      <c:pt idx="20">
                        <c:v>90.928204671058751</c:v>
                      </c:pt>
                      <c:pt idx="21">
                        <c:v>91.95403932504675</c:v>
                      </c:pt>
                      <c:pt idx="22">
                        <c:v>92.863873044361384</c:v>
                      </c:pt>
                      <c:pt idx="23">
                        <c:v>93.670823164035923</c:v>
                      </c:pt>
                      <c:pt idx="24">
                        <c:v>94.386523716586623</c:v>
                      </c:pt>
                    </c:numCache>
                  </c:numRef>
                </c:y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4-4167-4408-9BF3-8BB39EB88DFA}"/>
                  </c:ext>
                </c:extLst>
              </c15:ser>
            </c15:filteredScatterSeries>
            <c15:filteredScatterSeries>
              <c15:ser>
                <c:idx val="5"/>
                <c:order val="5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Sheet1!$G$1</c15:sqref>
                        </c15:formulaRef>
                      </c:ext>
                    </c:extLst>
                    <c:strCache>
                      <c:ptCount val="1"/>
                      <c:pt idx="0">
                        <c:v>Cannibalization</c:v>
                      </c:pt>
                    </c:strCache>
                  </c:strRef>
                </c:tx>
                <c:marker>
                  <c:symbol val="none"/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Sheet1!$A$2:$A$26</c15:sqref>
                        </c15:formulaRef>
                      </c:ext>
                    </c:extLst>
                    <c:numCache>
                      <c:formatCode>General</c:formatCode>
                      <c:ptCount val="25"/>
                      <c:pt idx="0">
                        <c:v>0</c:v>
                      </c:pt>
                      <c:pt idx="1">
                        <c:v>2</c:v>
                      </c:pt>
                      <c:pt idx="2">
                        <c:v>4</c:v>
                      </c:pt>
                      <c:pt idx="3">
                        <c:v>6</c:v>
                      </c:pt>
                      <c:pt idx="4">
                        <c:v>8</c:v>
                      </c:pt>
                      <c:pt idx="5">
                        <c:v>10</c:v>
                      </c:pt>
                      <c:pt idx="6">
                        <c:v>12</c:v>
                      </c:pt>
                      <c:pt idx="7">
                        <c:v>14</c:v>
                      </c:pt>
                      <c:pt idx="8">
                        <c:v>16</c:v>
                      </c:pt>
                      <c:pt idx="9">
                        <c:v>18</c:v>
                      </c:pt>
                      <c:pt idx="10">
                        <c:v>20</c:v>
                      </c:pt>
                      <c:pt idx="11">
                        <c:v>22</c:v>
                      </c:pt>
                      <c:pt idx="12">
                        <c:v>24</c:v>
                      </c:pt>
                      <c:pt idx="13">
                        <c:v>26</c:v>
                      </c:pt>
                      <c:pt idx="14">
                        <c:v>28</c:v>
                      </c:pt>
                      <c:pt idx="15">
                        <c:v>30</c:v>
                      </c:pt>
                      <c:pt idx="16">
                        <c:v>32</c:v>
                      </c:pt>
                      <c:pt idx="17">
                        <c:v>34</c:v>
                      </c:pt>
                      <c:pt idx="18">
                        <c:v>36</c:v>
                      </c:pt>
                      <c:pt idx="19">
                        <c:v>38</c:v>
                      </c:pt>
                      <c:pt idx="20">
                        <c:v>40</c:v>
                      </c:pt>
                      <c:pt idx="21">
                        <c:v>42</c:v>
                      </c:pt>
                      <c:pt idx="22">
                        <c:v>44</c:v>
                      </c:pt>
                      <c:pt idx="23">
                        <c:v>46</c:v>
                      </c:pt>
                      <c:pt idx="24">
                        <c:v>48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Sheet1!$G$2:$G$26</c15:sqref>
                        </c15:formulaRef>
                      </c:ext>
                    </c:extLst>
                    <c:numCache>
                      <c:formatCode>#,##0.00</c:formatCode>
                      <c:ptCount val="25"/>
                      <c:pt idx="0">
                        <c:v>52.610652110122061</c:v>
                      </c:pt>
                      <c:pt idx="1">
                        <c:v>52.677107217956198</c:v>
                      </c:pt>
                      <c:pt idx="2">
                        <c:v>59.860349111313859</c:v>
                      </c:pt>
                      <c:pt idx="3">
                        <c:v>72.898470399740972</c:v>
                      </c:pt>
                      <c:pt idx="4">
                        <c:v>77.073212249031542</c:v>
                      </c:pt>
                      <c:pt idx="5">
                        <c:v>80.627001577624668</c:v>
                      </c:pt>
                      <c:pt idx="6">
                        <c:v>83.021415542077136</c:v>
                      </c:pt>
                      <c:pt idx="7">
                        <c:v>83.720865319892894</c:v>
                      </c:pt>
                      <c:pt idx="8">
                        <c:v>83.804488755839401</c:v>
                      </c:pt>
                      <c:pt idx="9">
                        <c:v>88.918288145177286</c:v>
                      </c:pt>
                      <c:pt idx="10">
                        <c:v>91.312702109629868</c:v>
                      </c:pt>
                      <c:pt idx="11">
                        <c:v>93.382144613649615</c:v>
                      </c:pt>
                      <c:pt idx="12">
                        <c:v>94.579351595875892</c:v>
                      </c:pt>
                      <c:pt idx="13">
                        <c:v>94.81879299232115</c:v>
                      </c:pt>
                      <c:pt idx="14">
                        <c:v>95.065224007622533</c:v>
                      </c:pt>
                      <c:pt idx="15">
                        <c:v>98.177962161410832</c:v>
                      </c:pt>
                      <c:pt idx="16">
                        <c:v>99.201798111459055</c:v>
                      </c:pt>
                      <c:pt idx="17">
                        <c:v>98.431337864796092</c:v>
                      </c:pt>
                      <c:pt idx="18">
                        <c:v>97.89020030882979</c:v>
                      </c:pt>
                      <c:pt idx="19">
                        <c:v>99.95211172071086</c:v>
                      </c:pt>
                      <c:pt idx="20">
                        <c:v>100</c:v>
                      </c:pt>
                      <c:pt idx="21">
                        <c:v>98.180245387016058</c:v>
                      </c:pt>
                      <c:pt idx="22">
                        <c:v>95.785831422563504</c:v>
                      </c:pt>
                      <c:pt idx="23">
                        <c:v>94.81879299232115</c:v>
                      </c:pt>
                      <c:pt idx="24">
                        <c:v>91.312702109629868</c:v>
                      </c:pt>
                    </c:numCache>
                  </c:numRef>
                </c:y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5-4167-4408-9BF3-8BB39EB88DFA}"/>
                  </c:ext>
                </c:extLst>
              </c15:ser>
            </c15:filteredScatterSeries>
          </c:ext>
        </c:extLst>
      </c:scatterChart>
      <c:valAx>
        <c:axId val="266298112"/>
        <c:scaling>
          <c:orientation val="minMax"/>
          <c:max val="54"/>
        </c:scaling>
        <c:delete val="0"/>
        <c:axPos val="b"/>
        <c:title>
          <c:tx>
            <c:rich>
              <a:bodyPr/>
              <a:lstStyle/>
              <a:p>
                <a:pPr>
                  <a:defRPr sz="1050"/>
                </a:pPr>
                <a:r>
                  <a:rPr lang="en-US" sz="1050"/>
                  <a:t>Channel</a:t>
                </a:r>
                <a:r>
                  <a:rPr lang="en-US" sz="1050" baseline="0"/>
                  <a:t> Activity</a:t>
                </a:r>
                <a:endParaRPr lang="en-US" sz="1050"/>
              </a:p>
            </c:rich>
          </c:tx>
          <c:layout>
            <c:manualLayout>
              <c:xMode val="edge"/>
              <c:yMode val="edge"/>
              <c:x val="0.3927092342820373"/>
              <c:y val="0.91457476119561909"/>
            </c:manualLayout>
          </c:layout>
          <c:overlay val="0"/>
        </c:title>
        <c:numFmt formatCode="General" sourceLinked="1"/>
        <c:majorTickMark val="none"/>
        <c:minorTickMark val="none"/>
        <c:tickLblPos val="nextTo"/>
        <c:txPr>
          <a:bodyPr/>
          <a:lstStyle/>
          <a:p>
            <a:pPr>
              <a:defRPr sz="700"/>
            </a:pPr>
            <a:endParaRPr lang="en-US"/>
          </a:p>
        </c:txPr>
        <c:crossAx val="266300032"/>
        <c:crosses val="autoZero"/>
        <c:crossBetween val="midCat"/>
        <c:majorUnit val="6"/>
      </c:valAx>
      <c:valAx>
        <c:axId val="266300032"/>
        <c:scaling>
          <c:orientation val="minMax"/>
        </c:scaling>
        <c:delete val="0"/>
        <c:axPos val="l"/>
        <c:majorGridlines>
          <c:spPr>
            <a:ln w="3175">
              <a:solidFill>
                <a:schemeClr val="bg1">
                  <a:lumMod val="65000"/>
                  <a:alpha val="35000"/>
                </a:schemeClr>
              </a:solidFill>
              <a:prstDash val="sysDot"/>
            </a:ln>
          </c:spPr>
        </c:majorGridlines>
        <c:title>
          <c:tx>
            <c:rich>
              <a:bodyPr rot="-5400000" vert="horz"/>
              <a:lstStyle/>
              <a:p>
                <a:pPr>
                  <a:defRPr sz="1050"/>
                </a:pPr>
                <a:r>
                  <a:rPr lang="en-US" sz="1050"/>
                  <a:t>Sales</a:t>
                </a:r>
              </a:p>
            </c:rich>
          </c:tx>
          <c:layout>
            <c:manualLayout>
              <c:xMode val="edge"/>
              <c:yMode val="edge"/>
              <c:x val="1.5217377889655066E-3"/>
              <c:y val="0.40245535681728356"/>
            </c:manualLayout>
          </c:layout>
          <c:overlay val="0"/>
        </c:title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700"/>
            </a:pPr>
            <a:endParaRPr lang="en-US"/>
          </a:p>
        </c:txPr>
        <c:crossAx val="266298112"/>
        <c:crosses val="autoZero"/>
        <c:crossBetween val="midCat"/>
      </c:valAx>
    </c:plotArea>
    <c:plotVisOnly val="1"/>
    <c:dispBlanksAs val="gap"/>
    <c:showDLblsOverMax val="0"/>
  </c:chart>
  <c:spPr>
    <a:ln>
      <a:solidFill>
        <a:schemeClr val="bg1">
          <a:lumMod val="65000"/>
        </a:schemeClr>
      </a:solidFill>
    </a:ln>
  </c:spPr>
  <c:txPr>
    <a:bodyPr/>
    <a:lstStyle/>
    <a:p>
      <a:pPr>
        <a:defRPr sz="1200"/>
      </a:pPr>
      <a:endParaRPr lang="en-US"/>
    </a:p>
  </c:txPr>
  <c:externalData r:id="rId2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Sheet1!$A$2:$A$13</cx:f>
        <cx:lvl ptCount="12">
          <cx:pt idx="0">Base + Equity</cx:pt>
          <cx:pt idx="1">Calls (Inperson, remote/video, lunch &amp; learn)</cx:pt>
          <cx:pt idx="2">Literature Drops</cx:pt>
          <cx:pt idx="3">RTE Emails Opened</cx:pt>
          <cx:pt idx="4">Personalized Rep Emails</cx:pt>
          <cx:pt idx="5">NPP_PaidSearch</cx:pt>
          <cx:pt idx="6">NPP_Display</cx:pt>
          <cx:pt idx="7">NPP_Website</cx:pt>
          <cx:pt idx="8">DTC_PaidSearch</cx:pt>
          <cx:pt idx="9">DTC_PaidSocial</cx:pt>
          <cx:pt idx="10">DTC_Website</cx:pt>
          <cx:pt idx="11">Total</cx:pt>
        </cx:lvl>
      </cx:strDim>
      <cx:numDim type="val">
        <cx:f>Sheet1!$B$2:$B$13</cx:f>
        <cx:lvl ptCount="12" formatCode="&quot;$&quot;#,##0.0,,&quot;M&quot;">
          <cx:pt idx="0">129681307.50075608</cx:pt>
          <cx:pt idx="1">15781867.534989411</cx:pt>
          <cx:pt idx="2">4744358.1692584688</cx:pt>
          <cx:pt idx="3">1556359.4693355171</cx:pt>
          <cx:pt idx="4">1721733.941416906</cx:pt>
          <cx:pt idx="5">2380387.8429894336</cx:pt>
          <cx:pt idx="6">204524.72471516058</cx:pt>
          <cx:pt idx="7">194759.23689952175</cx:pt>
          <cx:pt idx="8">1421179.9327109042</cx:pt>
          <cx:pt idx="9">931927.35276880045</cx:pt>
          <cx:pt idx="10">389136.39316165238</cx:pt>
          <cx:pt idx="11">159007542.09900194</cx:pt>
        </cx:lvl>
      </cx:numDim>
    </cx:data>
  </cx:chartData>
  <cx:chart>
    <cx:title pos="t" align="ctr" overlay="0">
      <cx:tx>
        <cx:txData>
          <cx:v/>
        </cx:txData>
      </cx:tx>
      <cx:txPr>
        <a:bodyPr vertOverflow="overflow" horzOverflow="overflow" wrap="square" lIns="0" tIns="0" rIns="0" bIns="0"/>
        <a:lstStyle/>
        <a:p>
          <a:pPr algn="ctr" rtl="0">
            <a:defRPr sz="1862" b="0" i="0">
              <a:solidFill>
                <a:srgbClr val="595959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defRPr>
          </a:pPr>
          <a:endParaRPr lang="en-PH">
            <a:latin typeface="+mn-lt"/>
          </a:endParaRPr>
        </a:p>
      </cx:txPr>
    </cx:title>
    <cx:plotArea>
      <cx:plotAreaRegion>
        <cx:series layoutId="waterfall" uniqueId="{F3B3DA37-BFB7-4D64-B507-79BDBC1541F9}">
          <cx:tx>
            <cx:txData>
              <cx:f>Sheet1!$B$1</cx:f>
              <cx:v>Revenue</cx:v>
            </cx:txData>
          </cx:tx>
          <cx:dataPt idx="0">
            <cx:spPr>
              <a:solidFill>
                <a:srgbClr val="A6A6A6"/>
              </a:solidFill>
            </cx:spPr>
          </cx:dataPt>
          <cx:dataPt idx="1">
            <cx:spPr>
              <a:solidFill>
                <a:srgbClr val="F6BB00"/>
              </a:solidFill>
            </cx:spPr>
          </cx:dataPt>
          <cx:dataPt idx="2">
            <cx:spPr>
              <a:solidFill>
                <a:srgbClr val="F6BB00"/>
              </a:solidFill>
            </cx:spPr>
          </cx:dataPt>
          <cx:dataPt idx="11">
            <cx:spPr>
              <a:solidFill>
                <a:srgbClr val="C00000"/>
              </a:solidFill>
            </cx:spPr>
          </cx:dataPt>
          <cx:dataLabels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1000" b="1">
                    <a:solidFill>
                      <a:schemeClr val="tx1"/>
                    </a:solidFill>
                  </a:defRPr>
                </a:pPr>
                <a:endParaRPr lang="en-US" sz="1000" b="1" i="0" u="none" strike="noStrike" baseline="0">
                  <a:solidFill>
                    <a:schemeClr val="tx1"/>
                  </a:solidFill>
                  <a:latin typeface="Arial" panose="020B0604020202020204"/>
                </a:endParaRPr>
              </a:p>
            </cx:txPr>
            <cx:visibility seriesName="0" categoryName="0" value="1"/>
          </cx:dataLabels>
          <cx:dataId val="0"/>
          <cx:layoutPr>
            <cx:subtotals>
              <cx:idx val="11"/>
            </cx:subtotals>
          </cx:layoutPr>
        </cx:series>
      </cx:plotAreaRegion>
      <cx:axis id="0" hidden="1">
        <cx:catScaling gapWidth="0.5"/>
        <cx:tickLabels/>
        <cx:txPr>
          <a:bodyPr vertOverflow="overflow" horzOverflow="overflow" wrap="square" lIns="0" tIns="0" rIns="0" bIns="0"/>
          <a:lstStyle/>
          <a:p>
            <a:pPr algn="ctr" rtl="0">
              <a:defRPr sz="1197" b="0" i="0">
                <a:solidFill>
                  <a:srgbClr val="595959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en-PH">
              <a:latin typeface="+mn-lt"/>
            </a:endParaRPr>
          </a:p>
        </cx:txPr>
      </cx:axis>
      <cx:axis id="1" hidden="1">
        <cx:valScaling/>
        <cx:tickLabels/>
        <cx:txPr>
          <a:bodyPr vertOverflow="overflow" horzOverflow="overflow" wrap="square" lIns="0" tIns="0" rIns="0" bIns="0"/>
          <a:lstStyle/>
          <a:p>
            <a:pPr algn="ctr" rtl="0">
              <a:defRPr sz="1197" b="0" i="0">
                <a:solidFill>
                  <a:srgbClr val="595959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en-PH">
              <a:latin typeface="+mn-lt"/>
            </a:endParaRPr>
          </a:p>
        </cx:txPr>
      </cx:axis>
    </cx:plotArea>
  </cx:chart>
  <cx:clrMapOvr bg1="lt1" tx1="dk1" bg2="lt2" tx2="dk2" accent1="accent1" accent2="accent2" accent3="accent3" accent4="accent4" accent5="accent5" accent6="accent6" hlink="hlink" folHlink="folHlink"/>
</cx:chartSpace>
</file>

<file path=ppt/charts/chartEx2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Sheet1!$A$2:$A$13</cx:f>
        <cx:lvl ptCount="12">
          <cx:pt idx="0">Base + Equity</cx:pt>
          <cx:pt idx="1">Calls (Inperson, remote/video, lunch &amp; learn)</cx:pt>
          <cx:pt idx="2">Literature Drops</cx:pt>
          <cx:pt idx="3">RTE Emails Opened</cx:pt>
          <cx:pt idx="4">Personalized Rep Emails</cx:pt>
          <cx:pt idx="5">NPP_PaidSearch</cx:pt>
          <cx:pt idx="6">NPP_Display</cx:pt>
          <cx:pt idx="7">NPP_Website</cx:pt>
          <cx:pt idx="8">DTC_PaidSearch</cx:pt>
          <cx:pt idx="9">DTC_PaidSocial</cx:pt>
          <cx:pt idx="10">DTC_Website</cx:pt>
          <cx:pt idx="11">Total</cx:pt>
        </cx:lvl>
      </cx:strDim>
      <cx:numDim type="val">
        <cx:f>Sheet1!$B$2:$B$13</cx:f>
        <cx:lvl ptCount="12" formatCode="&quot;$&quot;#,##0.0,,&quot;M&quot;">
          <cx:pt idx="0">129681307.50075608</cx:pt>
          <cx:pt idx="1">15781867.534989411</cx:pt>
          <cx:pt idx="2">4744358.1692584688</cx:pt>
          <cx:pt idx="3">1556359.4693355171</cx:pt>
          <cx:pt idx="4">1721733.941416906</cx:pt>
          <cx:pt idx="5">2380387.8429894336</cx:pt>
          <cx:pt idx="6">204524.72471516058</cx:pt>
          <cx:pt idx="7">194759.23689952175</cx:pt>
          <cx:pt idx="8">1421179.9327109042</cx:pt>
          <cx:pt idx="9">931927.35276880045</cx:pt>
          <cx:pt idx="10">389136.39316165238</cx:pt>
          <cx:pt idx="11">159007542.09900194</cx:pt>
        </cx:lvl>
      </cx:numDim>
    </cx:data>
  </cx:chartData>
  <cx:chart>
    <cx:title pos="t" align="ctr" overlay="0">
      <cx:tx>
        <cx:txData>
          <cx:v/>
        </cx:txData>
      </cx:tx>
      <cx:txPr>
        <a:bodyPr vertOverflow="overflow" horzOverflow="overflow" wrap="square" lIns="0" tIns="0" rIns="0" bIns="0"/>
        <a:lstStyle/>
        <a:p>
          <a:pPr algn="ctr" rtl="0">
            <a:defRPr sz="1862" b="0" i="0">
              <a:solidFill>
                <a:srgbClr val="595959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defRPr>
          </a:pPr>
          <a:endParaRPr lang="en-PH">
            <a:latin typeface="+mn-lt"/>
          </a:endParaRPr>
        </a:p>
      </cx:txPr>
    </cx:title>
    <cx:plotArea>
      <cx:plotAreaRegion>
        <cx:series layoutId="waterfall" uniqueId="{F3B3DA37-BFB7-4D64-B507-79BDBC1541F9}">
          <cx:tx>
            <cx:txData>
              <cx:f>Sheet1!$B$1</cx:f>
              <cx:v>Revenue</cx:v>
            </cx:txData>
          </cx:tx>
          <cx:dataPt idx="0">
            <cx:spPr>
              <a:solidFill>
                <a:srgbClr val="A6A6A6"/>
              </a:solidFill>
            </cx:spPr>
          </cx:dataPt>
          <cx:dataPt idx="1">
            <cx:spPr>
              <a:solidFill>
                <a:srgbClr val="F6BB00"/>
              </a:solidFill>
            </cx:spPr>
          </cx:dataPt>
          <cx:dataPt idx="2">
            <cx:spPr>
              <a:solidFill>
                <a:srgbClr val="F6BB00"/>
              </a:solidFill>
            </cx:spPr>
          </cx:dataPt>
          <cx:dataPt idx="11">
            <cx:spPr>
              <a:solidFill>
                <a:srgbClr val="C00000"/>
              </a:solidFill>
            </cx:spPr>
          </cx:dataPt>
          <cx:dataLabels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1000" b="1">
                    <a:solidFill>
                      <a:schemeClr val="tx1"/>
                    </a:solidFill>
                  </a:defRPr>
                </a:pPr>
                <a:endParaRPr lang="en-US" sz="1000" b="1" i="0" u="none" strike="noStrike" baseline="0">
                  <a:solidFill>
                    <a:schemeClr val="tx1"/>
                  </a:solidFill>
                  <a:latin typeface="Arial" panose="020B0604020202020204"/>
                </a:endParaRPr>
              </a:p>
            </cx:txPr>
            <cx:visibility seriesName="0" categoryName="0" value="1"/>
          </cx:dataLabels>
          <cx:dataId val="0"/>
          <cx:layoutPr>
            <cx:subtotals>
              <cx:idx val="11"/>
            </cx:subtotals>
          </cx:layoutPr>
        </cx:series>
      </cx:plotAreaRegion>
      <cx:axis id="0" hidden="1">
        <cx:catScaling gapWidth="0.5"/>
        <cx:tickLabels/>
        <cx:txPr>
          <a:bodyPr vertOverflow="overflow" horzOverflow="overflow" wrap="square" lIns="0" tIns="0" rIns="0" bIns="0"/>
          <a:lstStyle/>
          <a:p>
            <a:pPr algn="ctr" rtl="0">
              <a:defRPr sz="1197" b="0" i="0">
                <a:solidFill>
                  <a:srgbClr val="595959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en-PH">
              <a:latin typeface="+mn-lt"/>
            </a:endParaRPr>
          </a:p>
        </cx:txPr>
      </cx:axis>
      <cx:axis id="1" hidden="1">
        <cx:valScaling/>
        <cx:tickLabels/>
        <cx:txPr>
          <a:bodyPr vertOverflow="overflow" horzOverflow="overflow" wrap="square" lIns="0" tIns="0" rIns="0" bIns="0"/>
          <a:lstStyle/>
          <a:p>
            <a:pPr algn="ctr" rtl="0">
              <a:defRPr sz="1197" b="0" i="0">
                <a:solidFill>
                  <a:srgbClr val="595959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en-PH">
              <a:latin typeface="+mn-lt"/>
            </a:endParaRPr>
          </a:p>
        </cx:txPr>
      </cx:axis>
    </cx:plotArea>
  </cx:chart>
  <cx:clrMapOvr bg1="lt1" tx1="dk1" bg2="lt2" tx2="dk2" accent1="accent1" accent2="accent2" accent3="accent3" accent4="accent4" accent5="accent5" accent6="accent6" hlink="hlink" folHlink="folHlink"/>
</cx:chartSpace>
</file>

<file path=ppt/charts/chartEx3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Sheet1!$A$2:$A$14</cx:f>
        <cx:lvl ptCount="13">
          <cx:pt idx="0">Base</cx:pt>
          <cx:pt idx="1">SF &amp; LnL</cx:pt>
          <cx:pt idx="2">Literature Drop</cx:pt>
          <cx:pt idx="3">RTE</cx:pt>
          <cx:pt idx="4">NPP Emails </cx:pt>
          <cx:pt idx="5">HCP Website</cx:pt>
          <cx:pt idx="6">HCP Paid Search</cx:pt>
          <cx:pt idx="7">HCP Digital Display</cx:pt>
          <cx:pt idx="8">HCP Social</cx:pt>
          <cx:pt idx="9">Patient Website</cx:pt>
          <cx:pt idx="10">Patient Paid Search</cx:pt>
          <cx:pt idx="11">Patient Social</cx:pt>
          <cx:pt idx="12">Total Sales</cx:pt>
        </cx:lvl>
      </cx:strDim>
      <cx:numDim type="val">
        <cx:f>Sheet1!$B$2:$B$14</cx:f>
        <cx:lvl ptCount="13" formatCode="&quot;$&quot;* \ 0.0,,&quot;M&quot;">
          <cx:pt idx="0">235606786.80561095</cx:pt>
          <cx:pt idx="1">23395865.160234183</cx:pt>
          <cx:pt idx="2">7740982.7523712404</cx:pt>
          <cx:pt idx="3">3596140.4135092665</cx:pt>
          <cx:pt idx="4">7719903.9049859922</cx:pt>
          <cx:pt idx="5">791843.57133931026</cx:pt>
          <cx:pt idx="6">337748.65309964604</cx:pt>
          <cx:pt idx="7">1434596.4712162854</cx:pt>
          <cx:pt idx="8">180997.01735190049</cx:pt>
          <cx:pt idx="9">148050.0106154939</cx:pt>
          <cx:pt idx="10">459833.3505034222</cx:pt>
          <cx:pt idx="11">1367614.7091619938</cx:pt>
          <cx:pt idx="12">282780362.81999969</cx:pt>
        </cx:lvl>
      </cx:numDim>
    </cx:data>
  </cx:chartData>
  <cx:chart>
    <cx:title pos="t" align="ctr" overlay="0">
      <cx:tx>
        <cx:txData>
          <cx:v/>
        </cx:txData>
      </cx:tx>
      <cx:txPr>
        <a:bodyPr spcFirstLastPara="1" vertOverflow="ellipsis" horzOverflow="overflow" wrap="square" lIns="0" tIns="0" rIns="0" bIns="0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600" b="0" i="0" u="none" strike="noStrike" kern="1200" spc="0" baseline="0">
              <a:solidFill>
                <a:srgbClr val="000000">
                  <a:lumMod val="65000"/>
                  <a:lumOff val="35000"/>
                </a:srgbClr>
              </a:solidFill>
              <a:latin typeface="+mn-lt"/>
              <a:ea typeface="+mn-ea"/>
              <a:cs typeface="+mn-cs"/>
            </a:defRPr>
          </a:pPr>
          <a:endParaRPr lang="en-US" sz="1200" b="1" i="0" u="none" strike="noStrike" kern="1200" spc="0" baseline="0">
            <a:solidFill>
              <a:srgbClr val="000000"/>
            </a:solidFill>
            <a:latin typeface="+mn-lt"/>
            <a:ea typeface="+mn-ea"/>
            <a:cs typeface="+mn-cs"/>
          </a:endParaRPr>
        </a:p>
      </cx:txPr>
    </cx:title>
    <cx:plotArea>
      <cx:plotAreaRegion>
        <cx:series layoutId="waterfall" uniqueId="{2FB416C3-78DA-430B-897C-4A1422E9A3F0}">
          <cx:tx>
            <cx:txData>
              <cx:f>Sheet1!$B$1</cx:f>
              <cx:v>Revenue</cx:v>
            </cx:txData>
          </cx:tx>
          <cx:dataPt idx="0">
            <cx:spPr>
              <a:solidFill>
                <a:srgbClr val="939AA7"/>
              </a:solidFill>
            </cx:spPr>
          </cx:dataPt>
          <cx:dataPt idx="1">
            <cx:spPr>
              <a:solidFill>
                <a:srgbClr val="E1242A"/>
              </a:solidFill>
            </cx:spPr>
          </cx:dataPt>
          <cx:dataPt idx="3">
            <cx:spPr>
              <a:solidFill>
                <a:srgbClr val="E1242A"/>
              </a:solidFill>
              <a:ln>
                <a:noFill/>
              </a:ln>
            </cx:spPr>
          </cx:dataPt>
          <cx:dataPt idx="4">
            <cx:spPr>
              <a:solidFill>
                <a:srgbClr val="E1242A"/>
              </a:solidFill>
              <a:ln>
                <a:noFill/>
              </a:ln>
            </cx:spPr>
          </cx:dataPt>
          <cx:dataPt idx="5">
            <cx:spPr>
              <a:solidFill>
                <a:srgbClr val="E1242A"/>
              </a:solidFill>
              <a:ln>
                <a:noFill/>
              </a:ln>
            </cx:spPr>
          </cx:dataPt>
          <cx:dataLabels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b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</a:defRPr>
                </a:pPr>
                <a:endParaRPr lang="en-US" sz="1197" b="1" i="0" u="none" strike="noStrike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</a:endParaRPr>
              </a:p>
            </cx:txPr>
            <cx:visibility seriesName="0" categoryName="0" value="1"/>
            <cx:separator>, </cx:separator>
          </cx:dataLabels>
          <cx:dataId val="0"/>
          <cx:layoutPr>
            <cx:subtotals>
              <cx:idx val="0"/>
              <cx:idx val="12"/>
            </cx:subtotals>
          </cx:layoutPr>
        </cx:series>
      </cx:plotAreaRegion>
      <cx:axis id="0" hidden="1">
        <cx:catScaling gapWidth="0.5"/>
        <cx:tickLabels/>
        <cx:txPr>
          <a:bodyPr vertOverflow="overflow" horzOverflow="overflow" wrap="square" lIns="0" tIns="0" rIns="0" bIns="0"/>
          <a:lstStyle/>
          <a:p>
            <a:pPr algn="ctr" rtl="0">
              <a:defRPr sz="1050" b="0" i="0">
                <a:solidFill>
                  <a:srgbClr val="5959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pPr>
            <a:endParaRPr lang="en-US" sz="1050">
              <a:latin typeface="Verdana" panose="020B0604030504040204" pitchFamily="34" charset="0"/>
              <a:ea typeface="Verdana" panose="020B0604030504040204" pitchFamily="34" charset="0"/>
            </a:endParaRPr>
          </a:p>
        </cx:txPr>
      </cx:axis>
      <cx:axis id="1" hidden="1">
        <cx:valScaling/>
        <cx:tickLabels/>
        <cx:txPr>
          <a:bodyPr vertOverflow="overflow" horzOverflow="overflow" wrap="square" lIns="0" tIns="0" rIns="0" bIns="0"/>
          <a:lstStyle/>
          <a:p>
            <a:pPr algn="ctr" rtl="0">
              <a:defRPr sz="1100" b="0" i="0">
                <a:solidFill>
                  <a:srgbClr val="5959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pPr>
            <a:endParaRPr lang="en-US" sz="1100">
              <a:latin typeface="Verdana" panose="020B0604030504040204" pitchFamily="34" charset="0"/>
              <a:ea typeface="Verdana" panose="020B0604030504040204" pitchFamily="34" charset="0"/>
            </a:endParaRPr>
          </a:p>
        </cx:txPr>
      </cx:axis>
    </cx:plotArea>
  </cx:chart>
  <cx:clrMapOvr bg1="lt1" tx1="dk1" bg2="lt2" tx2="dk2" accent1="accent1" accent2="accent2" accent3="accent3" accent4="accent4" accent5="accent5" accent6="accent6" hlink="hlink" folHlink="folHlink"/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13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colors22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colors23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colors24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colors25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colors26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colors27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colors28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colors29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colors3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1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colors32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colors33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colors34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colors35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colors36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colors3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8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colors39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colors40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colors4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9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39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6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7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8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9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0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3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4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5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6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7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8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9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0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1.xml><?xml version="1.0" encoding="utf-8"?>
<cs:chartStyle xmlns:cs="http://schemas.microsoft.com/office/drawing/2012/chartStyle" xmlns:a="http://schemas.openxmlformats.org/drawingml/2006/main" id="39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omments/modernComment_106_C43A50D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F04E249-B3F0-4C1C-BC13-027202485C25}" authorId="{202A93E7-9998-1349-5DB3-3140F1F51FD3}" status="resolved" created="2025-11-03T12:38:34.648" complete="100000">
    <pc:sldMkLst xmlns:pc="http://schemas.microsoft.com/office/powerpoint/2013/main/command">
      <pc:docMk/>
      <pc:sldMk cId="3292156123" sldId="262"/>
    </pc:sldMkLst>
    <p188:txBody>
      <a:bodyPr/>
      <a:lstStyle/>
      <a:p>
        <a:r>
          <a:rPr lang="en-US"/>
          <a:t>[@Chandan] - Lets not show Paid Social. Club it with Website</a:t>
        </a:r>
      </a:p>
    </p188:txBody>
  </p188:cm>
</p188:cmLst>
</file>

<file path=ppt/comments/modernComment_108_C7D212B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65380C3-3E0B-4C81-957C-0A0B6DDC6A4F}" authorId="{202A93E7-9998-1349-5DB3-3140F1F51FD3}" status="resolved" created="2025-11-03T15:40:36.511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352433335" sldId="264"/>
      <ac:spMk id="5" creationId="{336422B5-9B19-B2C1-E13A-E0D94EE53943}"/>
      <ac:txMk cp="348" len="1">
        <ac:context len="444" hash="1843606278"/>
      </ac:txMk>
    </ac:txMkLst>
    <p188:pos x="2061420" y="1510945"/>
    <p188:txBody>
      <a:bodyPr/>
      <a:lstStyle/>
      <a:p>
        <a:r>
          <a:rPr lang="en-US"/>
          <a:t>[@Chandan] / [@Akshay] - Pls remove all references to FRU in this deck</a:t>
        </a:r>
      </a:p>
    </p188:txBody>
  </p188:cm>
</p188:cmLst>
</file>

<file path=ppt/comments/modernComment_116_C5EB7ED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9B44207-6008-4901-A379-606A8E01C4CB}" authorId="{202A93E7-9998-1349-5DB3-3140F1F51FD3}" status="resolved" created="2025-11-03T15:40:02.460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320544985" sldId="278"/>
      <ac:spMk id="5" creationId="{9569B394-9005-7004-E146-562F9A5C6BF9}"/>
      <ac:txMk cp="15">
        <ac:context len="23" hash="3864371588"/>
      </ac:txMk>
    </ac:txMkLst>
    <p188:pos x="2286001" y="267775"/>
    <p188:txBody>
      <a:bodyPr/>
      <a:lstStyle/>
      <a:p>
        <a:r>
          <a:rPr lang="en-US"/>
          <a:t>[@Chandan] / [@Akshay] - Pls remove all references to FRU in this deck</a:t>
        </a:r>
      </a:p>
    </p188:txBody>
  </p188:cm>
</p188:cmLst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0.47958</cdr:x>
      <cdr:y>0.2635</cdr:y>
    </cdr:from>
    <cdr:to>
      <cdr:x>0.59737</cdr:x>
      <cdr:y>0.31967</cdr:y>
    </cdr:to>
    <cdr:sp macro="" textlink="">
      <cdr:nvSpPr>
        <cdr:cNvPr id="4" name="TextBox 2">
          <a:extLst xmlns:a="http://schemas.openxmlformats.org/drawingml/2006/main">
            <a:ext uri="{FF2B5EF4-FFF2-40B4-BE49-F238E27FC236}">
              <a16:creationId xmlns:a16="http://schemas.microsoft.com/office/drawing/2014/main" id="{C7BD4D4C-8DA0-12A1-31FF-D382F7BD3624}"/>
            </a:ext>
          </a:extLst>
        </cdr:cNvPr>
        <cdr:cNvSpPr txBox="1"/>
      </cdr:nvSpPr>
      <cdr:spPr>
        <a:xfrm xmlns:a="http://schemas.openxmlformats.org/drawingml/2006/main">
          <a:off x="2656342" y="1126842"/>
          <a:ext cx="652417" cy="240197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 w="28575">
          <a:solidFill>
            <a:schemeClr val="accent1"/>
          </a:solidFill>
          <a:prstDash val="dash"/>
        </a:ln>
      </cdr:spPr>
      <cdr:txBody>
        <a:bodyPr xmlns:a="http://schemas.openxmlformats.org/drawingml/2006/main" wrap="square" rtlCol="0">
          <a:norm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l"/>
          <a:r>
            <a:rPr lang="en-US" sz="1200" b="1" dirty="0">
              <a:solidFill>
                <a:srgbClr val="92D050"/>
              </a:solidFill>
            </a:rPr>
            <a:t>~1.37x</a:t>
          </a:r>
        </a:p>
      </cdr:txBody>
    </cdr:sp>
  </cdr:relSizeAnchor>
  <cdr:relSizeAnchor xmlns:cdr="http://schemas.openxmlformats.org/drawingml/2006/chartDrawing">
    <cdr:from>
      <cdr:x>0.46759</cdr:x>
      <cdr:y>0.21333</cdr:y>
    </cdr:from>
    <cdr:to>
      <cdr:x>0.46759</cdr:x>
      <cdr:y>0.34207</cdr:y>
    </cdr:to>
    <cdr:cxnSp macro="">
      <cdr:nvCxnSpPr>
        <cdr:cNvPr id="6" name="Straight Arrow Connector 5">
          <a:extLst xmlns:a="http://schemas.openxmlformats.org/drawingml/2006/main">
            <a:ext uri="{FF2B5EF4-FFF2-40B4-BE49-F238E27FC236}">
              <a16:creationId xmlns:a16="http://schemas.microsoft.com/office/drawing/2014/main" id="{6A4409C9-B351-C612-D39D-9AFFEF5E4481}"/>
            </a:ext>
          </a:extLst>
        </cdr:cNvPr>
        <cdr:cNvCxnSpPr/>
      </cdr:nvCxnSpPr>
      <cdr:spPr>
        <a:xfrm xmlns:a="http://schemas.openxmlformats.org/drawingml/2006/main" flipV="1">
          <a:off x="2589947" y="912273"/>
          <a:ext cx="0" cy="550575"/>
        </a:xfrm>
        <a:prstGeom xmlns:a="http://schemas.openxmlformats.org/drawingml/2006/main" prst="straightConnector1">
          <a:avLst/>
        </a:prstGeom>
        <a:ln xmlns:a="http://schemas.openxmlformats.org/drawingml/2006/main" w="19050" cap="flat" cmpd="sng" algn="ctr">
          <a:solidFill>
            <a:schemeClr val="accent3"/>
          </a:solidFill>
          <a:prstDash val="solid"/>
          <a:round/>
          <a:headEnd type="none" w="med" len="med"/>
          <a:tailEnd type="arrow" w="med" len="med"/>
        </a:ln>
      </cdr:spPr>
      <cdr:style>
        <a:lnRef xmlns:a="http://schemas.openxmlformats.org/drawingml/2006/main" idx="0">
          <a:scrgbClr r="0" g="0" b="0"/>
        </a:lnRef>
        <a:fillRef xmlns:a="http://schemas.openxmlformats.org/drawingml/2006/main" idx="0">
          <a:scrgbClr r="0" g="0" b="0"/>
        </a:fillRef>
        <a:effectRef xmlns:a="http://schemas.openxmlformats.org/drawingml/2006/main" idx="0">
          <a:scrgbClr r="0" g="0" b="0"/>
        </a:effectRef>
        <a:fontRef xmlns:a="http://schemas.openxmlformats.org/drawingml/2006/main" idx="minor">
          <a:schemeClr val="tx1"/>
        </a:fontRef>
      </cdr:style>
    </cdr:cxnSp>
  </cdr:relSizeAnchor>
</c:userShap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24.png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24.png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23.png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5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5.xml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5.xml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5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5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5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23.png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32.png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D6641D7-5433-520F-07A9-C2EB4AE25AA2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8" name="Picture 17" descr="A white background with black border&#10;&#10;Description automatically generated">
            <a:extLst>
              <a:ext uri="{FF2B5EF4-FFF2-40B4-BE49-F238E27FC236}">
                <a16:creationId xmlns:a16="http://schemas.microsoft.com/office/drawing/2014/main" id="{39D0F525-BAE0-6E54-F561-E8B3BC4F04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6994" y="5695180"/>
            <a:ext cx="2875005" cy="11628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B0C4644-7261-41C8-B2CD-1EF95666CA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929756"/>
          </a:xfrm>
        </p:spPr>
        <p:txBody>
          <a:bodyPr anchor="b"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4EAC21-B905-4082-80BE-4D3530EB3D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58746"/>
            <a:ext cx="9144000" cy="1606378"/>
          </a:xfrm>
        </p:spPr>
        <p:txBody>
          <a:bodyPr/>
          <a:lstStyle>
            <a:lvl1pPr marL="0" indent="0" algn="ctr">
              <a:buNone/>
              <a:defRPr sz="2400" b="1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A3F2753F-C53A-1C48-CFF3-F77C110DDF8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66989" y="3137569"/>
            <a:ext cx="3058023" cy="40773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F77E8B5-773F-D6DB-20CD-9B9F86F0B0EF}"/>
              </a:ext>
            </a:extLst>
          </p:cNvPr>
          <p:cNvSpPr txBox="1"/>
          <p:nvPr/>
        </p:nvSpPr>
        <p:spPr>
          <a:xfrm>
            <a:off x="3019420" y="6433247"/>
            <a:ext cx="6153159" cy="25391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lang="en-US" sz="1050" b="0" i="0">
                <a:solidFill>
                  <a:schemeClr val="bg1"/>
                </a:solidFill>
                <a:effectLst/>
                <a:latin typeface="+mn-lt"/>
              </a:rPr>
              <a:t>Takeda Confidential – Internal Communication – Further Copying or Distribution is Strictly Prohibited </a:t>
            </a:r>
            <a:endParaRPr lang="en-US" sz="105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22" name="Picture 21" descr="A close up of a logo&#10;&#10;Description automatically generated">
            <a:extLst>
              <a:ext uri="{FF2B5EF4-FFF2-40B4-BE49-F238E27FC236}">
                <a16:creationId xmlns:a16="http://schemas.microsoft.com/office/drawing/2014/main" id="{C531D3A4-3863-717E-690D-F3225F53B8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79972" y="5885573"/>
            <a:ext cx="2044014" cy="826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149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Eyebrow_subhead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D2D759A-7DF3-E15A-A321-39F859539423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135D90-1CDB-4780-95E6-4F13AC8BA6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ED8105-CD87-20A8-870D-3362AAB17C6A}"/>
              </a:ext>
            </a:extLst>
          </p:cNvPr>
          <p:cNvSpPr txBox="1"/>
          <p:nvPr/>
        </p:nvSpPr>
        <p:spPr>
          <a:xfrm>
            <a:off x="11477297" y="6442842"/>
            <a:ext cx="6411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0BAD0503-1F16-9A4F-9F5F-E6354B67EC32}" type="slidenum">
              <a:rPr lang="en-US" sz="1050" smtClean="0">
                <a:solidFill>
                  <a:schemeClr val="accent3"/>
                </a:solidFill>
              </a:rPr>
              <a:pPr algn="r"/>
              <a:t>‹#›</a:t>
            </a:fld>
            <a:endParaRPr lang="en-US" sz="1050">
              <a:solidFill>
                <a:schemeClr val="accent3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C9F935E-8A18-5E61-EA36-E93FA17163C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28F6E26-F6CA-1D0A-A13C-0B4CDADB748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30924" y="444973"/>
            <a:ext cx="9235440" cy="284370"/>
          </a:xfrm>
        </p:spPr>
        <p:txBody>
          <a:bodyPr anchor="b">
            <a:normAutofit/>
          </a:bodyPr>
          <a:lstStyle>
            <a:lvl1pPr marL="0" indent="0">
              <a:buNone/>
              <a:defRPr sz="12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C970FE3-0BFD-2302-105D-701AAAFF944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0924" y="1668161"/>
            <a:ext cx="9235440" cy="432057"/>
          </a:xfrm>
        </p:spPr>
        <p:txBody>
          <a:bodyPr>
            <a:normAutofit/>
          </a:bodyPr>
          <a:lstStyle>
            <a:lvl1pPr marL="0" indent="0">
              <a:buNone/>
              <a:defRPr sz="1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92001EE6-37C2-06B9-A4AA-D9E55D8C4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AFB8BF0-7E54-B7F7-C12B-51FFA9E934C6}"/>
              </a:ext>
            </a:extLst>
          </p:cNvPr>
          <p:cNvSpPr txBox="1"/>
          <p:nvPr/>
        </p:nvSpPr>
        <p:spPr>
          <a:xfrm>
            <a:off x="3019421" y="6446689"/>
            <a:ext cx="6153159" cy="25391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lang="en-US" sz="1050" b="0" i="0">
                <a:solidFill>
                  <a:schemeClr val="accent3"/>
                </a:solidFill>
                <a:effectLst/>
                <a:latin typeface="+mn-lt"/>
              </a:rPr>
              <a:t>Takeda Confidential – Internal Communication – Further Copying or Distribution is Strictly Prohibited </a:t>
            </a:r>
            <a:endParaRPr lang="en-US" sz="1050">
              <a:solidFill>
                <a:schemeClr val="accent3"/>
              </a:solidFill>
              <a:latin typeface="+mn-lt"/>
            </a:endParaRPr>
          </a:p>
        </p:txBody>
      </p:sp>
      <p:pic>
        <p:nvPicPr>
          <p:cNvPr id="8" name="Picture 7" descr="A close up of a logo&#10;&#10;Description automatically generated">
            <a:extLst>
              <a:ext uri="{FF2B5EF4-FFF2-40B4-BE49-F238E27FC236}">
                <a16:creationId xmlns:a16="http://schemas.microsoft.com/office/drawing/2014/main" id="{B614402F-C124-3B00-3939-2E1011C77A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9972" y="5885573"/>
            <a:ext cx="2044014" cy="826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143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_Eyebrow_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D2D759A-7DF3-E15A-A321-39F859539423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6ED8105-CD87-20A8-870D-3362AAB17C6A}"/>
              </a:ext>
            </a:extLst>
          </p:cNvPr>
          <p:cNvSpPr txBox="1"/>
          <p:nvPr/>
        </p:nvSpPr>
        <p:spPr>
          <a:xfrm>
            <a:off x="11477297" y="6442842"/>
            <a:ext cx="6411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0BAD0503-1F16-9A4F-9F5F-E6354B67EC32}" type="slidenum">
              <a:rPr lang="en-US" sz="1050" smtClean="0">
                <a:solidFill>
                  <a:schemeClr val="accent3"/>
                </a:solidFill>
              </a:rPr>
              <a:pPr algn="r"/>
              <a:t>‹#›</a:t>
            </a:fld>
            <a:endParaRPr lang="en-US" sz="1050">
              <a:solidFill>
                <a:schemeClr val="accent3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C9F935E-8A18-5E61-EA36-E93FA17163C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28F6E26-F6CA-1D0A-A13C-0B4CDADB748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30924" y="444973"/>
            <a:ext cx="9235440" cy="283464"/>
          </a:xfrm>
        </p:spPr>
        <p:txBody>
          <a:bodyPr anchor="b">
            <a:normAutofit/>
          </a:bodyPr>
          <a:lstStyle>
            <a:lvl1pPr marL="0" indent="0">
              <a:buNone/>
              <a:defRPr sz="12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C970FE3-0BFD-2302-105D-701AAAFF944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0924" y="1668161"/>
            <a:ext cx="9235440" cy="432057"/>
          </a:xfrm>
        </p:spPr>
        <p:txBody>
          <a:bodyPr>
            <a:normAutofit/>
          </a:bodyPr>
          <a:lstStyle>
            <a:lvl1pPr marL="0" indent="0">
              <a:buNone/>
              <a:defRPr sz="1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C7F91FD6-28E6-99AB-BB9E-7479849CD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8E493C-9548-A240-AE99-E816B05261AB}"/>
              </a:ext>
            </a:extLst>
          </p:cNvPr>
          <p:cNvSpPr txBox="1"/>
          <p:nvPr/>
        </p:nvSpPr>
        <p:spPr>
          <a:xfrm>
            <a:off x="3019421" y="6446689"/>
            <a:ext cx="6153159" cy="25391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lang="en-US" sz="1050" b="0" i="0">
                <a:solidFill>
                  <a:schemeClr val="accent3"/>
                </a:solidFill>
                <a:effectLst/>
                <a:latin typeface="+mn-lt"/>
              </a:rPr>
              <a:t>Takeda Confidential – Internal Communication – Further Copying or Distribution is Strictly Prohibited </a:t>
            </a:r>
            <a:endParaRPr lang="en-US" sz="1050">
              <a:solidFill>
                <a:schemeClr val="accent3"/>
              </a:solidFill>
              <a:latin typeface="+mn-lt"/>
            </a:endParaRPr>
          </a:p>
        </p:txBody>
      </p:sp>
      <p:pic>
        <p:nvPicPr>
          <p:cNvPr id="3" name="Picture 2" descr="A close up of a logo&#10;&#10;Description automatically generated">
            <a:extLst>
              <a:ext uri="{FF2B5EF4-FFF2-40B4-BE49-F238E27FC236}">
                <a16:creationId xmlns:a16="http://schemas.microsoft.com/office/drawing/2014/main" id="{D703D0F9-AB9F-7D91-AC47-1567E0E105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9972" y="5885573"/>
            <a:ext cx="2044014" cy="826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862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D2D759A-7DF3-E15A-A321-39F859539423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6ED8105-CD87-20A8-870D-3362AAB17C6A}"/>
              </a:ext>
            </a:extLst>
          </p:cNvPr>
          <p:cNvSpPr txBox="1"/>
          <p:nvPr/>
        </p:nvSpPr>
        <p:spPr>
          <a:xfrm>
            <a:off x="11477297" y="6442842"/>
            <a:ext cx="6411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0BAD0503-1F16-9A4F-9F5F-E6354B67EC32}" type="slidenum">
              <a:rPr lang="en-US" sz="1050" smtClean="0">
                <a:solidFill>
                  <a:schemeClr val="accent3"/>
                </a:solidFill>
              </a:rPr>
              <a:pPr algn="r"/>
              <a:t>‹#›</a:t>
            </a:fld>
            <a:endParaRPr lang="en-US" sz="1050">
              <a:solidFill>
                <a:schemeClr val="accent3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C9F935E-8A18-5E61-EA36-E93FA17163C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DBECA4D-79E6-5B3C-DFFD-40C354E18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8" name="Picture 7" descr="A close up of a logo&#10;&#10;Description automatically generated">
            <a:extLst>
              <a:ext uri="{FF2B5EF4-FFF2-40B4-BE49-F238E27FC236}">
                <a16:creationId xmlns:a16="http://schemas.microsoft.com/office/drawing/2014/main" id="{E50AC303-7556-C0B6-F249-C56EE955C6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9972" y="5885573"/>
            <a:ext cx="2044014" cy="826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422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83476B7-0A83-FA61-A77D-3EB336A99B93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B966003-85DB-43D3-A898-046CDA8DB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09737"/>
            <a:ext cx="10515600" cy="2916691"/>
          </a:xfrm>
        </p:spPr>
        <p:txBody>
          <a:bodyPr anchor="ctr"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Picture 3" descr="A white background with black border&#10;&#10;Description automatically generated">
            <a:extLst>
              <a:ext uri="{FF2B5EF4-FFF2-40B4-BE49-F238E27FC236}">
                <a16:creationId xmlns:a16="http://schemas.microsoft.com/office/drawing/2014/main" id="{E657415D-E0A9-770E-0663-21C000FC00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6994" y="5695180"/>
            <a:ext cx="2875005" cy="1162820"/>
          </a:xfrm>
          <a:prstGeom prst="rect">
            <a:avLst/>
          </a:prstGeom>
        </p:spPr>
      </p:pic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D2D7C7F-DFD3-5FA4-863F-D2E4907714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9972" y="5885573"/>
            <a:ext cx="2044014" cy="826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146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49A44B3-EC02-4662-8159-6EFFB54E8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416823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tandard 2-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FD2406EE-A554-5348-AE6D-4D8B343E620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11150" y="1102385"/>
            <a:ext cx="11569700" cy="5328857"/>
          </a:xfrm>
          <a:prstGeom prst="rect">
            <a:avLst/>
          </a:prstGeom>
        </p:spPr>
        <p:txBody>
          <a:bodyPr tIns="0" rIns="0" bIns="0" numCol="2" spcCol="54000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b="0">
                <a:solidFill>
                  <a:schemeClr val="tx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a two-column layout. Click to add content. </a:t>
            </a:r>
          </a:p>
        </p:txBody>
      </p:sp>
      <p:sp>
        <p:nvSpPr>
          <p:cNvPr id="19" name="Footer Placeholder 8">
            <a:extLst>
              <a:ext uri="{FF2B5EF4-FFF2-40B4-BE49-F238E27FC236}">
                <a16:creationId xmlns:a16="http://schemas.microsoft.com/office/drawing/2014/main" id="{CDA06C55-0643-C148-AAB1-C4BB26FD7B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66050" y="6523001"/>
            <a:ext cx="4114800" cy="1961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 b="1" spc="100" baseline="0">
                <a:solidFill>
                  <a:schemeClr val="tx1"/>
                </a:solidFill>
              </a:defRPr>
            </a:lvl1pPr>
          </a:lstStyle>
          <a:p>
            <a:endParaRPr lang="en-JP"/>
          </a:p>
        </p:txBody>
      </p:sp>
      <p:pic>
        <p:nvPicPr>
          <p:cNvPr id="14" name="Picture 13" descr="Takeda">
            <a:extLst>
              <a:ext uri="{FF2B5EF4-FFF2-40B4-BE49-F238E27FC236}">
                <a16:creationId xmlns:a16="http://schemas.microsoft.com/office/drawing/2014/main" id="{A75F5BF7-D49E-8A49-AE81-CB31E57D5A7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46331" y="-1615"/>
            <a:ext cx="1696232" cy="940780"/>
          </a:xfrm>
          <a:prstGeom prst="rect">
            <a:avLst/>
          </a:prstGeom>
        </p:spPr>
      </p:pic>
      <p:sp>
        <p:nvSpPr>
          <p:cNvPr id="22" name="タイトル プレースホルダ 1">
            <a:extLst>
              <a:ext uri="{FF2B5EF4-FFF2-40B4-BE49-F238E27FC236}">
                <a16:creationId xmlns:a16="http://schemas.microsoft.com/office/drawing/2014/main" id="{86D2E5B8-9E2B-DB46-A55A-5F26569C4F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6078" y="161605"/>
            <a:ext cx="9940253" cy="685801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/>
            </a:lvl1pPr>
          </a:lstStyle>
          <a:p>
            <a:r>
              <a:rPr kumimoji="1" lang="en-US" altLang="ja-JP"/>
              <a:t>Two-column layout. Click to add title</a:t>
            </a:r>
            <a:endParaRPr kumimoji="1" lang="ja-JP" alt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49634AC-7DDA-D44D-88DB-5850289DD643}"/>
              </a:ext>
            </a:extLst>
          </p:cNvPr>
          <p:cNvSpPr/>
          <p:nvPr userDrawn="1"/>
        </p:nvSpPr>
        <p:spPr>
          <a:xfrm>
            <a:off x="308038" y="161606"/>
            <a:ext cx="54000" cy="685800"/>
          </a:xfrm>
          <a:prstGeom prst="rect">
            <a:avLst/>
          </a:pr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en-JP">
              <a:solidFill>
                <a:schemeClr val="accent1"/>
              </a:solidFill>
              <a:latin typeface="Trebuchet MS" panose="020B0603020202020204" pitchFamily="34" charset="0"/>
            </a:endParaRPr>
          </a:p>
        </p:txBody>
      </p:sp>
      <p:sp>
        <p:nvSpPr>
          <p:cNvPr id="20" name="スライド番号プレースホルダ 5">
            <a:extLst>
              <a:ext uri="{FF2B5EF4-FFF2-40B4-BE49-F238E27FC236}">
                <a16:creationId xmlns:a16="http://schemas.microsoft.com/office/drawing/2014/main" id="{E22A984C-7436-8C4C-83C8-F2AD675920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1150" y="6523001"/>
            <a:ext cx="294928" cy="196131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l">
              <a:defRPr sz="800" b="1" i="0">
                <a:solidFill>
                  <a:schemeClr val="tx1"/>
                </a:solidFill>
                <a:latin typeface="Trebuchet MS" panose="020B0603020202020204" pitchFamily="34" charset="0"/>
                <a:ea typeface="メイリオ" pitchFamily="50" charset="-128"/>
                <a:cs typeface="Calibri" panose="020F0502020204030204" pitchFamily="34" charset="0"/>
              </a:defRPr>
            </a:lvl1pPr>
          </a:lstStyle>
          <a:p>
            <a:pPr defTabSz="1218810"/>
            <a:fld id="{E9B57936-92EF-4126-AE48-1D9D36D15E98}" type="slidenum">
              <a:rPr lang="ja-JP" altLang="en-US" smtClean="0"/>
              <a:pPr defTabSz="1218810"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020182102"/>
      </p:ext>
    </p:extLst>
  </p:cSld>
  <p:clrMapOvr>
    <a:masterClrMapping/>
  </p:clrMapOvr>
  <p:transition spd="slow">
    <p:push dir="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>
            <a:extLst>
              <a:ext uri="{FF2B5EF4-FFF2-40B4-BE49-F238E27FC236}">
                <a16:creationId xmlns:a16="http://schemas.microsoft.com/office/drawing/2014/main" id="{82B9CECE-7D8F-8C4A-AFC6-A963B1F05594}"/>
              </a:ext>
            </a:extLst>
          </p:cNvPr>
          <p:cNvSpPr/>
          <p:nvPr userDrawn="1"/>
        </p:nvSpPr>
        <p:spPr>
          <a:xfrm>
            <a:off x="0" y="61263"/>
            <a:ext cx="255181" cy="8490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en-US" altLang="en-US" sz="1800">
              <a:solidFill>
                <a:schemeClr val="accent1"/>
              </a:solidFill>
            </a:endParaRP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91E79114-5B74-9547-8292-DAB8965D43F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9005" y="506"/>
            <a:ext cx="11459359" cy="3428494"/>
          </a:xfrm>
          <a:custGeom>
            <a:avLst/>
            <a:gdLst>
              <a:gd name="connsiteX0" fmla="*/ 0 w 10888662"/>
              <a:gd name="connsiteY0" fmla="*/ 579722 h 6442075"/>
              <a:gd name="connsiteX1" fmla="*/ 579722 w 10888662"/>
              <a:gd name="connsiteY1" fmla="*/ 0 h 6442075"/>
              <a:gd name="connsiteX2" fmla="*/ 10308940 w 10888662"/>
              <a:gd name="connsiteY2" fmla="*/ 0 h 6442075"/>
              <a:gd name="connsiteX3" fmla="*/ 10888662 w 10888662"/>
              <a:gd name="connsiteY3" fmla="*/ 579722 h 6442075"/>
              <a:gd name="connsiteX4" fmla="*/ 10888662 w 10888662"/>
              <a:gd name="connsiteY4" fmla="*/ 5862353 h 6442075"/>
              <a:gd name="connsiteX5" fmla="*/ 10308940 w 10888662"/>
              <a:gd name="connsiteY5" fmla="*/ 6442075 h 6442075"/>
              <a:gd name="connsiteX6" fmla="*/ 579722 w 10888662"/>
              <a:gd name="connsiteY6" fmla="*/ 6442075 h 6442075"/>
              <a:gd name="connsiteX7" fmla="*/ 0 w 10888662"/>
              <a:gd name="connsiteY7" fmla="*/ 5862353 h 6442075"/>
              <a:gd name="connsiteX8" fmla="*/ 0 w 10888662"/>
              <a:gd name="connsiteY8" fmla="*/ 579722 h 6442075"/>
              <a:gd name="connsiteX0" fmla="*/ 0 w 10888662"/>
              <a:gd name="connsiteY0" fmla="*/ 659657 h 6522010"/>
              <a:gd name="connsiteX1" fmla="*/ 10308940 w 10888662"/>
              <a:gd name="connsiteY1" fmla="*/ 79935 h 6522010"/>
              <a:gd name="connsiteX2" fmla="*/ 10888662 w 10888662"/>
              <a:gd name="connsiteY2" fmla="*/ 659657 h 6522010"/>
              <a:gd name="connsiteX3" fmla="*/ 10888662 w 10888662"/>
              <a:gd name="connsiteY3" fmla="*/ 5942288 h 6522010"/>
              <a:gd name="connsiteX4" fmla="*/ 10308940 w 10888662"/>
              <a:gd name="connsiteY4" fmla="*/ 6522010 h 6522010"/>
              <a:gd name="connsiteX5" fmla="*/ 579722 w 10888662"/>
              <a:gd name="connsiteY5" fmla="*/ 6522010 h 6522010"/>
              <a:gd name="connsiteX6" fmla="*/ 0 w 10888662"/>
              <a:gd name="connsiteY6" fmla="*/ 5942288 h 6522010"/>
              <a:gd name="connsiteX7" fmla="*/ 0 w 10888662"/>
              <a:gd name="connsiteY7" fmla="*/ 659657 h 6522010"/>
              <a:gd name="connsiteX0" fmla="*/ 0 w 10888662"/>
              <a:gd name="connsiteY0" fmla="*/ 579722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10308940 w 10888662"/>
              <a:gd name="connsiteY4" fmla="*/ 64420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579722 h 6442075"/>
              <a:gd name="connsiteX0" fmla="*/ 0 w 10888662"/>
              <a:gd name="connsiteY0" fmla="*/ 129257 h 6569679"/>
              <a:gd name="connsiteX1" fmla="*/ 10308940 w 10888662"/>
              <a:gd name="connsiteY1" fmla="*/ 127604 h 6569679"/>
              <a:gd name="connsiteX2" fmla="*/ 10888662 w 10888662"/>
              <a:gd name="connsiteY2" fmla="*/ 707326 h 6569679"/>
              <a:gd name="connsiteX3" fmla="*/ 10888662 w 10888662"/>
              <a:gd name="connsiteY3" fmla="*/ 5989957 h 6569679"/>
              <a:gd name="connsiteX4" fmla="*/ 10308940 w 10888662"/>
              <a:gd name="connsiteY4" fmla="*/ 6569679 h 6569679"/>
              <a:gd name="connsiteX5" fmla="*/ 579722 w 10888662"/>
              <a:gd name="connsiteY5" fmla="*/ 6569679 h 6569679"/>
              <a:gd name="connsiteX6" fmla="*/ 0 w 10888662"/>
              <a:gd name="connsiteY6" fmla="*/ 5989957 h 6569679"/>
              <a:gd name="connsiteX7" fmla="*/ 0 w 10888662"/>
              <a:gd name="connsiteY7" fmla="*/ 129257 h 6569679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10308940 w 10888662"/>
              <a:gd name="connsiteY4" fmla="*/ 64420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1653 h 6442075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9657299 w 10888662"/>
              <a:gd name="connsiteY4" fmla="*/ 55276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1653 h 6442075"/>
              <a:gd name="connsiteX0" fmla="*/ 0 w 10888662"/>
              <a:gd name="connsiteY0" fmla="*/ 1653 h 6522010"/>
              <a:gd name="connsiteX1" fmla="*/ 10308940 w 10888662"/>
              <a:gd name="connsiteY1" fmla="*/ 0 h 6522010"/>
              <a:gd name="connsiteX2" fmla="*/ 10888662 w 10888662"/>
              <a:gd name="connsiteY2" fmla="*/ 579722 h 6522010"/>
              <a:gd name="connsiteX3" fmla="*/ 10888662 w 10888662"/>
              <a:gd name="connsiteY3" fmla="*/ 5862353 h 6522010"/>
              <a:gd name="connsiteX4" fmla="*/ 579722 w 10888662"/>
              <a:gd name="connsiteY4" fmla="*/ 6442075 h 6522010"/>
              <a:gd name="connsiteX5" fmla="*/ 0 w 10888662"/>
              <a:gd name="connsiteY5" fmla="*/ 5862353 h 6522010"/>
              <a:gd name="connsiteX6" fmla="*/ 0 w 10888662"/>
              <a:gd name="connsiteY6" fmla="*/ 1653 h 6522010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579722 w 10888662"/>
              <a:gd name="connsiteY4" fmla="*/ 6442075 h 6442075"/>
              <a:gd name="connsiteX5" fmla="*/ 0 w 10888662"/>
              <a:gd name="connsiteY5" fmla="*/ 5862353 h 6442075"/>
              <a:gd name="connsiteX6" fmla="*/ 0 w 10888662"/>
              <a:gd name="connsiteY6" fmla="*/ 1653 h 6442075"/>
              <a:gd name="connsiteX0" fmla="*/ 0 w 10888662"/>
              <a:gd name="connsiteY0" fmla="*/ 1653 h 6585432"/>
              <a:gd name="connsiteX1" fmla="*/ 10308940 w 10888662"/>
              <a:gd name="connsiteY1" fmla="*/ 0 h 6585432"/>
              <a:gd name="connsiteX2" fmla="*/ 10888662 w 10888662"/>
              <a:gd name="connsiteY2" fmla="*/ 579722 h 6585432"/>
              <a:gd name="connsiteX3" fmla="*/ 10878151 w 10888662"/>
              <a:gd name="connsiteY3" fmla="*/ 6461442 h 6585432"/>
              <a:gd name="connsiteX4" fmla="*/ 579722 w 10888662"/>
              <a:gd name="connsiteY4" fmla="*/ 6442075 h 6585432"/>
              <a:gd name="connsiteX5" fmla="*/ 0 w 10888662"/>
              <a:gd name="connsiteY5" fmla="*/ 5862353 h 6585432"/>
              <a:gd name="connsiteX6" fmla="*/ 0 w 10888662"/>
              <a:gd name="connsiteY6" fmla="*/ 1653 h 6585432"/>
              <a:gd name="connsiteX0" fmla="*/ 0 w 10888662"/>
              <a:gd name="connsiteY0" fmla="*/ 1653 h 6577502"/>
              <a:gd name="connsiteX1" fmla="*/ 10308940 w 10888662"/>
              <a:gd name="connsiteY1" fmla="*/ 0 h 6577502"/>
              <a:gd name="connsiteX2" fmla="*/ 10888662 w 10888662"/>
              <a:gd name="connsiteY2" fmla="*/ 579722 h 6577502"/>
              <a:gd name="connsiteX3" fmla="*/ 10878151 w 10888662"/>
              <a:gd name="connsiteY3" fmla="*/ 6450932 h 6577502"/>
              <a:gd name="connsiteX4" fmla="*/ 579722 w 10888662"/>
              <a:gd name="connsiteY4" fmla="*/ 6442075 h 6577502"/>
              <a:gd name="connsiteX5" fmla="*/ 0 w 10888662"/>
              <a:gd name="connsiteY5" fmla="*/ 5862353 h 6577502"/>
              <a:gd name="connsiteX6" fmla="*/ 0 w 10888662"/>
              <a:gd name="connsiteY6" fmla="*/ 1653 h 6577502"/>
              <a:gd name="connsiteX0" fmla="*/ 0 w 11750094"/>
              <a:gd name="connsiteY0" fmla="*/ 1653 h 6577502"/>
              <a:gd name="connsiteX1" fmla="*/ 10308940 w 11750094"/>
              <a:gd name="connsiteY1" fmla="*/ 0 h 6577502"/>
              <a:gd name="connsiteX2" fmla="*/ 10888662 w 11750094"/>
              <a:gd name="connsiteY2" fmla="*/ 579722 h 6577502"/>
              <a:gd name="connsiteX3" fmla="*/ 10878151 w 11750094"/>
              <a:gd name="connsiteY3" fmla="*/ 6450932 h 6577502"/>
              <a:gd name="connsiteX4" fmla="*/ 579722 w 11750094"/>
              <a:gd name="connsiteY4" fmla="*/ 6442075 h 6577502"/>
              <a:gd name="connsiteX5" fmla="*/ 0 w 11750094"/>
              <a:gd name="connsiteY5" fmla="*/ 5862353 h 6577502"/>
              <a:gd name="connsiteX6" fmla="*/ 0 w 11750094"/>
              <a:gd name="connsiteY6" fmla="*/ 1653 h 6577502"/>
              <a:gd name="connsiteX0" fmla="*/ 0 w 11750094"/>
              <a:gd name="connsiteY0" fmla="*/ 1653 h 6577502"/>
              <a:gd name="connsiteX1" fmla="*/ 10308940 w 11750094"/>
              <a:gd name="connsiteY1" fmla="*/ 0 h 6577502"/>
              <a:gd name="connsiteX2" fmla="*/ 10888662 w 11750094"/>
              <a:gd name="connsiteY2" fmla="*/ 579722 h 6577502"/>
              <a:gd name="connsiteX3" fmla="*/ 10878151 w 11750094"/>
              <a:gd name="connsiteY3" fmla="*/ 6450932 h 6577502"/>
              <a:gd name="connsiteX4" fmla="*/ 579722 w 11750094"/>
              <a:gd name="connsiteY4" fmla="*/ 6442075 h 6577502"/>
              <a:gd name="connsiteX5" fmla="*/ 0 w 11750094"/>
              <a:gd name="connsiteY5" fmla="*/ 5862353 h 6577502"/>
              <a:gd name="connsiteX6" fmla="*/ 0 w 11750094"/>
              <a:gd name="connsiteY6" fmla="*/ 1653 h 6577502"/>
              <a:gd name="connsiteX0" fmla="*/ 0 w 11750094"/>
              <a:gd name="connsiteY0" fmla="*/ 1653 h 6450932"/>
              <a:gd name="connsiteX1" fmla="*/ 10308940 w 11750094"/>
              <a:gd name="connsiteY1" fmla="*/ 0 h 6450932"/>
              <a:gd name="connsiteX2" fmla="*/ 10888662 w 11750094"/>
              <a:gd name="connsiteY2" fmla="*/ 579722 h 6450932"/>
              <a:gd name="connsiteX3" fmla="*/ 10878151 w 11750094"/>
              <a:gd name="connsiteY3" fmla="*/ 6450932 h 6450932"/>
              <a:gd name="connsiteX4" fmla="*/ 579722 w 11750094"/>
              <a:gd name="connsiteY4" fmla="*/ 6442075 h 6450932"/>
              <a:gd name="connsiteX5" fmla="*/ 0 w 11750094"/>
              <a:gd name="connsiteY5" fmla="*/ 5862353 h 6450932"/>
              <a:gd name="connsiteX6" fmla="*/ 0 w 11750094"/>
              <a:gd name="connsiteY6" fmla="*/ 1653 h 6450932"/>
              <a:gd name="connsiteX0" fmla="*/ 0 w 11750094"/>
              <a:gd name="connsiteY0" fmla="*/ 1653 h 6450932"/>
              <a:gd name="connsiteX1" fmla="*/ 10308940 w 11750094"/>
              <a:gd name="connsiteY1" fmla="*/ 0 h 6450932"/>
              <a:gd name="connsiteX2" fmla="*/ 10888662 w 11750094"/>
              <a:gd name="connsiteY2" fmla="*/ 579722 h 6450932"/>
              <a:gd name="connsiteX3" fmla="*/ 10878151 w 11750094"/>
              <a:gd name="connsiteY3" fmla="*/ 6450932 h 6450932"/>
              <a:gd name="connsiteX4" fmla="*/ 579722 w 11750094"/>
              <a:gd name="connsiteY4" fmla="*/ 6442075 h 6450932"/>
              <a:gd name="connsiteX5" fmla="*/ 0 w 11750094"/>
              <a:gd name="connsiteY5" fmla="*/ 5862353 h 6450932"/>
              <a:gd name="connsiteX6" fmla="*/ 0 w 11750094"/>
              <a:gd name="connsiteY6" fmla="*/ 1653 h 6450932"/>
              <a:gd name="connsiteX0" fmla="*/ 0 w 10888662"/>
              <a:gd name="connsiteY0" fmla="*/ 1653 h 6450932"/>
              <a:gd name="connsiteX1" fmla="*/ 10308940 w 10888662"/>
              <a:gd name="connsiteY1" fmla="*/ 0 h 6450932"/>
              <a:gd name="connsiteX2" fmla="*/ 10888662 w 10888662"/>
              <a:gd name="connsiteY2" fmla="*/ 579722 h 6450932"/>
              <a:gd name="connsiteX3" fmla="*/ 10878151 w 10888662"/>
              <a:gd name="connsiteY3" fmla="*/ 6450932 h 6450932"/>
              <a:gd name="connsiteX4" fmla="*/ 579722 w 10888662"/>
              <a:gd name="connsiteY4" fmla="*/ 6442075 h 6450932"/>
              <a:gd name="connsiteX5" fmla="*/ 0 w 10888662"/>
              <a:gd name="connsiteY5" fmla="*/ 5862353 h 6450932"/>
              <a:gd name="connsiteX6" fmla="*/ 0 w 10888662"/>
              <a:gd name="connsiteY6" fmla="*/ 1653 h 6450932"/>
              <a:gd name="connsiteX0" fmla="*/ 0 w 10999550"/>
              <a:gd name="connsiteY0" fmla="*/ 1653 h 6450932"/>
              <a:gd name="connsiteX1" fmla="*/ 10844968 w 10999550"/>
              <a:gd name="connsiteY1" fmla="*/ 0 h 6450932"/>
              <a:gd name="connsiteX2" fmla="*/ 10888662 w 10999550"/>
              <a:gd name="connsiteY2" fmla="*/ 579722 h 6450932"/>
              <a:gd name="connsiteX3" fmla="*/ 10878151 w 10999550"/>
              <a:gd name="connsiteY3" fmla="*/ 6450932 h 6450932"/>
              <a:gd name="connsiteX4" fmla="*/ 579722 w 10999550"/>
              <a:gd name="connsiteY4" fmla="*/ 6442075 h 6450932"/>
              <a:gd name="connsiteX5" fmla="*/ 0 w 10999550"/>
              <a:gd name="connsiteY5" fmla="*/ 5862353 h 6450932"/>
              <a:gd name="connsiteX6" fmla="*/ 0 w 10999550"/>
              <a:gd name="connsiteY6" fmla="*/ 1653 h 6450932"/>
              <a:gd name="connsiteX0" fmla="*/ 0 w 11022020"/>
              <a:gd name="connsiteY0" fmla="*/ 1653 h 6450932"/>
              <a:gd name="connsiteX1" fmla="*/ 10876499 w 11022020"/>
              <a:gd name="connsiteY1" fmla="*/ 0 h 6450932"/>
              <a:gd name="connsiteX2" fmla="*/ 10888662 w 11022020"/>
              <a:gd name="connsiteY2" fmla="*/ 579722 h 6450932"/>
              <a:gd name="connsiteX3" fmla="*/ 10878151 w 11022020"/>
              <a:gd name="connsiteY3" fmla="*/ 6450932 h 6450932"/>
              <a:gd name="connsiteX4" fmla="*/ 579722 w 11022020"/>
              <a:gd name="connsiteY4" fmla="*/ 6442075 h 6450932"/>
              <a:gd name="connsiteX5" fmla="*/ 0 w 11022020"/>
              <a:gd name="connsiteY5" fmla="*/ 5862353 h 6450932"/>
              <a:gd name="connsiteX6" fmla="*/ 0 w 11022020"/>
              <a:gd name="connsiteY6" fmla="*/ 1653 h 6450932"/>
              <a:gd name="connsiteX0" fmla="*/ 0 w 10888662"/>
              <a:gd name="connsiteY0" fmla="*/ 1653 h 6450932"/>
              <a:gd name="connsiteX1" fmla="*/ 10876499 w 10888662"/>
              <a:gd name="connsiteY1" fmla="*/ 0 h 6450932"/>
              <a:gd name="connsiteX2" fmla="*/ 10888662 w 10888662"/>
              <a:gd name="connsiteY2" fmla="*/ 579722 h 6450932"/>
              <a:gd name="connsiteX3" fmla="*/ 10878151 w 10888662"/>
              <a:gd name="connsiteY3" fmla="*/ 6450932 h 6450932"/>
              <a:gd name="connsiteX4" fmla="*/ 579722 w 10888662"/>
              <a:gd name="connsiteY4" fmla="*/ 6442075 h 6450932"/>
              <a:gd name="connsiteX5" fmla="*/ 0 w 10888662"/>
              <a:gd name="connsiteY5" fmla="*/ 5862353 h 6450932"/>
              <a:gd name="connsiteX6" fmla="*/ 0 w 10888662"/>
              <a:gd name="connsiteY6" fmla="*/ 1653 h 6450932"/>
              <a:gd name="connsiteX0" fmla="*/ 0 w 12200990"/>
              <a:gd name="connsiteY0" fmla="*/ 1653 h 6450932"/>
              <a:gd name="connsiteX1" fmla="*/ 10876499 w 12200990"/>
              <a:gd name="connsiteY1" fmla="*/ 0 h 6450932"/>
              <a:gd name="connsiteX2" fmla="*/ 10878151 w 12200990"/>
              <a:gd name="connsiteY2" fmla="*/ 6450932 h 6450932"/>
              <a:gd name="connsiteX3" fmla="*/ 579722 w 12200990"/>
              <a:gd name="connsiteY3" fmla="*/ 6442075 h 6450932"/>
              <a:gd name="connsiteX4" fmla="*/ 0 w 12200990"/>
              <a:gd name="connsiteY4" fmla="*/ 5862353 h 6450932"/>
              <a:gd name="connsiteX5" fmla="*/ 0 w 12200990"/>
              <a:gd name="connsiteY5" fmla="*/ 1653 h 6450932"/>
              <a:gd name="connsiteX0" fmla="*/ 0 w 11640630"/>
              <a:gd name="connsiteY0" fmla="*/ 1653 h 6450932"/>
              <a:gd name="connsiteX1" fmla="*/ 10876499 w 11640630"/>
              <a:gd name="connsiteY1" fmla="*/ 0 h 6450932"/>
              <a:gd name="connsiteX2" fmla="*/ 10878151 w 11640630"/>
              <a:gd name="connsiteY2" fmla="*/ 6450932 h 6450932"/>
              <a:gd name="connsiteX3" fmla="*/ 579722 w 11640630"/>
              <a:gd name="connsiteY3" fmla="*/ 6442075 h 6450932"/>
              <a:gd name="connsiteX4" fmla="*/ 0 w 11640630"/>
              <a:gd name="connsiteY4" fmla="*/ 5862353 h 6450932"/>
              <a:gd name="connsiteX5" fmla="*/ 0 w 11640630"/>
              <a:gd name="connsiteY5" fmla="*/ 1653 h 6450932"/>
              <a:gd name="connsiteX0" fmla="*/ 0 w 10878151"/>
              <a:gd name="connsiteY0" fmla="*/ 1653 h 6450932"/>
              <a:gd name="connsiteX1" fmla="*/ 10876499 w 10878151"/>
              <a:gd name="connsiteY1" fmla="*/ 0 h 6450932"/>
              <a:gd name="connsiteX2" fmla="*/ 10878151 w 10878151"/>
              <a:gd name="connsiteY2" fmla="*/ 6450932 h 6450932"/>
              <a:gd name="connsiteX3" fmla="*/ 579722 w 10878151"/>
              <a:gd name="connsiteY3" fmla="*/ 6442075 h 6450932"/>
              <a:gd name="connsiteX4" fmla="*/ 0 w 10878151"/>
              <a:gd name="connsiteY4" fmla="*/ 5862353 h 6450932"/>
              <a:gd name="connsiteX5" fmla="*/ 0 w 10878151"/>
              <a:gd name="connsiteY5" fmla="*/ 1653 h 6450932"/>
              <a:gd name="connsiteX0" fmla="*/ 0 w 11843451"/>
              <a:gd name="connsiteY0" fmla="*/ 1653 h 6450932"/>
              <a:gd name="connsiteX1" fmla="*/ 11843451 w 11843451"/>
              <a:gd name="connsiteY1" fmla="*/ 0 h 6450932"/>
              <a:gd name="connsiteX2" fmla="*/ 10878151 w 11843451"/>
              <a:gd name="connsiteY2" fmla="*/ 6450932 h 6450932"/>
              <a:gd name="connsiteX3" fmla="*/ 579722 w 11843451"/>
              <a:gd name="connsiteY3" fmla="*/ 6442075 h 6450932"/>
              <a:gd name="connsiteX4" fmla="*/ 0 w 11843451"/>
              <a:gd name="connsiteY4" fmla="*/ 5862353 h 6450932"/>
              <a:gd name="connsiteX5" fmla="*/ 0 w 11843451"/>
              <a:gd name="connsiteY5" fmla="*/ 1653 h 6450932"/>
              <a:gd name="connsiteX0" fmla="*/ 0 w 11855613"/>
              <a:gd name="connsiteY0" fmla="*/ 1653 h 6450932"/>
              <a:gd name="connsiteX1" fmla="*/ 11843451 w 11855613"/>
              <a:gd name="connsiteY1" fmla="*/ 0 h 6450932"/>
              <a:gd name="connsiteX2" fmla="*/ 11855613 w 11855613"/>
              <a:gd name="connsiteY2" fmla="*/ 6450932 h 6450932"/>
              <a:gd name="connsiteX3" fmla="*/ 579722 w 11855613"/>
              <a:gd name="connsiteY3" fmla="*/ 6442075 h 6450932"/>
              <a:gd name="connsiteX4" fmla="*/ 0 w 11855613"/>
              <a:gd name="connsiteY4" fmla="*/ 5862353 h 6450932"/>
              <a:gd name="connsiteX5" fmla="*/ 0 w 11855613"/>
              <a:gd name="connsiteY5" fmla="*/ 1653 h 6450932"/>
              <a:gd name="connsiteX0" fmla="*/ 0 w 11864472"/>
              <a:gd name="connsiteY0" fmla="*/ 1653 h 6450932"/>
              <a:gd name="connsiteX1" fmla="*/ 11864472 w 11864472"/>
              <a:gd name="connsiteY1" fmla="*/ 0 h 6450932"/>
              <a:gd name="connsiteX2" fmla="*/ 11855613 w 11864472"/>
              <a:gd name="connsiteY2" fmla="*/ 6450932 h 6450932"/>
              <a:gd name="connsiteX3" fmla="*/ 579722 w 11864472"/>
              <a:gd name="connsiteY3" fmla="*/ 6442075 h 6450932"/>
              <a:gd name="connsiteX4" fmla="*/ 0 w 11864472"/>
              <a:gd name="connsiteY4" fmla="*/ 5862353 h 6450932"/>
              <a:gd name="connsiteX5" fmla="*/ 0 w 11864472"/>
              <a:gd name="connsiteY5" fmla="*/ 1653 h 6450932"/>
              <a:gd name="connsiteX0" fmla="*/ 0 w 11864472"/>
              <a:gd name="connsiteY0" fmla="*/ 1653 h 6442075"/>
              <a:gd name="connsiteX1" fmla="*/ 11864472 w 11864472"/>
              <a:gd name="connsiteY1" fmla="*/ 0 h 6442075"/>
              <a:gd name="connsiteX2" fmla="*/ 11855613 w 11864472"/>
              <a:gd name="connsiteY2" fmla="*/ 6440421 h 6442075"/>
              <a:gd name="connsiteX3" fmla="*/ 579722 w 11864472"/>
              <a:gd name="connsiteY3" fmla="*/ 6442075 h 6442075"/>
              <a:gd name="connsiteX4" fmla="*/ 0 w 11864472"/>
              <a:gd name="connsiteY4" fmla="*/ 5862353 h 6442075"/>
              <a:gd name="connsiteX5" fmla="*/ 0 w 11864472"/>
              <a:gd name="connsiteY5" fmla="*/ 1653 h 6442075"/>
              <a:gd name="connsiteX0" fmla="*/ 0 w 11864472"/>
              <a:gd name="connsiteY0" fmla="*/ 0 h 6630428"/>
              <a:gd name="connsiteX1" fmla="*/ 11864472 w 11864472"/>
              <a:gd name="connsiteY1" fmla="*/ 188353 h 6630428"/>
              <a:gd name="connsiteX2" fmla="*/ 11855613 w 11864472"/>
              <a:gd name="connsiteY2" fmla="*/ 6628774 h 6630428"/>
              <a:gd name="connsiteX3" fmla="*/ 579722 w 11864472"/>
              <a:gd name="connsiteY3" fmla="*/ 6630428 h 6630428"/>
              <a:gd name="connsiteX4" fmla="*/ 0 w 11864472"/>
              <a:gd name="connsiteY4" fmla="*/ 6050706 h 6630428"/>
              <a:gd name="connsiteX5" fmla="*/ 0 w 11864472"/>
              <a:gd name="connsiteY5" fmla="*/ 0 h 6630428"/>
              <a:gd name="connsiteX0" fmla="*/ 0 w 11864472"/>
              <a:gd name="connsiteY0" fmla="*/ 13527 h 6643955"/>
              <a:gd name="connsiteX1" fmla="*/ 11864472 w 11864472"/>
              <a:gd name="connsiteY1" fmla="*/ 0 h 6643955"/>
              <a:gd name="connsiteX2" fmla="*/ 11855613 w 11864472"/>
              <a:gd name="connsiteY2" fmla="*/ 6642301 h 6643955"/>
              <a:gd name="connsiteX3" fmla="*/ 579722 w 11864472"/>
              <a:gd name="connsiteY3" fmla="*/ 6643955 h 6643955"/>
              <a:gd name="connsiteX4" fmla="*/ 0 w 11864472"/>
              <a:gd name="connsiteY4" fmla="*/ 6064233 h 6643955"/>
              <a:gd name="connsiteX5" fmla="*/ 0 w 11864472"/>
              <a:gd name="connsiteY5" fmla="*/ 13527 h 6643955"/>
              <a:gd name="connsiteX0" fmla="*/ 0 w 11864472"/>
              <a:gd name="connsiteY0" fmla="*/ 1319813 h 6643955"/>
              <a:gd name="connsiteX1" fmla="*/ 11864472 w 11864472"/>
              <a:gd name="connsiteY1" fmla="*/ 0 h 6643955"/>
              <a:gd name="connsiteX2" fmla="*/ 11855613 w 11864472"/>
              <a:gd name="connsiteY2" fmla="*/ 6642301 h 6643955"/>
              <a:gd name="connsiteX3" fmla="*/ 579722 w 11864472"/>
              <a:gd name="connsiteY3" fmla="*/ 6643955 h 6643955"/>
              <a:gd name="connsiteX4" fmla="*/ 0 w 11864472"/>
              <a:gd name="connsiteY4" fmla="*/ 6064233 h 6643955"/>
              <a:gd name="connsiteX5" fmla="*/ 0 w 11864472"/>
              <a:gd name="connsiteY5" fmla="*/ 1319813 h 6643955"/>
              <a:gd name="connsiteX0" fmla="*/ 0 w 11864472"/>
              <a:gd name="connsiteY0" fmla="*/ 13527 h 5337669"/>
              <a:gd name="connsiteX1" fmla="*/ 11864472 w 11864472"/>
              <a:gd name="connsiteY1" fmla="*/ 0 h 5337669"/>
              <a:gd name="connsiteX2" fmla="*/ 11855613 w 11864472"/>
              <a:gd name="connsiteY2" fmla="*/ 5336015 h 5337669"/>
              <a:gd name="connsiteX3" fmla="*/ 579722 w 11864472"/>
              <a:gd name="connsiteY3" fmla="*/ 5337669 h 5337669"/>
              <a:gd name="connsiteX4" fmla="*/ 0 w 11864472"/>
              <a:gd name="connsiteY4" fmla="*/ 4757947 h 5337669"/>
              <a:gd name="connsiteX5" fmla="*/ 0 w 11864472"/>
              <a:gd name="connsiteY5" fmla="*/ 13527 h 5337669"/>
              <a:gd name="connsiteX0" fmla="*/ 0 w 11864472"/>
              <a:gd name="connsiteY0" fmla="*/ 1652 h 5337669"/>
              <a:gd name="connsiteX1" fmla="*/ 11864472 w 11864472"/>
              <a:gd name="connsiteY1" fmla="*/ 0 h 5337669"/>
              <a:gd name="connsiteX2" fmla="*/ 11855613 w 11864472"/>
              <a:gd name="connsiteY2" fmla="*/ 5336015 h 5337669"/>
              <a:gd name="connsiteX3" fmla="*/ 579722 w 11864472"/>
              <a:gd name="connsiteY3" fmla="*/ 5337669 h 5337669"/>
              <a:gd name="connsiteX4" fmla="*/ 0 w 11864472"/>
              <a:gd name="connsiteY4" fmla="*/ 4757947 h 5337669"/>
              <a:gd name="connsiteX5" fmla="*/ 0 w 11864472"/>
              <a:gd name="connsiteY5" fmla="*/ 1652 h 5337669"/>
              <a:gd name="connsiteX0" fmla="*/ 0 w 11864472"/>
              <a:gd name="connsiteY0" fmla="*/ 2201927 h 5337669"/>
              <a:gd name="connsiteX1" fmla="*/ 11864472 w 11864472"/>
              <a:gd name="connsiteY1" fmla="*/ 0 h 5337669"/>
              <a:gd name="connsiteX2" fmla="*/ 11855613 w 11864472"/>
              <a:gd name="connsiteY2" fmla="*/ 5336015 h 5337669"/>
              <a:gd name="connsiteX3" fmla="*/ 579722 w 11864472"/>
              <a:gd name="connsiteY3" fmla="*/ 5337669 h 5337669"/>
              <a:gd name="connsiteX4" fmla="*/ 0 w 11864472"/>
              <a:gd name="connsiteY4" fmla="*/ 4757947 h 5337669"/>
              <a:gd name="connsiteX5" fmla="*/ 0 w 11864472"/>
              <a:gd name="connsiteY5" fmla="*/ 2201927 h 5337669"/>
              <a:gd name="connsiteX0" fmla="*/ 0 w 11864472"/>
              <a:gd name="connsiteY0" fmla="*/ 1652 h 3137394"/>
              <a:gd name="connsiteX1" fmla="*/ 11864472 w 11864472"/>
              <a:gd name="connsiteY1" fmla="*/ 0 h 3137394"/>
              <a:gd name="connsiteX2" fmla="*/ 11855613 w 11864472"/>
              <a:gd name="connsiteY2" fmla="*/ 3135740 h 3137394"/>
              <a:gd name="connsiteX3" fmla="*/ 579722 w 11864472"/>
              <a:gd name="connsiteY3" fmla="*/ 3137394 h 3137394"/>
              <a:gd name="connsiteX4" fmla="*/ 0 w 11864472"/>
              <a:gd name="connsiteY4" fmla="*/ 2557672 h 3137394"/>
              <a:gd name="connsiteX5" fmla="*/ 0 w 11864472"/>
              <a:gd name="connsiteY5" fmla="*/ 1652 h 3137394"/>
              <a:gd name="connsiteX0" fmla="*/ 0 w 11864472"/>
              <a:gd name="connsiteY0" fmla="*/ 0 h 3420555"/>
              <a:gd name="connsiteX1" fmla="*/ 11864472 w 11864472"/>
              <a:gd name="connsiteY1" fmla="*/ 283161 h 3420555"/>
              <a:gd name="connsiteX2" fmla="*/ 11855613 w 11864472"/>
              <a:gd name="connsiteY2" fmla="*/ 3418901 h 3420555"/>
              <a:gd name="connsiteX3" fmla="*/ 579722 w 11864472"/>
              <a:gd name="connsiteY3" fmla="*/ 3420555 h 3420555"/>
              <a:gd name="connsiteX4" fmla="*/ 0 w 11864472"/>
              <a:gd name="connsiteY4" fmla="*/ 2840833 h 3420555"/>
              <a:gd name="connsiteX5" fmla="*/ 0 w 11864472"/>
              <a:gd name="connsiteY5" fmla="*/ 0 h 3420555"/>
              <a:gd name="connsiteX0" fmla="*/ 0 w 11864472"/>
              <a:gd name="connsiteY0" fmla="*/ 1652 h 3422207"/>
              <a:gd name="connsiteX1" fmla="*/ 11864472 w 11864472"/>
              <a:gd name="connsiteY1" fmla="*/ 0 h 3422207"/>
              <a:gd name="connsiteX2" fmla="*/ 11855613 w 11864472"/>
              <a:gd name="connsiteY2" fmla="*/ 3420553 h 3422207"/>
              <a:gd name="connsiteX3" fmla="*/ 579722 w 11864472"/>
              <a:gd name="connsiteY3" fmla="*/ 3422207 h 3422207"/>
              <a:gd name="connsiteX4" fmla="*/ 0 w 11864472"/>
              <a:gd name="connsiteY4" fmla="*/ 2842485 h 3422207"/>
              <a:gd name="connsiteX5" fmla="*/ 0 w 11864472"/>
              <a:gd name="connsiteY5" fmla="*/ 1652 h 3422207"/>
              <a:gd name="connsiteX0" fmla="*/ 0 w 11855613"/>
              <a:gd name="connsiteY0" fmla="*/ 0 h 3420555"/>
              <a:gd name="connsiteX1" fmla="*/ 11834492 w 11855613"/>
              <a:gd name="connsiteY1" fmla="*/ 58309 h 3420555"/>
              <a:gd name="connsiteX2" fmla="*/ 11855613 w 11855613"/>
              <a:gd name="connsiteY2" fmla="*/ 3418901 h 3420555"/>
              <a:gd name="connsiteX3" fmla="*/ 579722 w 11855613"/>
              <a:gd name="connsiteY3" fmla="*/ 3420555 h 3420555"/>
              <a:gd name="connsiteX4" fmla="*/ 0 w 11855613"/>
              <a:gd name="connsiteY4" fmla="*/ 2840833 h 3420555"/>
              <a:gd name="connsiteX5" fmla="*/ 0 w 11855613"/>
              <a:gd name="connsiteY5" fmla="*/ 0 h 3420555"/>
              <a:gd name="connsiteX0" fmla="*/ 0 w 11855613"/>
              <a:gd name="connsiteY0" fmla="*/ 1652 h 3362246"/>
              <a:gd name="connsiteX1" fmla="*/ 11834492 w 11855613"/>
              <a:gd name="connsiteY1" fmla="*/ 0 h 3362246"/>
              <a:gd name="connsiteX2" fmla="*/ 11855613 w 11855613"/>
              <a:gd name="connsiteY2" fmla="*/ 3360592 h 3362246"/>
              <a:gd name="connsiteX3" fmla="*/ 579722 w 11855613"/>
              <a:gd name="connsiteY3" fmla="*/ 3362246 h 3362246"/>
              <a:gd name="connsiteX4" fmla="*/ 0 w 11855613"/>
              <a:gd name="connsiteY4" fmla="*/ 2782524 h 3362246"/>
              <a:gd name="connsiteX5" fmla="*/ 0 w 11855613"/>
              <a:gd name="connsiteY5" fmla="*/ 1652 h 3362246"/>
              <a:gd name="connsiteX0" fmla="*/ 0 w 11864473"/>
              <a:gd name="connsiteY0" fmla="*/ 0 h 3360594"/>
              <a:gd name="connsiteX1" fmla="*/ 11864473 w 11864473"/>
              <a:gd name="connsiteY1" fmla="*/ 13338 h 3360594"/>
              <a:gd name="connsiteX2" fmla="*/ 11855613 w 11864473"/>
              <a:gd name="connsiteY2" fmla="*/ 3358940 h 3360594"/>
              <a:gd name="connsiteX3" fmla="*/ 579722 w 11864473"/>
              <a:gd name="connsiteY3" fmla="*/ 3360594 h 3360594"/>
              <a:gd name="connsiteX4" fmla="*/ 0 w 11864473"/>
              <a:gd name="connsiteY4" fmla="*/ 2780872 h 3360594"/>
              <a:gd name="connsiteX5" fmla="*/ 0 w 11864473"/>
              <a:gd name="connsiteY5" fmla="*/ 0 h 3360594"/>
              <a:gd name="connsiteX0" fmla="*/ 0 w 11864473"/>
              <a:gd name="connsiteY0" fmla="*/ 1652 h 3362246"/>
              <a:gd name="connsiteX1" fmla="*/ 11864473 w 11864473"/>
              <a:gd name="connsiteY1" fmla="*/ 0 h 3362246"/>
              <a:gd name="connsiteX2" fmla="*/ 11855613 w 11864473"/>
              <a:gd name="connsiteY2" fmla="*/ 3360592 h 3362246"/>
              <a:gd name="connsiteX3" fmla="*/ 579722 w 11864473"/>
              <a:gd name="connsiteY3" fmla="*/ 3362246 h 3362246"/>
              <a:gd name="connsiteX4" fmla="*/ 0 w 11864473"/>
              <a:gd name="connsiteY4" fmla="*/ 2782524 h 3362246"/>
              <a:gd name="connsiteX5" fmla="*/ 0 w 11864473"/>
              <a:gd name="connsiteY5" fmla="*/ 1652 h 3362246"/>
              <a:gd name="connsiteX0" fmla="*/ 0 w 11855629"/>
              <a:gd name="connsiteY0" fmla="*/ 1652 h 3362246"/>
              <a:gd name="connsiteX1" fmla="*/ 11459359 w 11855629"/>
              <a:gd name="connsiteY1" fmla="*/ 0 h 3362246"/>
              <a:gd name="connsiteX2" fmla="*/ 11855613 w 11855629"/>
              <a:gd name="connsiteY2" fmla="*/ 3360592 h 3362246"/>
              <a:gd name="connsiteX3" fmla="*/ 579722 w 11855629"/>
              <a:gd name="connsiteY3" fmla="*/ 3362246 h 3362246"/>
              <a:gd name="connsiteX4" fmla="*/ 0 w 11855629"/>
              <a:gd name="connsiteY4" fmla="*/ 2782524 h 3362246"/>
              <a:gd name="connsiteX5" fmla="*/ 0 w 11855629"/>
              <a:gd name="connsiteY5" fmla="*/ 1652 h 3362246"/>
              <a:gd name="connsiteX0" fmla="*/ 0 w 11459359"/>
              <a:gd name="connsiteY0" fmla="*/ 1652 h 3362246"/>
              <a:gd name="connsiteX1" fmla="*/ 11459359 w 11459359"/>
              <a:gd name="connsiteY1" fmla="*/ 0 h 3362246"/>
              <a:gd name="connsiteX2" fmla="*/ 11438924 w 11459359"/>
              <a:gd name="connsiteY2" fmla="*/ 3360592 h 3362246"/>
              <a:gd name="connsiteX3" fmla="*/ 579722 w 11459359"/>
              <a:gd name="connsiteY3" fmla="*/ 3362246 h 3362246"/>
              <a:gd name="connsiteX4" fmla="*/ 0 w 11459359"/>
              <a:gd name="connsiteY4" fmla="*/ 2782524 h 3362246"/>
              <a:gd name="connsiteX5" fmla="*/ 0 w 11459359"/>
              <a:gd name="connsiteY5" fmla="*/ 1652 h 3362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459359" h="3362246">
                <a:moveTo>
                  <a:pt x="0" y="1652"/>
                </a:moveTo>
                <a:lnTo>
                  <a:pt x="11459359" y="0"/>
                </a:lnTo>
                <a:cubicBezTo>
                  <a:pt x="11456406" y="1115201"/>
                  <a:pt x="11441877" y="2245391"/>
                  <a:pt x="11438924" y="3360592"/>
                </a:cubicBezTo>
                <a:lnTo>
                  <a:pt x="579722" y="3362246"/>
                </a:lnTo>
                <a:cubicBezTo>
                  <a:pt x="259550" y="3362246"/>
                  <a:pt x="0" y="3102696"/>
                  <a:pt x="0" y="2782524"/>
                </a:cubicBezTo>
                <a:lnTo>
                  <a:pt x="0" y="1652"/>
                </a:lnTo>
                <a:close/>
              </a:path>
            </a:pathLst>
          </a:custGeom>
          <a:noFill/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endParaRPr lang="en-JP"/>
          </a:p>
        </p:txBody>
      </p:sp>
      <p:pic>
        <p:nvPicPr>
          <p:cNvPr id="18" name="Picture 17" descr="Takeda">
            <a:extLst>
              <a:ext uri="{FF2B5EF4-FFF2-40B4-BE49-F238E27FC236}">
                <a16:creationId xmlns:a16="http://schemas.microsoft.com/office/drawing/2014/main" id="{5F9376FC-2A9F-C644-AD88-C6E1B65B4D9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90516" y="3362752"/>
            <a:ext cx="2251710" cy="1248865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9F5E8E0A-41D4-8346-9248-0B9AAC71238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94730" y="3956816"/>
            <a:ext cx="7699670" cy="1015681"/>
          </a:xfrm>
          <a:prstGeom prst="rect">
            <a:avLst/>
          </a:prstGeom>
        </p:spPr>
        <p:txBody>
          <a:bodyPr wrap="square" lIns="0" tIns="0" rIns="0" bIns="0" anchor="t" anchorCtr="0">
            <a:normAutofit/>
          </a:bodyPr>
          <a:lstStyle>
            <a:lvl1pPr>
              <a:lnSpc>
                <a:spcPts val="3800"/>
              </a:lnSpc>
              <a:defRPr sz="3600" b="1" i="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1pPr>
          </a:lstStyle>
          <a:p>
            <a:r>
              <a:rPr lang="en-GB"/>
              <a:t>Click to Add </a:t>
            </a:r>
            <a:br>
              <a:rPr lang="en-GB"/>
            </a:br>
            <a:r>
              <a:rPr lang="en-GB"/>
              <a:t>Title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5A63B8E-5554-A04E-B4C5-97ECEE58B6CC}"/>
              </a:ext>
            </a:extLst>
          </p:cNvPr>
          <p:cNvSpPr/>
          <p:nvPr userDrawn="1"/>
        </p:nvSpPr>
        <p:spPr>
          <a:xfrm>
            <a:off x="749005" y="3764031"/>
            <a:ext cx="97200" cy="270718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en-US" altLang="en-US" sz="1800">
              <a:solidFill>
                <a:srgbClr val="FFFFFF"/>
              </a:solidFill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2637423-F180-3943-B758-C8CCFA816E0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71921" y="6357944"/>
            <a:ext cx="1958578" cy="117462"/>
          </a:xfrm>
          <a:prstGeom prst="rect">
            <a:avLst/>
          </a:prstGeom>
        </p:spPr>
      </p:pic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F7327E43-4F43-914D-BE65-DB0ADB5A5E1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194728" y="5256031"/>
            <a:ext cx="7699670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Title of Position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4A23AA60-6137-8841-B2ED-51B2F2E5C1B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194728" y="5515045"/>
            <a:ext cx="7699670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Department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BB4FEAB2-22C6-3446-B4D2-5B610A729BC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194728" y="5769532"/>
            <a:ext cx="7699670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4085F378-E668-A648-B7B1-8C76C309ED6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194728" y="4997510"/>
            <a:ext cx="7699670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1E31EF6-BED5-C14F-94AD-4E5C55B8551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94728" y="6027352"/>
            <a:ext cx="7699670" cy="234001"/>
          </a:xfrm>
        </p:spPr>
        <p:txBody>
          <a:bodyPr tIns="0" rIns="0" bIns="0" anchor="ctr" anchorCtr="0">
            <a:noAutofit/>
          </a:bodyPr>
          <a:lstStyle>
            <a:lvl1pPr marL="0" marR="0" indent="0" algn="l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 sz="80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marL="0" marR="0" lvl="0" indent="0" algn="l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Private and confidential. For internal use only.</a:t>
            </a:r>
          </a:p>
        </p:txBody>
      </p:sp>
    </p:spTree>
    <p:extLst>
      <p:ext uri="{BB962C8B-B14F-4D97-AF65-F5344CB8AC3E}">
        <p14:creationId xmlns:p14="http://schemas.microsoft.com/office/powerpoint/2010/main" val="4153427514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" orient="horz" pos="4065">
          <p15:clr>
            <a:srgbClr val="FBAE40"/>
          </p15:clr>
        </p15:guide>
        <p15:guide id="2" orient="horz" pos="2364">
          <p15:clr>
            <a:srgbClr val="FBAE40"/>
          </p15:clr>
        </p15:guide>
        <p15:guide id="3" orient="horz" pos="216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Page 2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>
            <a:extLst>
              <a:ext uri="{FF2B5EF4-FFF2-40B4-BE49-F238E27FC236}">
                <a16:creationId xmlns:a16="http://schemas.microsoft.com/office/drawing/2014/main" id="{E02383DA-65B3-044E-9E1B-2CC00A0B1CC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94730" y="2303030"/>
            <a:ext cx="6862150" cy="1125969"/>
          </a:xfrm>
          <a:prstGeom prst="rect">
            <a:avLst/>
          </a:prstGeom>
        </p:spPr>
        <p:txBody>
          <a:bodyPr wrap="square" lIns="0" tIns="0" rIns="0" bIns="0" anchor="t" anchorCtr="0">
            <a:normAutofit/>
          </a:bodyPr>
          <a:lstStyle>
            <a:lvl1pPr>
              <a:lnSpc>
                <a:spcPts val="3800"/>
              </a:lnSpc>
              <a:defRPr sz="3600" b="1" i="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2F9C2FE-7E43-3948-92F0-0CEA804BDBFE}"/>
              </a:ext>
            </a:extLst>
          </p:cNvPr>
          <p:cNvSpPr/>
          <p:nvPr userDrawn="1"/>
        </p:nvSpPr>
        <p:spPr>
          <a:xfrm>
            <a:off x="749005" y="2110246"/>
            <a:ext cx="97200" cy="270718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en-US" altLang="en-US" sz="1800">
              <a:solidFill>
                <a:srgbClr val="FFFFFF"/>
              </a:solidFill>
            </a:endParaRP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8F239D86-1AC3-1D48-9675-22CEFBB263F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194729" y="3835926"/>
            <a:ext cx="6862150" cy="2630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Title of Position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91BF6710-27B9-2444-8317-2C64F0D3084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194729" y="4094940"/>
            <a:ext cx="6862150" cy="2630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Department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669B2D41-B11D-9D45-B189-F838AC342B0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94729" y="4349427"/>
            <a:ext cx="6862150" cy="2630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D7467C81-9D88-4140-B42C-28DFB564647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194729" y="3577405"/>
            <a:ext cx="6862150" cy="2630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Presenter Name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6819C41-2A79-B54D-9C44-C619DA694E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71921" y="6357944"/>
            <a:ext cx="1958578" cy="11746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D2794BD-1A0D-7D48-855D-469111926BF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90516" y="-8600"/>
            <a:ext cx="2251710" cy="1248865"/>
          </a:xfrm>
          <a:prstGeom prst="rect">
            <a:avLst/>
          </a:prstGeom>
        </p:spPr>
      </p:pic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9909778-A51F-784D-ACA4-EC5DBA48BE1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94729" y="6319955"/>
            <a:ext cx="7699670" cy="234001"/>
          </a:xfrm>
        </p:spPr>
        <p:txBody>
          <a:bodyPr tIns="0" rIns="0" bIns="0" anchor="ctr" anchorCtr="0">
            <a:noAutofit/>
          </a:bodyPr>
          <a:lstStyle>
            <a:lvl1pPr marL="0" marR="0" indent="0" algn="l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 sz="80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marL="0" marR="0" lvl="0" indent="0" algn="l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Private and confidential. For internal use only.</a:t>
            </a:r>
          </a:p>
        </p:txBody>
      </p:sp>
    </p:spTree>
    <p:extLst>
      <p:ext uri="{BB962C8B-B14F-4D97-AF65-F5344CB8AC3E}">
        <p14:creationId xmlns:p14="http://schemas.microsoft.com/office/powerpoint/2010/main" val="3470490292"/>
      </p:ext>
    </p:extLst>
  </p:cSld>
  <p:clrMapOvr>
    <a:masterClrMapping/>
  </p:clrMapOvr>
  <p:transition spd="slow">
    <p:push dir="u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>
            <a:extLst>
              <a:ext uri="{FF2B5EF4-FFF2-40B4-BE49-F238E27FC236}">
                <a16:creationId xmlns:a16="http://schemas.microsoft.com/office/drawing/2014/main" id="{E02383DA-65B3-044E-9E1B-2CC00A0B1CC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94730" y="2303030"/>
            <a:ext cx="4354731" cy="2279130"/>
          </a:xfrm>
          <a:prstGeom prst="rect">
            <a:avLst/>
          </a:prstGeom>
        </p:spPr>
        <p:txBody>
          <a:bodyPr wrap="square" lIns="0" tIns="0" rIns="0" bIns="0" anchor="ctr" anchorCtr="0">
            <a:normAutofit/>
          </a:bodyPr>
          <a:lstStyle>
            <a:lvl1pPr>
              <a:lnSpc>
                <a:spcPts val="3800"/>
              </a:lnSpc>
              <a:defRPr sz="3600" b="1" i="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1pPr>
          </a:lstStyle>
          <a:p>
            <a:r>
              <a:rPr lang="en-GB"/>
              <a:t>Click to add section title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2F9C2FE-7E43-3948-92F0-0CEA804BDBFE}"/>
              </a:ext>
            </a:extLst>
          </p:cNvPr>
          <p:cNvSpPr/>
          <p:nvPr userDrawn="1"/>
        </p:nvSpPr>
        <p:spPr>
          <a:xfrm>
            <a:off x="749005" y="2110246"/>
            <a:ext cx="97200" cy="270718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en-US" altLang="en-US" sz="1800">
              <a:solidFill>
                <a:srgbClr val="FFFFFF"/>
              </a:solidFill>
            </a:endParaRPr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46656F8F-0621-5F47-BF80-4A4E365A2D9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642541" y="-1"/>
            <a:ext cx="5565823" cy="6416675"/>
          </a:xfrm>
          <a:custGeom>
            <a:avLst/>
            <a:gdLst>
              <a:gd name="connsiteX0" fmla="*/ 0 w 10888662"/>
              <a:gd name="connsiteY0" fmla="*/ 579722 h 6442075"/>
              <a:gd name="connsiteX1" fmla="*/ 579722 w 10888662"/>
              <a:gd name="connsiteY1" fmla="*/ 0 h 6442075"/>
              <a:gd name="connsiteX2" fmla="*/ 10308940 w 10888662"/>
              <a:gd name="connsiteY2" fmla="*/ 0 h 6442075"/>
              <a:gd name="connsiteX3" fmla="*/ 10888662 w 10888662"/>
              <a:gd name="connsiteY3" fmla="*/ 579722 h 6442075"/>
              <a:gd name="connsiteX4" fmla="*/ 10888662 w 10888662"/>
              <a:gd name="connsiteY4" fmla="*/ 5862353 h 6442075"/>
              <a:gd name="connsiteX5" fmla="*/ 10308940 w 10888662"/>
              <a:gd name="connsiteY5" fmla="*/ 6442075 h 6442075"/>
              <a:gd name="connsiteX6" fmla="*/ 579722 w 10888662"/>
              <a:gd name="connsiteY6" fmla="*/ 6442075 h 6442075"/>
              <a:gd name="connsiteX7" fmla="*/ 0 w 10888662"/>
              <a:gd name="connsiteY7" fmla="*/ 5862353 h 6442075"/>
              <a:gd name="connsiteX8" fmla="*/ 0 w 10888662"/>
              <a:gd name="connsiteY8" fmla="*/ 579722 h 6442075"/>
              <a:gd name="connsiteX0" fmla="*/ 0 w 10888662"/>
              <a:gd name="connsiteY0" fmla="*/ 659657 h 6522010"/>
              <a:gd name="connsiteX1" fmla="*/ 10308940 w 10888662"/>
              <a:gd name="connsiteY1" fmla="*/ 79935 h 6522010"/>
              <a:gd name="connsiteX2" fmla="*/ 10888662 w 10888662"/>
              <a:gd name="connsiteY2" fmla="*/ 659657 h 6522010"/>
              <a:gd name="connsiteX3" fmla="*/ 10888662 w 10888662"/>
              <a:gd name="connsiteY3" fmla="*/ 5942288 h 6522010"/>
              <a:gd name="connsiteX4" fmla="*/ 10308940 w 10888662"/>
              <a:gd name="connsiteY4" fmla="*/ 6522010 h 6522010"/>
              <a:gd name="connsiteX5" fmla="*/ 579722 w 10888662"/>
              <a:gd name="connsiteY5" fmla="*/ 6522010 h 6522010"/>
              <a:gd name="connsiteX6" fmla="*/ 0 w 10888662"/>
              <a:gd name="connsiteY6" fmla="*/ 5942288 h 6522010"/>
              <a:gd name="connsiteX7" fmla="*/ 0 w 10888662"/>
              <a:gd name="connsiteY7" fmla="*/ 659657 h 6522010"/>
              <a:gd name="connsiteX0" fmla="*/ 0 w 10888662"/>
              <a:gd name="connsiteY0" fmla="*/ 579722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10308940 w 10888662"/>
              <a:gd name="connsiteY4" fmla="*/ 64420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579722 h 6442075"/>
              <a:gd name="connsiteX0" fmla="*/ 0 w 10888662"/>
              <a:gd name="connsiteY0" fmla="*/ 129257 h 6569679"/>
              <a:gd name="connsiteX1" fmla="*/ 10308940 w 10888662"/>
              <a:gd name="connsiteY1" fmla="*/ 127604 h 6569679"/>
              <a:gd name="connsiteX2" fmla="*/ 10888662 w 10888662"/>
              <a:gd name="connsiteY2" fmla="*/ 707326 h 6569679"/>
              <a:gd name="connsiteX3" fmla="*/ 10888662 w 10888662"/>
              <a:gd name="connsiteY3" fmla="*/ 5989957 h 6569679"/>
              <a:gd name="connsiteX4" fmla="*/ 10308940 w 10888662"/>
              <a:gd name="connsiteY4" fmla="*/ 6569679 h 6569679"/>
              <a:gd name="connsiteX5" fmla="*/ 579722 w 10888662"/>
              <a:gd name="connsiteY5" fmla="*/ 6569679 h 6569679"/>
              <a:gd name="connsiteX6" fmla="*/ 0 w 10888662"/>
              <a:gd name="connsiteY6" fmla="*/ 5989957 h 6569679"/>
              <a:gd name="connsiteX7" fmla="*/ 0 w 10888662"/>
              <a:gd name="connsiteY7" fmla="*/ 129257 h 6569679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10308940 w 10888662"/>
              <a:gd name="connsiteY4" fmla="*/ 64420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1653 h 6442075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9657299 w 10888662"/>
              <a:gd name="connsiteY4" fmla="*/ 55276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1653 h 6442075"/>
              <a:gd name="connsiteX0" fmla="*/ 0 w 10888662"/>
              <a:gd name="connsiteY0" fmla="*/ 1653 h 6522010"/>
              <a:gd name="connsiteX1" fmla="*/ 10308940 w 10888662"/>
              <a:gd name="connsiteY1" fmla="*/ 0 h 6522010"/>
              <a:gd name="connsiteX2" fmla="*/ 10888662 w 10888662"/>
              <a:gd name="connsiteY2" fmla="*/ 579722 h 6522010"/>
              <a:gd name="connsiteX3" fmla="*/ 10888662 w 10888662"/>
              <a:gd name="connsiteY3" fmla="*/ 5862353 h 6522010"/>
              <a:gd name="connsiteX4" fmla="*/ 579722 w 10888662"/>
              <a:gd name="connsiteY4" fmla="*/ 6442075 h 6522010"/>
              <a:gd name="connsiteX5" fmla="*/ 0 w 10888662"/>
              <a:gd name="connsiteY5" fmla="*/ 5862353 h 6522010"/>
              <a:gd name="connsiteX6" fmla="*/ 0 w 10888662"/>
              <a:gd name="connsiteY6" fmla="*/ 1653 h 6522010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579722 w 10888662"/>
              <a:gd name="connsiteY4" fmla="*/ 6442075 h 6442075"/>
              <a:gd name="connsiteX5" fmla="*/ 0 w 10888662"/>
              <a:gd name="connsiteY5" fmla="*/ 5862353 h 6442075"/>
              <a:gd name="connsiteX6" fmla="*/ 0 w 10888662"/>
              <a:gd name="connsiteY6" fmla="*/ 1653 h 6442075"/>
              <a:gd name="connsiteX0" fmla="*/ 0 w 10888662"/>
              <a:gd name="connsiteY0" fmla="*/ 1653 h 6585432"/>
              <a:gd name="connsiteX1" fmla="*/ 10308940 w 10888662"/>
              <a:gd name="connsiteY1" fmla="*/ 0 h 6585432"/>
              <a:gd name="connsiteX2" fmla="*/ 10888662 w 10888662"/>
              <a:gd name="connsiteY2" fmla="*/ 579722 h 6585432"/>
              <a:gd name="connsiteX3" fmla="*/ 10878151 w 10888662"/>
              <a:gd name="connsiteY3" fmla="*/ 6461442 h 6585432"/>
              <a:gd name="connsiteX4" fmla="*/ 579722 w 10888662"/>
              <a:gd name="connsiteY4" fmla="*/ 6442075 h 6585432"/>
              <a:gd name="connsiteX5" fmla="*/ 0 w 10888662"/>
              <a:gd name="connsiteY5" fmla="*/ 5862353 h 6585432"/>
              <a:gd name="connsiteX6" fmla="*/ 0 w 10888662"/>
              <a:gd name="connsiteY6" fmla="*/ 1653 h 6585432"/>
              <a:gd name="connsiteX0" fmla="*/ 0 w 10888662"/>
              <a:gd name="connsiteY0" fmla="*/ 1653 h 6577502"/>
              <a:gd name="connsiteX1" fmla="*/ 10308940 w 10888662"/>
              <a:gd name="connsiteY1" fmla="*/ 0 h 6577502"/>
              <a:gd name="connsiteX2" fmla="*/ 10888662 w 10888662"/>
              <a:gd name="connsiteY2" fmla="*/ 579722 h 6577502"/>
              <a:gd name="connsiteX3" fmla="*/ 10878151 w 10888662"/>
              <a:gd name="connsiteY3" fmla="*/ 6450932 h 6577502"/>
              <a:gd name="connsiteX4" fmla="*/ 579722 w 10888662"/>
              <a:gd name="connsiteY4" fmla="*/ 6442075 h 6577502"/>
              <a:gd name="connsiteX5" fmla="*/ 0 w 10888662"/>
              <a:gd name="connsiteY5" fmla="*/ 5862353 h 6577502"/>
              <a:gd name="connsiteX6" fmla="*/ 0 w 10888662"/>
              <a:gd name="connsiteY6" fmla="*/ 1653 h 6577502"/>
              <a:gd name="connsiteX0" fmla="*/ 0 w 11750094"/>
              <a:gd name="connsiteY0" fmla="*/ 1653 h 6577502"/>
              <a:gd name="connsiteX1" fmla="*/ 10308940 w 11750094"/>
              <a:gd name="connsiteY1" fmla="*/ 0 h 6577502"/>
              <a:gd name="connsiteX2" fmla="*/ 10888662 w 11750094"/>
              <a:gd name="connsiteY2" fmla="*/ 579722 h 6577502"/>
              <a:gd name="connsiteX3" fmla="*/ 10878151 w 11750094"/>
              <a:gd name="connsiteY3" fmla="*/ 6450932 h 6577502"/>
              <a:gd name="connsiteX4" fmla="*/ 579722 w 11750094"/>
              <a:gd name="connsiteY4" fmla="*/ 6442075 h 6577502"/>
              <a:gd name="connsiteX5" fmla="*/ 0 w 11750094"/>
              <a:gd name="connsiteY5" fmla="*/ 5862353 h 6577502"/>
              <a:gd name="connsiteX6" fmla="*/ 0 w 11750094"/>
              <a:gd name="connsiteY6" fmla="*/ 1653 h 6577502"/>
              <a:gd name="connsiteX0" fmla="*/ 0 w 11750094"/>
              <a:gd name="connsiteY0" fmla="*/ 1653 h 6577502"/>
              <a:gd name="connsiteX1" fmla="*/ 10308940 w 11750094"/>
              <a:gd name="connsiteY1" fmla="*/ 0 h 6577502"/>
              <a:gd name="connsiteX2" fmla="*/ 10888662 w 11750094"/>
              <a:gd name="connsiteY2" fmla="*/ 579722 h 6577502"/>
              <a:gd name="connsiteX3" fmla="*/ 10878151 w 11750094"/>
              <a:gd name="connsiteY3" fmla="*/ 6450932 h 6577502"/>
              <a:gd name="connsiteX4" fmla="*/ 579722 w 11750094"/>
              <a:gd name="connsiteY4" fmla="*/ 6442075 h 6577502"/>
              <a:gd name="connsiteX5" fmla="*/ 0 w 11750094"/>
              <a:gd name="connsiteY5" fmla="*/ 5862353 h 6577502"/>
              <a:gd name="connsiteX6" fmla="*/ 0 w 11750094"/>
              <a:gd name="connsiteY6" fmla="*/ 1653 h 6577502"/>
              <a:gd name="connsiteX0" fmla="*/ 0 w 11750094"/>
              <a:gd name="connsiteY0" fmla="*/ 1653 h 6450932"/>
              <a:gd name="connsiteX1" fmla="*/ 10308940 w 11750094"/>
              <a:gd name="connsiteY1" fmla="*/ 0 h 6450932"/>
              <a:gd name="connsiteX2" fmla="*/ 10888662 w 11750094"/>
              <a:gd name="connsiteY2" fmla="*/ 579722 h 6450932"/>
              <a:gd name="connsiteX3" fmla="*/ 10878151 w 11750094"/>
              <a:gd name="connsiteY3" fmla="*/ 6450932 h 6450932"/>
              <a:gd name="connsiteX4" fmla="*/ 579722 w 11750094"/>
              <a:gd name="connsiteY4" fmla="*/ 6442075 h 6450932"/>
              <a:gd name="connsiteX5" fmla="*/ 0 w 11750094"/>
              <a:gd name="connsiteY5" fmla="*/ 5862353 h 6450932"/>
              <a:gd name="connsiteX6" fmla="*/ 0 w 11750094"/>
              <a:gd name="connsiteY6" fmla="*/ 1653 h 6450932"/>
              <a:gd name="connsiteX0" fmla="*/ 0 w 11750094"/>
              <a:gd name="connsiteY0" fmla="*/ 1653 h 6450932"/>
              <a:gd name="connsiteX1" fmla="*/ 10308940 w 11750094"/>
              <a:gd name="connsiteY1" fmla="*/ 0 h 6450932"/>
              <a:gd name="connsiteX2" fmla="*/ 10888662 w 11750094"/>
              <a:gd name="connsiteY2" fmla="*/ 579722 h 6450932"/>
              <a:gd name="connsiteX3" fmla="*/ 10878151 w 11750094"/>
              <a:gd name="connsiteY3" fmla="*/ 6450932 h 6450932"/>
              <a:gd name="connsiteX4" fmla="*/ 579722 w 11750094"/>
              <a:gd name="connsiteY4" fmla="*/ 6442075 h 6450932"/>
              <a:gd name="connsiteX5" fmla="*/ 0 w 11750094"/>
              <a:gd name="connsiteY5" fmla="*/ 5862353 h 6450932"/>
              <a:gd name="connsiteX6" fmla="*/ 0 w 11750094"/>
              <a:gd name="connsiteY6" fmla="*/ 1653 h 6450932"/>
              <a:gd name="connsiteX0" fmla="*/ 0 w 10888662"/>
              <a:gd name="connsiteY0" fmla="*/ 1653 h 6450932"/>
              <a:gd name="connsiteX1" fmla="*/ 10308940 w 10888662"/>
              <a:gd name="connsiteY1" fmla="*/ 0 h 6450932"/>
              <a:gd name="connsiteX2" fmla="*/ 10888662 w 10888662"/>
              <a:gd name="connsiteY2" fmla="*/ 579722 h 6450932"/>
              <a:gd name="connsiteX3" fmla="*/ 10878151 w 10888662"/>
              <a:gd name="connsiteY3" fmla="*/ 6450932 h 6450932"/>
              <a:gd name="connsiteX4" fmla="*/ 579722 w 10888662"/>
              <a:gd name="connsiteY4" fmla="*/ 6442075 h 6450932"/>
              <a:gd name="connsiteX5" fmla="*/ 0 w 10888662"/>
              <a:gd name="connsiteY5" fmla="*/ 5862353 h 6450932"/>
              <a:gd name="connsiteX6" fmla="*/ 0 w 10888662"/>
              <a:gd name="connsiteY6" fmla="*/ 1653 h 6450932"/>
              <a:gd name="connsiteX0" fmla="*/ 0 w 10999550"/>
              <a:gd name="connsiteY0" fmla="*/ 1653 h 6450932"/>
              <a:gd name="connsiteX1" fmla="*/ 10844968 w 10999550"/>
              <a:gd name="connsiteY1" fmla="*/ 0 h 6450932"/>
              <a:gd name="connsiteX2" fmla="*/ 10888662 w 10999550"/>
              <a:gd name="connsiteY2" fmla="*/ 579722 h 6450932"/>
              <a:gd name="connsiteX3" fmla="*/ 10878151 w 10999550"/>
              <a:gd name="connsiteY3" fmla="*/ 6450932 h 6450932"/>
              <a:gd name="connsiteX4" fmla="*/ 579722 w 10999550"/>
              <a:gd name="connsiteY4" fmla="*/ 6442075 h 6450932"/>
              <a:gd name="connsiteX5" fmla="*/ 0 w 10999550"/>
              <a:gd name="connsiteY5" fmla="*/ 5862353 h 6450932"/>
              <a:gd name="connsiteX6" fmla="*/ 0 w 10999550"/>
              <a:gd name="connsiteY6" fmla="*/ 1653 h 6450932"/>
              <a:gd name="connsiteX0" fmla="*/ 0 w 11022020"/>
              <a:gd name="connsiteY0" fmla="*/ 1653 h 6450932"/>
              <a:gd name="connsiteX1" fmla="*/ 10876499 w 11022020"/>
              <a:gd name="connsiteY1" fmla="*/ 0 h 6450932"/>
              <a:gd name="connsiteX2" fmla="*/ 10888662 w 11022020"/>
              <a:gd name="connsiteY2" fmla="*/ 579722 h 6450932"/>
              <a:gd name="connsiteX3" fmla="*/ 10878151 w 11022020"/>
              <a:gd name="connsiteY3" fmla="*/ 6450932 h 6450932"/>
              <a:gd name="connsiteX4" fmla="*/ 579722 w 11022020"/>
              <a:gd name="connsiteY4" fmla="*/ 6442075 h 6450932"/>
              <a:gd name="connsiteX5" fmla="*/ 0 w 11022020"/>
              <a:gd name="connsiteY5" fmla="*/ 5862353 h 6450932"/>
              <a:gd name="connsiteX6" fmla="*/ 0 w 11022020"/>
              <a:gd name="connsiteY6" fmla="*/ 1653 h 6450932"/>
              <a:gd name="connsiteX0" fmla="*/ 0 w 10888662"/>
              <a:gd name="connsiteY0" fmla="*/ 1653 h 6450932"/>
              <a:gd name="connsiteX1" fmla="*/ 10876499 w 10888662"/>
              <a:gd name="connsiteY1" fmla="*/ 0 h 6450932"/>
              <a:gd name="connsiteX2" fmla="*/ 10888662 w 10888662"/>
              <a:gd name="connsiteY2" fmla="*/ 579722 h 6450932"/>
              <a:gd name="connsiteX3" fmla="*/ 10878151 w 10888662"/>
              <a:gd name="connsiteY3" fmla="*/ 6450932 h 6450932"/>
              <a:gd name="connsiteX4" fmla="*/ 579722 w 10888662"/>
              <a:gd name="connsiteY4" fmla="*/ 6442075 h 6450932"/>
              <a:gd name="connsiteX5" fmla="*/ 0 w 10888662"/>
              <a:gd name="connsiteY5" fmla="*/ 5862353 h 6450932"/>
              <a:gd name="connsiteX6" fmla="*/ 0 w 10888662"/>
              <a:gd name="connsiteY6" fmla="*/ 1653 h 6450932"/>
              <a:gd name="connsiteX0" fmla="*/ 0 w 12200990"/>
              <a:gd name="connsiteY0" fmla="*/ 1653 h 6450932"/>
              <a:gd name="connsiteX1" fmla="*/ 10876499 w 12200990"/>
              <a:gd name="connsiteY1" fmla="*/ 0 h 6450932"/>
              <a:gd name="connsiteX2" fmla="*/ 10878151 w 12200990"/>
              <a:gd name="connsiteY2" fmla="*/ 6450932 h 6450932"/>
              <a:gd name="connsiteX3" fmla="*/ 579722 w 12200990"/>
              <a:gd name="connsiteY3" fmla="*/ 6442075 h 6450932"/>
              <a:gd name="connsiteX4" fmla="*/ 0 w 12200990"/>
              <a:gd name="connsiteY4" fmla="*/ 5862353 h 6450932"/>
              <a:gd name="connsiteX5" fmla="*/ 0 w 12200990"/>
              <a:gd name="connsiteY5" fmla="*/ 1653 h 6450932"/>
              <a:gd name="connsiteX0" fmla="*/ 0 w 11640630"/>
              <a:gd name="connsiteY0" fmla="*/ 1653 h 6450932"/>
              <a:gd name="connsiteX1" fmla="*/ 10876499 w 11640630"/>
              <a:gd name="connsiteY1" fmla="*/ 0 h 6450932"/>
              <a:gd name="connsiteX2" fmla="*/ 10878151 w 11640630"/>
              <a:gd name="connsiteY2" fmla="*/ 6450932 h 6450932"/>
              <a:gd name="connsiteX3" fmla="*/ 579722 w 11640630"/>
              <a:gd name="connsiteY3" fmla="*/ 6442075 h 6450932"/>
              <a:gd name="connsiteX4" fmla="*/ 0 w 11640630"/>
              <a:gd name="connsiteY4" fmla="*/ 5862353 h 6450932"/>
              <a:gd name="connsiteX5" fmla="*/ 0 w 11640630"/>
              <a:gd name="connsiteY5" fmla="*/ 1653 h 6450932"/>
              <a:gd name="connsiteX0" fmla="*/ 0 w 10878151"/>
              <a:gd name="connsiteY0" fmla="*/ 1653 h 6450932"/>
              <a:gd name="connsiteX1" fmla="*/ 10876499 w 10878151"/>
              <a:gd name="connsiteY1" fmla="*/ 0 h 6450932"/>
              <a:gd name="connsiteX2" fmla="*/ 10878151 w 10878151"/>
              <a:gd name="connsiteY2" fmla="*/ 6450932 h 6450932"/>
              <a:gd name="connsiteX3" fmla="*/ 579722 w 10878151"/>
              <a:gd name="connsiteY3" fmla="*/ 6442075 h 6450932"/>
              <a:gd name="connsiteX4" fmla="*/ 0 w 10878151"/>
              <a:gd name="connsiteY4" fmla="*/ 5862353 h 6450932"/>
              <a:gd name="connsiteX5" fmla="*/ 0 w 10878151"/>
              <a:gd name="connsiteY5" fmla="*/ 1653 h 6450932"/>
              <a:gd name="connsiteX0" fmla="*/ 0 w 11843451"/>
              <a:gd name="connsiteY0" fmla="*/ 1653 h 6450932"/>
              <a:gd name="connsiteX1" fmla="*/ 11843451 w 11843451"/>
              <a:gd name="connsiteY1" fmla="*/ 0 h 6450932"/>
              <a:gd name="connsiteX2" fmla="*/ 10878151 w 11843451"/>
              <a:gd name="connsiteY2" fmla="*/ 6450932 h 6450932"/>
              <a:gd name="connsiteX3" fmla="*/ 579722 w 11843451"/>
              <a:gd name="connsiteY3" fmla="*/ 6442075 h 6450932"/>
              <a:gd name="connsiteX4" fmla="*/ 0 w 11843451"/>
              <a:gd name="connsiteY4" fmla="*/ 5862353 h 6450932"/>
              <a:gd name="connsiteX5" fmla="*/ 0 w 11843451"/>
              <a:gd name="connsiteY5" fmla="*/ 1653 h 6450932"/>
              <a:gd name="connsiteX0" fmla="*/ 0 w 11855613"/>
              <a:gd name="connsiteY0" fmla="*/ 1653 h 6450932"/>
              <a:gd name="connsiteX1" fmla="*/ 11843451 w 11855613"/>
              <a:gd name="connsiteY1" fmla="*/ 0 h 6450932"/>
              <a:gd name="connsiteX2" fmla="*/ 11855613 w 11855613"/>
              <a:gd name="connsiteY2" fmla="*/ 6450932 h 6450932"/>
              <a:gd name="connsiteX3" fmla="*/ 579722 w 11855613"/>
              <a:gd name="connsiteY3" fmla="*/ 6442075 h 6450932"/>
              <a:gd name="connsiteX4" fmla="*/ 0 w 11855613"/>
              <a:gd name="connsiteY4" fmla="*/ 5862353 h 6450932"/>
              <a:gd name="connsiteX5" fmla="*/ 0 w 11855613"/>
              <a:gd name="connsiteY5" fmla="*/ 1653 h 6450932"/>
              <a:gd name="connsiteX0" fmla="*/ 0 w 11864472"/>
              <a:gd name="connsiteY0" fmla="*/ 1653 h 6450932"/>
              <a:gd name="connsiteX1" fmla="*/ 11864472 w 11864472"/>
              <a:gd name="connsiteY1" fmla="*/ 0 h 6450932"/>
              <a:gd name="connsiteX2" fmla="*/ 11855613 w 11864472"/>
              <a:gd name="connsiteY2" fmla="*/ 6450932 h 6450932"/>
              <a:gd name="connsiteX3" fmla="*/ 579722 w 11864472"/>
              <a:gd name="connsiteY3" fmla="*/ 6442075 h 6450932"/>
              <a:gd name="connsiteX4" fmla="*/ 0 w 11864472"/>
              <a:gd name="connsiteY4" fmla="*/ 5862353 h 6450932"/>
              <a:gd name="connsiteX5" fmla="*/ 0 w 11864472"/>
              <a:gd name="connsiteY5" fmla="*/ 1653 h 6450932"/>
              <a:gd name="connsiteX0" fmla="*/ 0 w 11864472"/>
              <a:gd name="connsiteY0" fmla="*/ 1653 h 6442075"/>
              <a:gd name="connsiteX1" fmla="*/ 11864472 w 11864472"/>
              <a:gd name="connsiteY1" fmla="*/ 0 h 6442075"/>
              <a:gd name="connsiteX2" fmla="*/ 11855613 w 11864472"/>
              <a:gd name="connsiteY2" fmla="*/ 6440421 h 6442075"/>
              <a:gd name="connsiteX3" fmla="*/ 579722 w 11864472"/>
              <a:gd name="connsiteY3" fmla="*/ 6442075 h 6442075"/>
              <a:gd name="connsiteX4" fmla="*/ 0 w 11864472"/>
              <a:gd name="connsiteY4" fmla="*/ 5862353 h 6442075"/>
              <a:gd name="connsiteX5" fmla="*/ 0 w 11864472"/>
              <a:gd name="connsiteY5" fmla="*/ 1653 h 6442075"/>
              <a:gd name="connsiteX0" fmla="*/ 0 w 11864472"/>
              <a:gd name="connsiteY0" fmla="*/ 0 h 6630428"/>
              <a:gd name="connsiteX1" fmla="*/ 11864472 w 11864472"/>
              <a:gd name="connsiteY1" fmla="*/ 188353 h 6630428"/>
              <a:gd name="connsiteX2" fmla="*/ 11855613 w 11864472"/>
              <a:gd name="connsiteY2" fmla="*/ 6628774 h 6630428"/>
              <a:gd name="connsiteX3" fmla="*/ 579722 w 11864472"/>
              <a:gd name="connsiteY3" fmla="*/ 6630428 h 6630428"/>
              <a:gd name="connsiteX4" fmla="*/ 0 w 11864472"/>
              <a:gd name="connsiteY4" fmla="*/ 6050706 h 6630428"/>
              <a:gd name="connsiteX5" fmla="*/ 0 w 11864472"/>
              <a:gd name="connsiteY5" fmla="*/ 0 h 6630428"/>
              <a:gd name="connsiteX0" fmla="*/ 0 w 11864472"/>
              <a:gd name="connsiteY0" fmla="*/ 13527 h 6643955"/>
              <a:gd name="connsiteX1" fmla="*/ 11864472 w 11864472"/>
              <a:gd name="connsiteY1" fmla="*/ 0 h 6643955"/>
              <a:gd name="connsiteX2" fmla="*/ 11855613 w 11864472"/>
              <a:gd name="connsiteY2" fmla="*/ 6642301 h 6643955"/>
              <a:gd name="connsiteX3" fmla="*/ 579722 w 11864472"/>
              <a:gd name="connsiteY3" fmla="*/ 6643955 h 6643955"/>
              <a:gd name="connsiteX4" fmla="*/ 0 w 11864472"/>
              <a:gd name="connsiteY4" fmla="*/ 6064233 h 6643955"/>
              <a:gd name="connsiteX5" fmla="*/ 0 w 11864472"/>
              <a:gd name="connsiteY5" fmla="*/ 13527 h 6643955"/>
              <a:gd name="connsiteX0" fmla="*/ 0 w 11864472"/>
              <a:gd name="connsiteY0" fmla="*/ 1319813 h 6643955"/>
              <a:gd name="connsiteX1" fmla="*/ 11864472 w 11864472"/>
              <a:gd name="connsiteY1" fmla="*/ 0 h 6643955"/>
              <a:gd name="connsiteX2" fmla="*/ 11855613 w 11864472"/>
              <a:gd name="connsiteY2" fmla="*/ 6642301 h 6643955"/>
              <a:gd name="connsiteX3" fmla="*/ 579722 w 11864472"/>
              <a:gd name="connsiteY3" fmla="*/ 6643955 h 6643955"/>
              <a:gd name="connsiteX4" fmla="*/ 0 w 11864472"/>
              <a:gd name="connsiteY4" fmla="*/ 6064233 h 6643955"/>
              <a:gd name="connsiteX5" fmla="*/ 0 w 11864472"/>
              <a:gd name="connsiteY5" fmla="*/ 1319813 h 6643955"/>
              <a:gd name="connsiteX0" fmla="*/ 0 w 11864472"/>
              <a:gd name="connsiteY0" fmla="*/ 13527 h 5337669"/>
              <a:gd name="connsiteX1" fmla="*/ 11864472 w 11864472"/>
              <a:gd name="connsiteY1" fmla="*/ 0 h 5337669"/>
              <a:gd name="connsiteX2" fmla="*/ 11855613 w 11864472"/>
              <a:gd name="connsiteY2" fmla="*/ 5336015 h 5337669"/>
              <a:gd name="connsiteX3" fmla="*/ 579722 w 11864472"/>
              <a:gd name="connsiteY3" fmla="*/ 5337669 h 5337669"/>
              <a:gd name="connsiteX4" fmla="*/ 0 w 11864472"/>
              <a:gd name="connsiteY4" fmla="*/ 4757947 h 5337669"/>
              <a:gd name="connsiteX5" fmla="*/ 0 w 11864472"/>
              <a:gd name="connsiteY5" fmla="*/ 13527 h 5337669"/>
              <a:gd name="connsiteX0" fmla="*/ 0 w 11864472"/>
              <a:gd name="connsiteY0" fmla="*/ 1652 h 5337669"/>
              <a:gd name="connsiteX1" fmla="*/ 11864472 w 11864472"/>
              <a:gd name="connsiteY1" fmla="*/ 0 h 5337669"/>
              <a:gd name="connsiteX2" fmla="*/ 11855613 w 11864472"/>
              <a:gd name="connsiteY2" fmla="*/ 5336015 h 5337669"/>
              <a:gd name="connsiteX3" fmla="*/ 579722 w 11864472"/>
              <a:gd name="connsiteY3" fmla="*/ 5337669 h 5337669"/>
              <a:gd name="connsiteX4" fmla="*/ 0 w 11864472"/>
              <a:gd name="connsiteY4" fmla="*/ 4757947 h 5337669"/>
              <a:gd name="connsiteX5" fmla="*/ 0 w 11864472"/>
              <a:gd name="connsiteY5" fmla="*/ 1652 h 5337669"/>
              <a:gd name="connsiteX0" fmla="*/ 0 w 11864472"/>
              <a:gd name="connsiteY0" fmla="*/ 2201927 h 5337669"/>
              <a:gd name="connsiteX1" fmla="*/ 11864472 w 11864472"/>
              <a:gd name="connsiteY1" fmla="*/ 0 h 5337669"/>
              <a:gd name="connsiteX2" fmla="*/ 11855613 w 11864472"/>
              <a:gd name="connsiteY2" fmla="*/ 5336015 h 5337669"/>
              <a:gd name="connsiteX3" fmla="*/ 579722 w 11864472"/>
              <a:gd name="connsiteY3" fmla="*/ 5337669 h 5337669"/>
              <a:gd name="connsiteX4" fmla="*/ 0 w 11864472"/>
              <a:gd name="connsiteY4" fmla="*/ 4757947 h 5337669"/>
              <a:gd name="connsiteX5" fmla="*/ 0 w 11864472"/>
              <a:gd name="connsiteY5" fmla="*/ 2201927 h 5337669"/>
              <a:gd name="connsiteX0" fmla="*/ 0 w 11864472"/>
              <a:gd name="connsiteY0" fmla="*/ 1652 h 3137394"/>
              <a:gd name="connsiteX1" fmla="*/ 11864472 w 11864472"/>
              <a:gd name="connsiteY1" fmla="*/ 0 h 3137394"/>
              <a:gd name="connsiteX2" fmla="*/ 11855613 w 11864472"/>
              <a:gd name="connsiteY2" fmla="*/ 3135740 h 3137394"/>
              <a:gd name="connsiteX3" fmla="*/ 579722 w 11864472"/>
              <a:gd name="connsiteY3" fmla="*/ 3137394 h 3137394"/>
              <a:gd name="connsiteX4" fmla="*/ 0 w 11864472"/>
              <a:gd name="connsiteY4" fmla="*/ 2557672 h 3137394"/>
              <a:gd name="connsiteX5" fmla="*/ 0 w 11864472"/>
              <a:gd name="connsiteY5" fmla="*/ 1652 h 3137394"/>
              <a:gd name="connsiteX0" fmla="*/ 0 w 11864472"/>
              <a:gd name="connsiteY0" fmla="*/ 0 h 3420555"/>
              <a:gd name="connsiteX1" fmla="*/ 11864472 w 11864472"/>
              <a:gd name="connsiteY1" fmla="*/ 283161 h 3420555"/>
              <a:gd name="connsiteX2" fmla="*/ 11855613 w 11864472"/>
              <a:gd name="connsiteY2" fmla="*/ 3418901 h 3420555"/>
              <a:gd name="connsiteX3" fmla="*/ 579722 w 11864472"/>
              <a:gd name="connsiteY3" fmla="*/ 3420555 h 3420555"/>
              <a:gd name="connsiteX4" fmla="*/ 0 w 11864472"/>
              <a:gd name="connsiteY4" fmla="*/ 2840833 h 3420555"/>
              <a:gd name="connsiteX5" fmla="*/ 0 w 11864472"/>
              <a:gd name="connsiteY5" fmla="*/ 0 h 3420555"/>
              <a:gd name="connsiteX0" fmla="*/ 0 w 11864472"/>
              <a:gd name="connsiteY0" fmla="*/ 1652 h 3422207"/>
              <a:gd name="connsiteX1" fmla="*/ 11864472 w 11864472"/>
              <a:gd name="connsiteY1" fmla="*/ 0 h 3422207"/>
              <a:gd name="connsiteX2" fmla="*/ 11855613 w 11864472"/>
              <a:gd name="connsiteY2" fmla="*/ 3420553 h 3422207"/>
              <a:gd name="connsiteX3" fmla="*/ 579722 w 11864472"/>
              <a:gd name="connsiteY3" fmla="*/ 3422207 h 3422207"/>
              <a:gd name="connsiteX4" fmla="*/ 0 w 11864472"/>
              <a:gd name="connsiteY4" fmla="*/ 2842485 h 3422207"/>
              <a:gd name="connsiteX5" fmla="*/ 0 w 11864472"/>
              <a:gd name="connsiteY5" fmla="*/ 1652 h 3422207"/>
              <a:gd name="connsiteX0" fmla="*/ 0 w 11855613"/>
              <a:gd name="connsiteY0" fmla="*/ 0 h 3420555"/>
              <a:gd name="connsiteX1" fmla="*/ 11834492 w 11855613"/>
              <a:gd name="connsiteY1" fmla="*/ 58309 h 3420555"/>
              <a:gd name="connsiteX2" fmla="*/ 11855613 w 11855613"/>
              <a:gd name="connsiteY2" fmla="*/ 3418901 h 3420555"/>
              <a:gd name="connsiteX3" fmla="*/ 579722 w 11855613"/>
              <a:gd name="connsiteY3" fmla="*/ 3420555 h 3420555"/>
              <a:gd name="connsiteX4" fmla="*/ 0 w 11855613"/>
              <a:gd name="connsiteY4" fmla="*/ 2840833 h 3420555"/>
              <a:gd name="connsiteX5" fmla="*/ 0 w 11855613"/>
              <a:gd name="connsiteY5" fmla="*/ 0 h 3420555"/>
              <a:gd name="connsiteX0" fmla="*/ 0 w 11855613"/>
              <a:gd name="connsiteY0" fmla="*/ 1652 h 3362246"/>
              <a:gd name="connsiteX1" fmla="*/ 11834492 w 11855613"/>
              <a:gd name="connsiteY1" fmla="*/ 0 h 3362246"/>
              <a:gd name="connsiteX2" fmla="*/ 11855613 w 11855613"/>
              <a:gd name="connsiteY2" fmla="*/ 3360592 h 3362246"/>
              <a:gd name="connsiteX3" fmla="*/ 579722 w 11855613"/>
              <a:gd name="connsiteY3" fmla="*/ 3362246 h 3362246"/>
              <a:gd name="connsiteX4" fmla="*/ 0 w 11855613"/>
              <a:gd name="connsiteY4" fmla="*/ 2782524 h 3362246"/>
              <a:gd name="connsiteX5" fmla="*/ 0 w 11855613"/>
              <a:gd name="connsiteY5" fmla="*/ 1652 h 3362246"/>
              <a:gd name="connsiteX0" fmla="*/ 0 w 11864473"/>
              <a:gd name="connsiteY0" fmla="*/ 0 h 3360594"/>
              <a:gd name="connsiteX1" fmla="*/ 11864473 w 11864473"/>
              <a:gd name="connsiteY1" fmla="*/ 13338 h 3360594"/>
              <a:gd name="connsiteX2" fmla="*/ 11855613 w 11864473"/>
              <a:gd name="connsiteY2" fmla="*/ 3358940 h 3360594"/>
              <a:gd name="connsiteX3" fmla="*/ 579722 w 11864473"/>
              <a:gd name="connsiteY3" fmla="*/ 3360594 h 3360594"/>
              <a:gd name="connsiteX4" fmla="*/ 0 w 11864473"/>
              <a:gd name="connsiteY4" fmla="*/ 2780872 h 3360594"/>
              <a:gd name="connsiteX5" fmla="*/ 0 w 11864473"/>
              <a:gd name="connsiteY5" fmla="*/ 0 h 3360594"/>
              <a:gd name="connsiteX0" fmla="*/ 0 w 11864473"/>
              <a:gd name="connsiteY0" fmla="*/ 1652 h 3362246"/>
              <a:gd name="connsiteX1" fmla="*/ 11864473 w 11864473"/>
              <a:gd name="connsiteY1" fmla="*/ 0 h 3362246"/>
              <a:gd name="connsiteX2" fmla="*/ 11855613 w 11864473"/>
              <a:gd name="connsiteY2" fmla="*/ 3360592 h 3362246"/>
              <a:gd name="connsiteX3" fmla="*/ 579722 w 11864473"/>
              <a:gd name="connsiteY3" fmla="*/ 3362246 h 3362246"/>
              <a:gd name="connsiteX4" fmla="*/ 0 w 11864473"/>
              <a:gd name="connsiteY4" fmla="*/ 2782524 h 3362246"/>
              <a:gd name="connsiteX5" fmla="*/ 0 w 11864473"/>
              <a:gd name="connsiteY5" fmla="*/ 1652 h 3362246"/>
              <a:gd name="connsiteX0" fmla="*/ 0 w 11855629"/>
              <a:gd name="connsiteY0" fmla="*/ 1652 h 3362246"/>
              <a:gd name="connsiteX1" fmla="*/ 11459359 w 11855629"/>
              <a:gd name="connsiteY1" fmla="*/ 0 h 3362246"/>
              <a:gd name="connsiteX2" fmla="*/ 11855613 w 11855629"/>
              <a:gd name="connsiteY2" fmla="*/ 3360592 h 3362246"/>
              <a:gd name="connsiteX3" fmla="*/ 579722 w 11855629"/>
              <a:gd name="connsiteY3" fmla="*/ 3362246 h 3362246"/>
              <a:gd name="connsiteX4" fmla="*/ 0 w 11855629"/>
              <a:gd name="connsiteY4" fmla="*/ 2782524 h 3362246"/>
              <a:gd name="connsiteX5" fmla="*/ 0 w 11855629"/>
              <a:gd name="connsiteY5" fmla="*/ 1652 h 3362246"/>
              <a:gd name="connsiteX0" fmla="*/ 0 w 11459359"/>
              <a:gd name="connsiteY0" fmla="*/ 1652 h 3362246"/>
              <a:gd name="connsiteX1" fmla="*/ 11459359 w 11459359"/>
              <a:gd name="connsiteY1" fmla="*/ 0 h 3362246"/>
              <a:gd name="connsiteX2" fmla="*/ 11438924 w 11459359"/>
              <a:gd name="connsiteY2" fmla="*/ 3360592 h 3362246"/>
              <a:gd name="connsiteX3" fmla="*/ 579722 w 11459359"/>
              <a:gd name="connsiteY3" fmla="*/ 3362246 h 3362246"/>
              <a:gd name="connsiteX4" fmla="*/ 0 w 11459359"/>
              <a:gd name="connsiteY4" fmla="*/ 2782524 h 3362246"/>
              <a:gd name="connsiteX5" fmla="*/ 0 w 11459359"/>
              <a:gd name="connsiteY5" fmla="*/ 1652 h 3362246"/>
              <a:gd name="connsiteX0" fmla="*/ 0 w 11459359"/>
              <a:gd name="connsiteY0" fmla="*/ 1652 h 3362246"/>
              <a:gd name="connsiteX1" fmla="*/ 11459359 w 11459359"/>
              <a:gd name="connsiteY1" fmla="*/ 0 h 3362246"/>
              <a:gd name="connsiteX2" fmla="*/ 11438924 w 11459359"/>
              <a:gd name="connsiteY2" fmla="*/ 3360592 h 3362246"/>
              <a:gd name="connsiteX3" fmla="*/ 1584742 w 11459359"/>
              <a:gd name="connsiteY3" fmla="*/ 3362246 h 3362246"/>
              <a:gd name="connsiteX4" fmla="*/ 0 w 11459359"/>
              <a:gd name="connsiteY4" fmla="*/ 2782524 h 3362246"/>
              <a:gd name="connsiteX5" fmla="*/ 0 w 11459359"/>
              <a:gd name="connsiteY5" fmla="*/ 1652 h 3362246"/>
              <a:gd name="connsiteX0" fmla="*/ 0 w 11459359"/>
              <a:gd name="connsiteY0" fmla="*/ 1652 h 3360592"/>
              <a:gd name="connsiteX1" fmla="*/ 11459359 w 11459359"/>
              <a:gd name="connsiteY1" fmla="*/ 0 h 3360592"/>
              <a:gd name="connsiteX2" fmla="*/ 11438924 w 11459359"/>
              <a:gd name="connsiteY2" fmla="*/ 3360592 h 3360592"/>
              <a:gd name="connsiteX3" fmla="*/ 1188396 w 11459359"/>
              <a:gd name="connsiteY3" fmla="*/ 3358591 h 3360592"/>
              <a:gd name="connsiteX4" fmla="*/ 0 w 11459359"/>
              <a:gd name="connsiteY4" fmla="*/ 2782524 h 3360592"/>
              <a:gd name="connsiteX5" fmla="*/ 0 w 11459359"/>
              <a:gd name="connsiteY5" fmla="*/ 1652 h 3360592"/>
              <a:gd name="connsiteX0" fmla="*/ 0 w 11459359"/>
              <a:gd name="connsiteY0" fmla="*/ 1652 h 3360592"/>
              <a:gd name="connsiteX1" fmla="*/ 11459359 w 11459359"/>
              <a:gd name="connsiteY1" fmla="*/ 0 h 3360592"/>
              <a:gd name="connsiteX2" fmla="*/ 11438924 w 11459359"/>
              <a:gd name="connsiteY2" fmla="*/ 3360592 h 3360592"/>
              <a:gd name="connsiteX3" fmla="*/ 1188396 w 11459359"/>
              <a:gd name="connsiteY3" fmla="*/ 3358591 h 3360592"/>
              <a:gd name="connsiteX4" fmla="*/ 0 w 11459359"/>
              <a:gd name="connsiteY4" fmla="*/ 2946995 h 3360592"/>
              <a:gd name="connsiteX5" fmla="*/ 0 w 11459359"/>
              <a:gd name="connsiteY5" fmla="*/ 1652 h 3360592"/>
              <a:gd name="connsiteX0" fmla="*/ 0 w 11459359"/>
              <a:gd name="connsiteY0" fmla="*/ 1652 h 3360592"/>
              <a:gd name="connsiteX1" fmla="*/ 11459359 w 11459359"/>
              <a:gd name="connsiteY1" fmla="*/ 0 h 3360592"/>
              <a:gd name="connsiteX2" fmla="*/ 11438924 w 11459359"/>
              <a:gd name="connsiteY2" fmla="*/ 3360592 h 3360592"/>
              <a:gd name="connsiteX3" fmla="*/ 1188396 w 11459359"/>
              <a:gd name="connsiteY3" fmla="*/ 3358591 h 3360592"/>
              <a:gd name="connsiteX4" fmla="*/ 0 w 11459359"/>
              <a:gd name="connsiteY4" fmla="*/ 2946995 h 3360592"/>
              <a:gd name="connsiteX5" fmla="*/ 0 w 11459359"/>
              <a:gd name="connsiteY5" fmla="*/ 1652 h 3360592"/>
              <a:gd name="connsiteX0" fmla="*/ 0 w 11459359"/>
              <a:gd name="connsiteY0" fmla="*/ 1652 h 3360592"/>
              <a:gd name="connsiteX1" fmla="*/ 11459359 w 11459359"/>
              <a:gd name="connsiteY1" fmla="*/ 0 h 3360592"/>
              <a:gd name="connsiteX2" fmla="*/ 11438924 w 11459359"/>
              <a:gd name="connsiteY2" fmla="*/ 3360592 h 3360592"/>
              <a:gd name="connsiteX3" fmla="*/ 1188396 w 11459359"/>
              <a:gd name="connsiteY3" fmla="*/ 3358591 h 3360592"/>
              <a:gd name="connsiteX4" fmla="*/ 0 w 11459359"/>
              <a:gd name="connsiteY4" fmla="*/ 2946995 h 3360592"/>
              <a:gd name="connsiteX5" fmla="*/ 0 w 11459359"/>
              <a:gd name="connsiteY5" fmla="*/ 1652 h 3360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459359" h="3360592">
                <a:moveTo>
                  <a:pt x="0" y="1652"/>
                </a:moveTo>
                <a:lnTo>
                  <a:pt x="11459359" y="0"/>
                </a:lnTo>
                <a:cubicBezTo>
                  <a:pt x="11456406" y="1115201"/>
                  <a:pt x="11441877" y="2245391"/>
                  <a:pt x="11438924" y="3360592"/>
                </a:cubicBezTo>
                <a:lnTo>
                  <a:pt x="1188396" y="3358591"/>
                </a:lnTo>
                <a:cubicBezTo>
                  <a:pt x="848612" y="3356903"/>
                  <a:pt x="0" y="3267167"/>
                  <a:pt x="0" y="2946995"/>
                </a:cubicBezTo>
                <a:lnTo>
                  <a:pt x="0" y="1652"/>
                </a:lnTo>
                <a:close/>
              </a:path>
            </a:pathLst>
          </a:custGeom>
          <a:noFill/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472127410"/>
      </p:ext>
    </p:extLst>
  </p:cSld>
  <p:clrMapOvr>
    <a:masterClrMapping/>
  </p:clrMapOvr>
  <p:transition spd="slow">
    <p:push dir="u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A5DA52-BBAF-EA48-AEC6-EA08F428CF5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0038" y="371959"/>
            <a:ext cx="11591925" cy="6044716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100000"/>
              </a:lnSpc>
              <a:buNone/>
              <a:defRPr sz="3000"/>
            </a:lvl1pPr>
          </a:lstStyle>
          <a:p>
            <a:pPr lvl="0"/>
            <a:r>
              <a:rPr lang="en-US"/>
              <a:t>Blank slide</a:t>
            </a:r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755200376"/>
      </p:ext>
    </p:extLst>
  </p:cSld>
  <p:clrMapOvr>
    <a:masterClrMapping/>
  </p:clrMapOvr>
  <p:transition spd="slow">
    <p:push dir="u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dvanced 2-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F0DD41-BD6B-7941-8305-67EF42EC2B9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1151" y="1491373"/>
            <a:ext cx="11569700" cy="1464957"/>
          </a:xfrm>
        </p:spPr>
        <p:txBody>
          <a:bodyPr tIns="0" rIns="0" bIns="0" numCol="1" spcCol="126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/>
            </a:lvl1pPr>
            <a:lvl2pPr marL="457068" indent="0">
              <a:buNone/>
              <a:defRPr sz="1800" b="1"/>
            </a:lvl2pPr>
            <a:lvl3pPr marL="914149" indent="0">
              <a:buNone/>
              <a:defRPr sz="1800" b="1"/>
            </a:lvl3pPr>
            <a:lvl4pPr marL="1371219" indent="0">
              <a:buNone/>
              <a:defRPr sz="1800" b="1"/>
            </a:lvl4pPr>
            <a:lvl5pPr marL="1828290" indent="0">
              <a:buNone/>
              <a:defRPr sz="1800" b="1"/>
            </a:lvl5pPr>
          </a:lstStyle>
          <a:p>
            <a:pPr lvl="0"/>
            <a:r>
              <a:rPr lang="en-US"/>
              <a:t>This is your Primary Text.</a:t>
            </a:r>
            <a:endParaRPr lang="en-JP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5925D82-457F-D84D-B8DF-D8ADFD7E71D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1150" y="3178298"/>
            <a:ext cx="5708650" cy="272786"/>
          </a:xfrm>
        </p:spPr>
        <p:txBody>
          <a:bodyPr tIns="0" rIns="0" bIns="0" numCol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 b="1">
                <a:solidFill>
                  <a:schemeClr val="accent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your Secondary Title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FD2406EE-A554-5348-AE6D-4D8B343E620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11150" y="3575904"/>
            <a:ext cx="5708650" cy="2840771"/>
          </a:xfrm>
        </p:spPr>
        <p:txBody>
          <a:bodyPr tIns="0" rIns="0" bIns="0" numCol="1">
            <a:noAutofit/>
          </a:bodyPr>
          <a:lstStyle>
            <a:lvl1pPr marL="171450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your Secondary text. 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C4486BE7-E24B-D445-B95D-8D976B5C591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76929" y="3575904"/>
            <a:ext cx="5708650" cy="2840771"/>
          </a:xfrm>
        </p:spPr>
        <p:txBody>
          <a:bodyPr tIns="0" rIns="0" bIns="0" numCol="1">
            <a:noAutofit/>
          </a:bodyPr>
          <a:lstStyle>
            <a:lvl1pPr marL="285750" indent="-2857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your Secondary Text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6F66F056-E301-3942-8399-963B744AD76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11150" y="1093767"/>
            <a:ext cx="11569700" cy="272786"/>
          </a:xfrm>
        </p:spPr>
        <p:txBody>
          <a:bodyPr tIns="0" rIns="0" bIns="0" numCol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000" b="1">
                <a:solidFill>
                  <a:schemeClr val="accent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your Primary Title</a:t>
            </a:r>
          </a:p>
        </p:txBody>
      </p:sp>
      <p:sp>
        <p:nvSpPr>
          <p:cNvPr id="19" name="Footer Placeholder 8">
            <a:extLst>
              <a:ext uri="{FF2B5EF4-FFF2-40B4-BE49-F238E27FC236}">
                <a16:creationId xmlns:a16="http://schemas.microsoft.com/office/drawing/2014/main" id="{CDA06C55-0643-C148-AAB1-C4BB26FD7B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66050" y="6524625"/>
            <a:ext cx="4114800" cy="19450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 b="1" spc="100" baseline="0">
                <a:solidFill>
                  <a:schemeClr val="tx1"/>
                </a:solidFill>
              </a:defRPr>
            </a:lvl1pPr>
          </a:lstStyle>
          <a:p>
            <a:r>
              <a:rPr lang="en-JP"/>
              <a:t> </a:t>
            </a:r>
          </a:p>
        </p:txBody>
      </p:sp>
      <p:pic>
        <p:nvPicPr>
          <p:cNvPr id="14" name="Picture 13" descr="Takeda">
            <a:extLst>
              <a:ext uri="{FF2B5EF4-FFF2-40B4-BE49-F238E27FC236}">
                <a16:creationId xmlns:a16="http://schemas.microsoft.com/office/drawing/2014/main" id="{A75F5BF7-D49E-8A49-AE81-CB31E57D5A7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46331" y="-1615"/>
            <a:ext cx="1696232" cy="940780"/>
          </a:xfrm>
          <a:prstGeom prst="rect">
            <a:avLst/>
          </a:prstGeom>
        </p:spPr>
      </p:pic>
      <p:sp>
        <p:nvSpPr>
          <p:cNvPr id="22" name="タイトル プレースホルダ 1">
            <a:extLst>
              <a:ext uri="{FF2B5EF4-FFF2-40B4-BE49-F238E27FC236}">
                <a16:creationId xmlns:a16="http://schemas.microsoft.com/office/drawing/2014/main" id="{86D2E5B8-9E2B-DB46-A55A-5F26569C4F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6078" y="161605"/>
            <a:ext cx="9940253" cy="685801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kumimoji="1" lang="en-US" altLang="ja-JP"/>
              <a:t>Click to add title</a:t>
            </a:r>
            <a:endParaRPr kumimoji="1" lang="ja-JP" alt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015E3CB-F694-EC42-B70E-C728F3F2F933}"/>
              </a:ext>
            </a:extLst>
          </p:cNvPr>
          <p:cNvSpPr/>
          <p:nvPr userDrawn="1"/>
        </p:nvSpPr>
        <p:spPr>
          <a:xfrm>
            <a:off x="308038" y="161606"/>
            <a:ext cx="54000" cy="685800"/>
          </a:xfrm>
          <a:prstGeom prst="rect">
            <a:avLst/>
          </a:pr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en-JP">
              <a:solidFill>
                <a:schemeClr val="accent1"/>
              </a:solidFill>
            </a:endParaRPr>
          </a:p>
        </p:txBody>
      </p:sp>
      <p:sp>
        <p:nvSpPr>
          <p:cNvPr id="23" name="スライド番号プレースホルダ 5">
            <a:extLst>
              <a:ext uri="{FF2B5EF4-FFF2-40B4-BE49-F238E27FC236}">
                <a16:creationId xmlns:a16="http://schemas.microsoft.com/office/drawing/2014/main" id="{3247B7AF-EE58-F847-A606-0F66235043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1150" y="6523001"/>
            <a:ext cx="294928" cy="196131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l">
              <a:defRPr sz="800" b="1" i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anose="020F0502020204030204" pitchFamily="34" charset="0"/>
              </a:defRPr>
            </a:lvl1pPr>
          </a:lstStyle>
          <a:p>
            <a:pPr defTabSz="1218810"/>
            <a:fld id="{E9B57936-92EF-4126-AE48-1D9D36D15E98}" type="slidenum">
              <a:rPr lang="ja-JP" altLang="en-US" smtClean="0"/>
              <a:pPr defTabSz="1218810"/>
              <a:t>‹#›</a:t>
            </a:fld>
            <a:endParaRPr lang="ja-JP" altLang="en-US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31D9C203-575D-DE43-B0D0-0D00DFD4672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6078" y="6524625"/>
            <a:ext cx="6968348" cy="203989"/>
          </a:xfrm>
          <a:prstGeom prst="rect">
            <a:avLst/>
          </a:prstGeom>
        </p:spPr>
        <p:txBody>
          <a:bodyPr wrap="none" tIns="0" rIns="0" bIns="72000" numCol="1" anchor="ctr">
            <a:noAutofit/>
          </a:bodyPr>
          <a:lstStyle>
            <a:lvl1pPr marL="0" indent="0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b="0">
                <a:solidFill>
                  <a:schemeClr val="accent3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Private and confidential. For internal use only.</a:t>
            </a:r>
          </a:p>
        </p:txBody>
      </p:sp>
    </p:spTree>
    <p:extLst>
      <p:ext uri="{BB962C8B-B14F-4D97-AF65-F5344CB8AC3E}">
        <p14:creationId xmlns:p14="http://schemas.microsoft.com/office/powerpoint/2010/main" val="3251948611"/>
      </p:ext>
    </p:extLst>
  </p:cSld>
  <p:clrMapOvr>
    <a:masterClrMapping/>
  </p:clrMapOvr>
  <p:transition spd="slow">
    <p:push dir="u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dvanced 3-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5925D82-457F-D84D-B8DF-D8ADFD7E71D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1150" y="3178298"/>
            <a:ext cx="5708650" cy="272786"/>
          </a:xfrm>
          <a:prstGeom prst="rect">
            <a:avLst/>
          </a:prstGeom>
        </p:spPr>
        <p:txBody>
          <a:bodyPr tIns="0" rIns="0" bIns="0" numCol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 b="1">
                <a:solidFill>
                  <a:schemeClr val="accent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your Secondary Title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FD2406EE-A554-5348-AE6D-4D8B343E620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11149" y="3575904"/>
            <a:ext cx="3763545" cy="2840771"/>
          </a:xfrm>
          <a:prstGeom prst="rect">
            <a:avLst/>
          </a:prstGeom>
        </p:spPr>
        <p:txBody>
          <a:bodyPr tIns="0" rIns="0" bIns="0" numCol="1">
            <a:noAutofit/>
          </a:bodyPr>
          <a:lstStyle>
            <a:lvl1pPr marL="171450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your Secondary text. 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3BB454FD-9C16-FC47-B46E-6675394572B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13726" y="3575904"/>
            <a:ext cx="3763545" cy="2840771"/>
          </a:xfrm>
          <a:prstGeom prst="rect">
            <a:avLst/>
          </a:prstGeom>
        </p:spPr>
        <p:txBody>
          <a:bodyPr tIns="0" rIns="0" bIns="0" numCol="1">
            <a:noAutofit/>
          </a:bodyPr>
          <a:lstStyle>
            <a:lvl1pPr marL="171450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your Secondary text. 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568F3A49-7287-1C4D-93C8-50E3C0B4F15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099967" y="3575904"/>
            <a:ext cx="3763545" cy="2840771"/>
          </a:xfrm>
          <a:prstGeom prst="rect">
            <a:avLst/>
          </a:prstGeom>
        </p:spPr>
        <p:txBody>
          <a:bodyPr tIns="0" rIns="0" bIns="0" numCol="1">
            <a:noAutofit/>
          </a:bodyPr>
          <a:lstStyle>
            <a:lvl1pPr marL="171450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your Secondary text. </a:t>
            </a:r>
          </a:p>
        </p:txBody>
      </p:sp>
      <p:sp>
        <p:nvSpPr>
          <p:cNvPr id="21" name="Footer Placeholder 8">
            <a:extLst>
              <a:ext uri="{FF2B5EF4-FFF2-40B4-BE49-F238E27FC236}">
                <a16:creationId xmlns:a16="http://schemas.microsoft.com/office/drawing/2014/main" id="{519BC59F-4516-0043-8BAC-F9FE45B6A9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66050" y="6523001"/>
            <a:ext cx="4114800" cy="196131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800" b="1" spc="100" baseline="0">
                <a:solidFill>
                  <a:schemeClr val="tx1"/>
                </a:solidFill>
              </a:defRPr>
            </a:lvl1pPr>
          </a:lstStyle>
          <a:p>
            <a:r>
              <a:rPr lang="en-JP"/>
              <a:t> </a:t>
            </a:r>
          </a:p>
        </p:txBody>
      </p:sp>
      <p:pic>
        <p:nvPicPr>
          <p:cNvPr id="14" name="Picture 13" descr="Takeda">
            <a:extLst>
              <a:ext uri="{FF2B5EF4-FFF2-40B4-BE49-F238E27FC236}">
                <a16:creationId xmlns:a16="http://schemas.microsoft.com/office/drawing/2014/main" id="{0E2D4ABB-BC5B-754B-B0DE-676246A385A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46331" y="-1615"/>
            <a:ext cx="1696232" cy="940780"/>
          </a:xfrm>
          <a:prstGeom prst="rect">
            <a:avLst/>
          </a:prstGeom>
        </p:spPr>
      </p:pic>
      <p:sp>
        <p:nvSpPr>
          <p:cNvPr id="24" name="タイトル プレースホルダ 1">
            <a:extLst>
              <a:ext uri="{FF2B5EF4-FFF2-40B4-BE49-F238E27FC236}">
                <a16:creationId xmlns:a16="http://schemas.microsoft.com/office/drawing/2014/main" id="{CC986DF6-9894-F144-B9DA-A9DBE0000A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6078" y="161605"/>
            <a:ext cx="9940253" cy="685801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kumimoji="1" lang="en-US" altLang="ja-JP"/>
              <a:t>Click to add title</a:t>
            </a:r>
            <a:endParaRPr kumimoji="1" lang="ja-JP" alt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86528CE-2840-6C44-965A-04D8835743E3}"/>
              </a:ext>
            </a:extLst>
          </p:cNvPr>
          <p:cNvSpPr/>
          <p:nvPr userDrawn="1"/>
        </p:nvSpPr>
        <p:spPr>
          <a:xfrm>
            <a:off x="308038" y="161606"/>
            <a:ext cx="54000" cy="685800"/>
          </a:xfrm>
          <a:prstGeom prst="rect">
            <a:avLst/>
          </a:pr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en-JP">
              <a:solidFill>
                <a:schemeClr val="accent1"/>
              </a:solidFill>
            </a:endParaRPr>
          </a:p>
        </p:txBody>
      </p:sp>
      <p:sp>
        <p:nvSpPr>
          <p:cNvPr id="27" name="スライド番号プレースホルダ 5">
            <a:extLst>
              <a:ext uri="{FF2B5EF4-FFF2-40B4-BE49-F238E27FC236}">
                <a16:creationId xmlns:a16="http://schemas.microsoft.com/office/drawing/2014/main" id="{854E474F-30B0-604E-9699-287AC57CAA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1150" y="6523001"/>
            <a:ext cx="294928" cy="196131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l">
              <a:defRPr sz="800" b="1" i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anose="020F0502020204030204" pitchFamily="34" charset="0"/>
              </a:defRPr>
            </a:lvl1pPr>
          </a:lstStyle>
          <a:p>
            <a:pPr defTabSz="1218810"/>
            <a:fld id="{E9B57936-92EF-4126-AE48-1D9D36D15E98}" type="slidenum">
              <a:rPr lang="ja-JP" altLang="en-US" smtClean="0"/>
              <a:pPr defTabSz="1218810"/>
              <a:t>‹#›</a:t>
            </a:fld>
            <a:endParaRPr lang="ja-JP" altLang="en-US"/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C9681050-C142-4F4F-B3C6-6F52F3C55C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6078" y="6523001"/>
            <a:ext cx="6968348" cy="205613"/>
          </a:xfrm>
          <a:prstGeom prst="rect">
            <a:avLst/>
          </a:prstGeom>
        </p:spPr>
        <p:txBody>
          <a:bodyPr wrap="none" tIns="0" rIns="0" bIns="72000" numCol="1" anchor="ctr">
            <a:noAutofit/>
          </a:bodyPr>
          <a:lstStyle>
            <a:lvl1pPr marL="0" indent="0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b="0">
                <a:solidFill>
                  <a:schemeClr val="accent3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Private and confidential. For internal use only.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110504E2-40F0-054E-8424-D247EF2CA21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1151" y="1491373"/>
            <a:ext cx="11569700" cy="1464957"/>
          </a:xfrm>
        </p:spPr>
        <p:txBody>
          <a:bodyPr tIns="0" rIns="0" bIns="0" numCol="1" spcCol="126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/>
            </a:lvl1pPr>
            <a:lvl2pPr marL="457068" indent="0">
              <a:buNone/>
              <a:defRPr sz="1800" b="1"/>
            </a:lvl2pPr>
            <a:lvl3pPr marL="914149" indent="0">
              <a:buNone/>
              <a:defRPr sz="1800" b="1"/>
            </a:lvl3pPr>
            <a:lvl4pPr marL="1371219" indent="0">
              <a:buNone/>
              <a:defRPr sz="1800" b="1"/>
            </a:lvl4pPr>
            <a:lvl5pPr marL="1828290" indent="0">
              <a:buNone/>
              <a:defRPr sz="1800" b="1"/>
            </a:lvl5pPr>
          </a:lstStyle>
          <a:p>
            <a:pPr lvl="0"/>
            <a:r>
              <a:rPr lang="en-US"/>
              <a:t>This is your Primary Text.</a:t>
            </a:r>
            <a:endParaRPr lang="en-JP"/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073E75F2-7FFB-DC4C-8964-799372FCF58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11150" y="1093767"/>
            <a:ext cx="11569700" cy="272786"/>
          </a:xfrm>
        </p:spPr>
        <p:txBody>
          <a:bodyPr tIns="0" rIns="0" bIns="0" numCol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000" b="1">
                <a:solidFill>
                  <a:schemeClr val="accent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your Primary Title</a:t>
            </a:r>
          </a:p>
        </p:txBody>
      </p:sp>
    </p:spTree>
    <p:extLst>
      <p:ext uri="{BB962C8B-B14F-4D97-AF65-F5344CB8AC3E}">
        <p14:creationId xmlns:p14="http://schemas.microsoft.com/office/powerpoint/2010/main" val="699836420"/>
      </p:ext>
    </p:extLst>
  </p:cSld>
  <p:clrMapOvr>
    <a:masterClrMapping/>
  </p:clrMapOvr>
  <p:transition spd="slow">
    <p:push dir="u"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dvanced Chart Full Widt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hart Placeholder 7">
            <a:extLst>
              <a:ext uri="{FF2B5EF4-FFF2-40B4-BE49-F238E27FC236}">
                <a16:creationId xmlns:a16="http://schemas.microsoft.com/office/drawing/2014/main" id="{A6D4E593-FDCC-D14E-9C5E-5F309E415C26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309223" y="3076286"/>
            <a:ext cx="11571628" cy="334038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n-JP"/>
              <a:t>Insert Chart</a:t>
            </a:r>
          </a:p>
        </p:txBody>
      </p:sp>
      <p:pic>
        <p:nvPicPr>
          <p:cNvPr id="11" name="Picture 10" descr="Takeda">
            <a:extLst>
              <a:ext uri="{FF2B5EF4-FFF2-40B4-BE49-F238E27FC236}">
                <a16:creationId xmlns:a16="http://schemas.microsoft.com/office/drawing/2014/main" id="{7EBA21A8-EE4B-6E4B-A794-3FEA5B15990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46331" y="-1615"/>
            <a:ext cx="1696232" cy="940780"/>
          </a:xfrm>
          <a:prstGeom prst="rect">
            <a:avLst/>
          </a:prstGeom>
        </p:spPr>
      </p:pic>
      <p:sp>
        <p:nvSpPr>
          <p:cNvPr id="12" name="タイトル プレースホルダ 1">
            <a:extLst>
              <a:ext uri="{FF2B5EF4-FFF2-40B4-BE49-F238E27FC236}">
                <a16:creationId xmlns:a16="http://schemas.microsoft.com/office/drawing/2014/main" id="{75E45CD2-2EBD-AE47-837E-9F752C565F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6078" y="161605"/>
            <a:ext cx="9940253" cy="685801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kumimoji="1" lang="en-US" altLang="ja-JP"/>
              <a:t>Click to add title</a:t>
            </a:r>
            <a:endParaRPr kumimoji="1" lang="ja-JP" altLang="en-US"/>
          </a:p>
        </p:txBody>
      </p:sp>
      <p:sp>
        <p:nvSpPr>
          <p:cNvPr id="17" name="Footer Placeholder 8">
            <a:extLst>
              <a:ext uri="{FF2B5EF4-FFF2-40B4-BE49-F238E27FC236}">
                <a16:creationId xmlns:a16="http://schemas.microsoft.com/office/drawing/2014/main" id="{2DC26CE8-1DEF-EE42-861C-B0406E8DC2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66050" y="6523001"/>
            <a:ext cx="4114800" cy="196131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800" b="1" spc="100" baseline="0">
                <a:solidFill>
                  <a:schemeClr val="tx1"/>
                </a:solidFill>
              </a:defRPr>
            </a:lvl1pPr>
          </a:lstStyle>
          <a:p>
            <a:r>
              <a:rPr lang="en-JP"/>
              <a:t> 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436966D-3DF0-4D41-9D26-4860D147F807}"/>
              </a:ext>
            </a:extLst>
          </p:cNvPr>
          <p:cNvSpPr/>
          <p:nvPr userDrawn="1"/>
        </p:nvSpPr>
        <p:spPr>
          <a:xfrm>
            <a:off x="308038" y="161606"/>
            <a:ext cx="54000" cy="685800"/>
          </a:xfrm>
          <a:prstGeom prst="rect">
            <a:avLst/>
          </a:pr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en-JP">
              <a:solidFill>
                <a:schemeClr val="accent1"/>
              </a:solidFill>
            </a:endParaRPr>
          </a:p>
        </p:txBody>
      </p:sp>
      <p:sp>
        <p:nvSpPr>
          <p:cNvPr id="23" name="スライド番号プレースホルダ 5">
            <a:extLst>
              <a:ext uri="{FF2B5EF4-FFF2-40B4-BE49-F238E27FC236}">
                <a16:creationId xmlns:a16="http://schemas.microsoft.com/office/drawing/2014/main" id="{600920FB-2D44-F645-865D-89FFECB095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1150" y="6523001"/>
            <a:ext cx="294928" cy="196131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l">
              <a:defRPr sz="800" b="1" i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anose="020F0502020204030204" pitchFamily="34" charset="0"/>
              </a:defRPr>
            </a:lvl1pPr>
          </a:lstStyle>
          <a:p>
            <a:pPr defTabSz="1218810"/>
            <a:fld id="{E9B57936-92EF-4126-AE48-1D9D36D15E98}" type="slidenum">
              <a:rPr lang="ja-JP" altLang="en-US" smtClean="0"/>
              <a:pPr defTabSz="1218810"/>
              <a:t>‹#›</a:t>
            </a:fld>
            <a:endParaRPr lang="ja-JP" altLang="en-US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07DE8F7E-1418-1C4C-A62B-2385714992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6078" y="6523001"/>
            <a:ext cx="6968348" cy="205613"/>
          </a:xfrm>
          <a:prstGeom prst="rect">
            <a:avLst/>
          </a:prstGeom>
        </p:spPr>
        <p:txBody>
          <a:bodyPr wrap="none" tIns="0" rIns="0" bIns="72000" numCol="1" anchor="ctr">
            <a:noAutofit/>
          </a:bodyPr>
          <a:lstStyle>
            <a:lvl1pPr marL="0" indent="0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b="0">
                <a:solidFill>
                  <a:schemeClr val="accent3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Private and confidential. For internal use only.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28A960D-6A45-6744-9BDB-7070B443CC6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1150" y="1491373"/>
            <a:ext cx="11569699" cy="1464957"/>
          </a:xfrm>
        </p:spPr>
        <p:txBody>
          <a:bodyPr tIns="0" rIns="0" bIns="0" numCol="1" spcCol="126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/>
            </a:lvl1pPr>
            <a:lvl2pPr marL="457068" indent="0">
              <a:buNone/>
              <a:defRPr sz="1800" b="1"/>
            </a:lvl2pPr>
            <a:lvl3pPr marL="914149" indent="0">
              <a:buNone/>
              <a:defRPr sz="1800" b="1"/>
            </a:lvl3pPr>
            <a:lvl4pPr marL="1371219" indent="0">
              <a:buNone/>
              <a:defRPr sz="1800" b="1"/>
            </a:lvl4pPr>
            <a:lvl5pPr marL="1828290" indent="0">
              <a:buNone/>
              <a:defRPr sz="1800" b="1"/>
            </a:lvl5pPr>
          </a:lstStyle>
          <a:p>
            <a:pPr lvl="0"/>
            <a:r>
              <a:rPr lang="en-US"/>
              <a:t>This is your Primary Text.</a:t>
            </a:r>
            <a:endParaRPr lang="en-JP"/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21493179-5EA4-604B-A9DF-BDA818F0166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11149" y="1093767"/>
            <a:ext cx="11569699" cy="272786"/>
          </a:xfrm>
        </p:spPr>
        <p:txBody>
          <a:bodyPr tIns="0" rIns="0" bIns="0" numCol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000" b="1">
                <a:solidFill>
                  <a:schemeClr val="accent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your Primary Title</a:t>
            </a:r>
          </a:p>
        </p:txBody>
      </p:sp>
    </p:spTree>
    <p:extLst>
      <p:ext uri="{BB962C8B-B14F-4D97-AF65-F5344CB8AC3E}">
        <p14:creationId xmlns:p14="http://schemas.microsoft.com/office/powerpoint/2010/main" val="1259384704"/>
      </p:ext>
    </p:extLst>
  </p:cSld>
  <p:clrMapOvr>
    <a:masterClrMapping/>
  </p:clrMapOvr>
  <p:transition spd="slow">
    <p:push dir="u"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dvanced Chart 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hart Placeholder 7">
            <a:extLst>
              <a:ext uri="{FF2B5EF4-FFF2-40B4-BE49-F238E27FC236}">
                <a16:creationId xmlns:a16="http://schemas.microsoft.com/office/drawing/2014/main" id="{A6D4E593-FDCC-D14E-9C5E-5F309E415C26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4227225" y="1093767"/>
            <a:ext cx="7653625" cy="532290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n-JP"/>
              <a:t>Insert Chart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EF65D74B-37DA-0D46-8B56-9B362C84E6B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1150" y="3178298"/>
            <a:ext cx="3751966" cy="272786"/>
          </a:xfrm>
          <a:prstGeom prst="rect">
            <a:avLst/>
          </a:prstGeom>
        </p:spPr>
        <p:txBody>
          <a:bodyPr tIns="0" rIns="0" bIns="0" numCol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 b="1">
                <a:solidFill>
                  <a:schemeClr val="accent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your Secondary Title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BF5F6A26-5AAA-884F-A319-DE9881530AA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11150" y="3575904"/>
            <a:ext cx="3751966" cy="2840771"/>
          </a:xfrm>
          <a:prstGeom prst="rect">
            <a:avLst/>
          </a:prstGeom>
        </p:spPr>
        <p:txBody>
          <a:bodyPr tIns="0" rIns="0" bIns="0" numCol="1">
            <a:noAutofit/>
          </a:bodyPr>
          <a:lstStyle>
            <a:lvl1pPr marL="171450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your Secondary text.</a:t>
            </a:r>
          </a:p>
        </p:txBody>
      </p:sp>
      <p:pic>
        <p:nvPicPr>
          <p:cNvPr id="12" name="Picture 11" descr="Takeda">
            <a:extLst>
              <a:ext uri="{FF2B5EF4-FFF2-40B4-BE49-F238E27FC236}">
                <a16:creationId xmlns:a16="http://schemas.microsoft.com/office/drawing/2014/main" id="{5D7AA9CA-E651-9E48-B0F3-BDDA45B353E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46331" y="-1615"/>
            <a:ext cx="1696232" cy="940780"/>
          </a:xfrm>
          <a:prstGeom prst="rect">
            <a:avLst/>
          </a:prstGeom>
        </p:spPr>
      </p:pic>
      <p:sp>
        <p:nvSpPr>
          <p:cNvPr id="13" name="タイトル プレースホルダ 1">
            <a:extLst>
              <a:ext uri="{FF2B5EF4-FFF2-40B4-BE49-F238E27FC236}">
                <a16:creationId xmlns:a16="http://schemas.microsoft.com/office/drawing/2014/main" id="{2256F400-EDA8-7F44-BF13-278518497C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6078" y="161605"/>
            <a:ext cx="9940253" cy="685801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kumimoji="1" lang="en-US" altLang="ja-JP"/>
              <a:t>Click to add title</a:t>
            </a:r>
            <a:endParaRPr kumimoji="1" lang="ja-JP" altLang="en-US"/>
          </a:p>
        </p:txBody>
      </p:sp>
      <p:sp>
        <p:nvSpPr>
          <p:cNvPr id="15" name="Footer Placeholder 8">
            <a:extLst>
              <a:ext uri="{FF2B5EF4-FFF2-40B4-BE49-F238E27FC236}">
                <a16:creationId xmlns:a16="http://schemas.microsoft.com/office/drawing/2014/main" id="{7136781B-A49B-0A42-B748-01C379A12F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66050" y="6523001"/>
            <a:ext cx="4114800" cy="196131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800" b="1" spc="100" baseline="0">
                <a:solidFill>
                  <a:schemeClr val="tx1"/>
                </a:solidFill>
              </a:defRPr>
            </a:lvl1pPr>
          </a:lstStyle>
          <a:p>
            <a:r>
              <a:rPr lang="en-JP"/>
              <a:t> 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AC2B0AC-7801-6C42-BA03-0669DC118159}"/>
              </a:ext>
            </a:extLst>
          </p:cNvPr>
          <p:cNvSpPr/>
          <p:nvPr userDrawn="1"/>
        </p:nvSpPr>
        <p:spPr>
          <a:xfrm>
            <a:off x="308038" y="161606"/>
            <a:ext cx="54000" cy="685800"/>
          </a:xfrm>
          <a:prstGeom prst="rect">
            <a:avLst/>
          </a:pr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en-JP">
              <a:solidFill>
                <a:schemeClr val="accent1"/>
              </a:solidFill>
            </a:endParaRPr>
          </a:p>
        </p:txBody>
      </p:sp>
      <p:sp>
        <p:nvSpPr>
          <p:cNvPr id="24" name="スライド番号プレースホルダ 5">
            <a:extLst>
              <a:ext uri="{FF2B5EF4-FFF2-40B4-BE49-F238E27FC236}">
                <a16:creationId xmlns:a16="http://schemas.microsoft.com/office/drawing/2014/main" id="{71FCF96E-3BB8-0745-B029-6B6BE42912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1150" y="6523001"/>
            <a:ext cx="294928" cy="196131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l">
              <a:defRPr sz="800" b="1" i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anose="020F0502020204030204" pitchFamily="34" charset="0"/>
              </a:defRPr>
            </a:lvl1pPr>
          </a:lstStyle>
          <a:p>
            <a:pPr defTabSz="1218810"/>
            <a:fld id="{E9B57936-92EF-4126-AE48-1D9D36D15E98}" type="slidenum">
              <a:rPr lang="ja-JP" altLang="en-US" smtClean="0"/>
              <a:pPr defTabSz="1218810"/>
              <a:t>‹#›</a:t>
            </a:fld>
            <a:endParaRPr lang="ja-JP" altLang="en-US"/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875659DC-941F-AA40-8336-C3B1BF32BA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6078" y="6523001"/>
            <a:ext cx="6968348" cy="205613"/>
          </a:xfrm>
          <a:prstGeom prst="rect">
            <a:avLst/>
          </a:prstGeom>
        </p:spPr>
        <p:txBody>
          <a:bodyPr wrap="none" tIns="0" rIns="0" bIns="72000" numCol="1" anchor="ctr">
            <a:noAutofit/>
          </a:bodyPr>
          <a:lstStyle>
            <a:lvl1pPr marL="0" indent="0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b="0">
                <a:solidFill>
                  <a:schemeClr val="accent3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Private and confidential. For internal use only.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45375A5A-6A84-7145-B49C-982F8461940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1151" y="1491373"/>
            <a:ext cx="3751965" cy="1464957"/>
          </a:xfrm>
        </p:spPr>
        <p:txBody>
          <a:bodyPr tIns="0" rIns="0" bIns="0" numCol="1" spcCol="126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/>
            </a:lvl1pPr>
            <a:lvl2pPr marL="457068" indent="0">
              <a:buNone/>
              <a:defRPr sz="1800" b="1"/>
            </a:lvl2pPr>
            <a:lvl3pPr marL="914149" indent="0">
              <a:buNone/>
              <a:defRPr sz="1800" b="1"/>
            </a:lvl3pPr>
            <a:lvl4pPr marL="1371219" indent="0">
              <a:buNone/>
              <a:defRPr sz="1800" b="1"/>
            </a:lvl4pPr>
            <a:lvl5pPr marL="1828290" indent="0">
              <a:buNone/>
              <a:defRPr sz="1800" b="1"/>
            </a:lvl5pPr>
          </a:lstStyle>
          <a:p>
            <a:pPr lvl="0"/>
            <a:r>
              <a:rPr lang="en-US"/>
              <a:t>This is your Primary Text.</a:t>
            </a:r>
            <a:endParaRPr lang="en-JP"/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5F7E9041-544E-3547-AC30-65F55E91E1E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11150" y="1093767"/>
            <a:ext cx="3751965" cy="272786"/>
          </a:xfrm>
        </p:spPr>
        <p:txBody>
          <a:bodyPr tIns="0" rIns="0" bIns="0" numCol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000" b="1">
                <a:solidFill>
                  <a:schemeClr val="accent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your Primary Title</a:t>
            </a:r>
          </a:p>
        </p:txBody>
      </p:sp>
    </p:spTree>
    <p:extLst>
      <p:ext uri="{BB962C8B-B14F-4D97-AF65-F5344CB8AC3E}">
        <p14:creationId xmlns:p14="http://schemas.microsoft.com/office/powerpoint/2010/main" val="1255864011"/>
      </p:ext>
    </p:extLst>
  </p:cSld>
  <p:clrMapOvr>
    <a:masterClrMapping/>
  </p:clrMapOvr>
  <p:transition spd="slow">
    <p:push dir="u"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dvanced Chart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hart Placeholder 7">
            <a:extLst>
              <a:ext uri="{FF2B5EF4-FFF2-40B4-BE49-F238E27FC236}">
                <a16:creationId xmlns:a16="http://schemas.microsoft.com/office/drawing/2014/main" id="{A6D4E593-FDCC-D14E-9C5E-5F309E415C26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309223" y="3076286"/>
            <a:ext cx="5708650" cy="334038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n-JP"/>
              <a:t>Insert Chart</a:t>
            </a:r>
          </a:p>
        </p:txBody>
      </p:sp>
      <p:sp>
        <p:nvSpPr>
          <p:cNvPr id="9" name="Chart Placeholder 7">
            <a:extLst>
              <a:ext uri="{FF2B5EF4-FFF2-40B4-BE49-F238E27FC236}">
                <a16:creationId xmlns:a16="http://schemas.microsoft.com/office/drawing/2014/main" id="{F1FC7466-185A-8B44-ABF0-5410C1127700}"/>
              </a:ext>
            </a:extLst>
          </p:cNvPr>
          <p:cNvSpPr>
            <a:spLocks noGrp="1"/>
          </p:cNvSpPr>
          <p:nvPr>
            <p:ph type="chart" sz="quarter" idx="22" hasCustomPrompt="1"/>
          </p:nvPr>
        </p:nvSpPr>
        <p:spPr>
          <a:xfrm>
            <a:off x="6206170" y="3076286"/>
            <a:ext cx="5708650" cy="334038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n-JP"/>
              <a:t>Insert Chart</a:t>
            </a:r>
          </a:p>
        </p:txBody>
      </p:sp>
      <p:pic>
        <p:nvPicPr>
          <p:cNvPr id="10" name="Picture 9" descr="Takeda">
            <a:extLst>
              <a:ext uri="{FF2B5EF4-FFF2-40B4-BE49-F238E27FC236}">
                <a16:creationId xmlns:a16="http://schemas.microsoft.com/office/drawing/2014/main" id="{F183604A-2112-D443-8B35-2DFEE7121A6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46331" y="-1615"/>
            <a:ext cx="1696232" cy="940780"/>
          </a:xfrm>
          <a:prstGeom prst="rect">
            <a:avLst/>
          </a:prstGeom>
        </p:spPr>
      </p:pic>
      <p:sp>
        <p:nvSpPr>
          <p:cNvPr id="12" name="タイトル プレースホルダ 1">
            <a:extLst>
              <a:ext uri="{FF2B5EF4-FFF2-40B4-BE49-F238E27FC236}">
                <a16:creationId xmlns:a16="http://schemas.microsoft.com/office/drawing/2014/main" id="{906CE02B-33D8-B048-A73D-781A3402C2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6078" y="161605"/>
            <a:ext cx="9940253" cy="685801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kumimoji="1" lang="en-US" altLang="ja-JP"/>
              <a:t>Click to add title</a:t>
            </a:r>
            <a:endParaRPr kumimoji="1" lang="ja-JP" altLang="en-US"/>
          </a:p>
        </p:txBody>
      </p:sp>
      <p:sp>
        <p:nvSpPr>
          <p:cNvPr id="14" name="Footer Placeholder 8">
            <a:extLst>
              <a:ext uri="{FF2B5EF4-FFF2-40B4-BE49-F238E27FC236}">
                <a16:creationId xmlns:a16="http://schemas.microsoft.com/office/drawing/2014/main" id="{C2587943-8F51-3542-B7BE-5781719445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66050" y="6523001"/>
            <a:ext cx="4114800" cy="196131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800" b="1" spc="100" baseline="0">
                <a:solidFill>
                  <a:schemeClr val="tx1"/>
                </a:solidFill>
              </a:defRPr>
            </a:lvl1pPr>
          </a:lstStyle>
          <a:p>
            <a:r>
              <a:rPr lang="en-JP"/>
              <a:t>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679FB0B-7616-F04F-9B4C-586869A82E96}"/>
              </a:ext>
            </a:extLst>
          </p:cNvPr>
          <p:cNvSpPr/>
          <p:nvPr userDrawn="1"/>
        </p:nvSpPr>
        <p:spPr>
          <a:xfrm>
            <a:off x="308038" y="161606"/>
            <a:ext cx="54000" cy="685800"/>
          </a:xfrm>
          <a:prstGeom prst="rect">
            <a:avLst/>
          </a:pr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en-JP">
              <a:solidFill>
                <a:schemeClr val="accent1"/>
              </a:solidFill>
            </a:endParaRPr>
          </a:p>
        </p:txBody>
      </p:sp>
      <p:sp>
        <p:nvSpPr>
          <p:cNvPr id="22" name="スライド番号プレースホルダ 5">
            <a:extLst>
              <a:ext uri="{FF2B5EF4-FFF2-40B4-BE49-F238E27FC236}">
                <a16:creationId xmlns:a16="http://schemas.microsoft.com/office/drawing/2014/main" id="{8AFBB1AB-19B7-1347-93F8-D14235DD23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1150" y="6523001"/>
            <a:ext cx="294928" cy="196131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l">
              <a:defRPr sz="800" b="1" i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anose="020F0502020204030204" pitchFamily="34" charset="0"/>
              </a:defRPr>
            </a:lvl1pPr>
          </a:lstStyle>
          <a:p>
            <a:pPr defTabSz="1218810"/>
            <a:fld id="{E9B57936-92EF-4126-AE48-1D9D36D15E98}" type="slidenum">
              <a:rPr lang="ja-JP" altLang="en-US" smtClean="0"/>
              <a:pPr defTabSz="1218810"/>
              <a:t>‹#›</a:t>
            </a:fld>
            <a:endParaRPr lang="ja-JP" altLang="en-US"/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1C168495-CA79-E440-A93B-B87B3674835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6078" y="6523001"/>
            <a:ext cx="6968348" cy="205613"/>
          </a:xfrm>
          <a:prstGeom prst="rect">
            <a:avLst/>
          </a:prstGeom>
        </p:spPr>
        <p:txBody>
          <a:bodyPr wrap="none" tIns="0" rIns="0" bIns="72000" numCol="1" anchor="ctr">
            <a:noAutofit/>
          </a:bodyPr>
          <a:lstStyle>
            <a:lvl1pPr marL="0" indent="0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b="0">
                <a:solidFill>
                  <a:schemeClr val="accent3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Private and confidential. For internal use only.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F6F06E4B-A978-4E46-AE6C-67B54F7E34D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1150" y="1491373"/>
            <a:ext cx="11603669" cy="1464957"/>
          </a:xfrm>
        </p:spPr>
        <p:txBody>
          <a:bodyPr tIns="0" rIns="0" bIns="0" numCol="2" spcCol="126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/>
            </a:lvl1pPr>
            <a:lvl2pPr marL="457068" indent="0">
              <a:buNone/>
              <a:defRPr sz="1800" b="1"/>
            </a:lvl2pPr>
            <a:lvl3pPr marL="914149" indent="0">
              <a:buNone/>
              <a:defRPr sz="1800" b="1"/>
            </a:lvl3pPr>
            <a:lvl4pPr marL="1371219" indent="0">
              <a:buNone/>
              <a:defRPr sz="1800" b="1"/>
            </a:lvl4pPr>
            <a:lvl5pPr marL="1828290" indent="0">
              <a:buNone/>
              <a:defRPr sz="1800" b="1"/>
            </a:lvl5pPr>
          </a:lstStyle>
          <a:p>
            <a:pPr lvl="0"/>
            <a:r>
              <a:rPr lang="en-US"/>
              <a:t>This is your Primary Text.</a:t>
            </a:r>
            <a:endParaRPr lang="en-JP"/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3FF373A1-4E48-6C48-A075-153436CF76D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11149" y="1093767"/>
            <a:ext cx="11603669" cy="272786"/>
          </a:xfrm>
        </p:spPr>
        <p:txBody>
          <a:bodyPr tIns="0" rIns="0" bIns="0" numCol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000" b="1">
                <a:solidFill>
                  <a:schemeClr val="accent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your Primary Title</a:t>
            </a:r>
          </a:p>
        </p:txBody>
      </p:sp>
    </p:spTree>
    <p:extLst>
      <p:ext uri="{BB962C8B-B14F-4D97-AF65-F5344CB8AC3E}">
        <p14:creationId xmlns:p14="http://schemas.microsoft.com/office/powerpoint/2010/main" val="2121810789"/>
      </p:ext>
    </p:extLst>
  </p:cSld>
  <p:clrMapOvr>
    <a:masterClrMapping/>
  </p:clrMapOvr>
  <p:transition spd="slow">
    <p:push dir="u"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dvanced Char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hart Placeholder 7">
            <a:extLst>
              <a:ext uri="{FF2B5EF4-FFF2-40B4-BE49-F238E27FC236}">
                <a16:creationId xmlns:a16="http://schemas.microsoft.com/office/drawing/2014/main" id="{A6D4E593-FDCC-D14E-9C5E-5F309E415C26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309224" y="3076286"/>
            <a:ext cx="3757810" cy="334038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n-JP"/>
              <a:t>Insert Chart</a:t>
            </a:r>
          </a:p>
        </p:txBody>
      </p:sp>
      <p:sp>
        <p:nvSpPr>
          <p:cNvPr id="10" name="Chart Placeholder 7">
            <a:extLst>
              <a:ext uri="{FF2B5EF4-FFF2-40B4-BE49-F238E27FC236}">
                <a16:creationId xmlns:a16="http://schemas.microsoft.com/office/drawing/2014/main" id="{8D9BD23C-1777-C442-B4B0-BADF450483EA}"/>
              </a:ext>
            </a:extLst>
          </p:cNvPr>
          <p:cNvSpPr>
            <a:spLocks noGrp="1"/>
          </p:cNvSpPr>
          <p:nvPr>
            <p:ph type="chart" sz="quarter" idx="22" hasCustomPrompt="1"/>
          </p:nvPr>
        </p:nvSpPr>
        <p:spPr>
          <a:xfrm>
            <a:off x="4217095" y="3076286"/>
            <a:ext cx="3757810" cy="334038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n-JP"/>
              <a:t>Insert Chart</a:t>
            </a:r>
          </a:p>
        </p:txBody>
      </p:sp>
      <p:sp>
        <p:nvSpPr>
          <p:cNvPr id="11" name="Chart Placeholder 7">
            <a:extLst>
              <a:ext uri="{FF2B5EF4-FFF2-40B4-BE49-F238E27FC236}">
                <a16:creationId xmlns:a16="http://schemas.microsoft.com/office/drawing/2014/main" id="{2D7D413C-2FF1-204A-83C6-B7426603B7C2}"/>
              </a:ext>
            </a:extLst>
          </p:cNvPr>
          <p:cNvSpPr>
            <a:spLocks noGrp="1"/>
          </p:cNvSpPr>
          <p:nvPr>
            <p:ph type="chart" sz="quarter" idx="23" hasCustomPrompt="1"/>
          </p:nvPr>
        </p:nvSpPr>
        <p:spPr>
          <a:xfrm>
            <a:off x="8123041" y="3076286"/>
            <a:ext cx="3757810" cy="334038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n-JP"/>
              <a:t>Insert Chart</a:t>
            </a:r>
          </a:p>
        </p:txBody>
      </p:sp>
      <p:pic>
        <p:nvPicPr>
          <p:cNvPr id="13" name="Picture 12" descr="Takeda">
            <a:extLst>
              <a:ext uri="{FF2B5EF4-FFF2-40B4-BE49-F238E27FC236}">
                <a16:creationId xmlns:a16="http://schemas.microsoft.com/office/drawing/2014/main" id="{0C4979BF-EBB2-214C-8087-7AC4B2163D8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46331" y="-1615"/>
            <a:ext cx="1696232" cy="940780"/>
          </a:xfrm>
          <a:prstGeom prst="rect">
            <a:avLst/>
          </a:prstGeom>
        </p:spPr>
      </p:pic>
      <p:sp>
        <p:nvSpPr>
          <p:cNvPr id="17" name="タイトル プレースホルダ 1">
            <a:extLst>
              <a:ext uri="{FF2B5EF4-FFF2-40B4-BE49-F238E27FC236}">
                <a16:creationId xmlns:a16="http://schemas.microsoft.com/office/drawing/2014/main" id="{2FFB1535-D35E-D242-B225-DDF1C53BB8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6078" y="161605"/>
            <a:ext cx="9940253" cy="685801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kumimoji="1" lang="en-US" altLang="ja-JP"/>
              <a:t>Click to add title</a:t>
            </a:r>
            <a:endParaRPr kumimoji="1" lang="ja-JP" altLang="en-US"/>
          </a:p>
        </p:txBody>
      </p:sp>
      <p:sp>
        <p:nvSpPr>
          <p:cNvPr id="19" name="Footer Placeholder 8">
            <a:extLst>
              <a:ext uri="{FF2B5EF4-FFF2-40B4-BE49-F238E27FC236}">
                <a16:creationId xmlns:a16="http://schemas.microsoft.com/office/drawing/2014/main" id="{47DB5E3C-7053-3645-A234-760F5ED123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66050" y="6523001"/>
            <a:ext cx="4114800" cy="196131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800" b="1" spc="100" baseline="0">
                <a:solidFill>
                  <a:schemeClr val="tx1"/>
                </a:solidFill>
              </a:defRPr>
            </a:lvl1pPr>
          </a:lstStyle>
          <a:p>
            <a:r>
              <a:rPr lang="en-JP"/>
              <a:t> 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EFC8CB7-67E9-8A46-B53F-F34ACE18BE87}"/>
              </a:ext>
            </a:extLst>
          </p:cNvPr>
          <p:cNvSpPr/>
          <p:nvPr userDrawn="1"/>
        </p:nvSpPr>
        <p:spPr>
          <a:xfrm>
            <a:off x="308038" y="161606"/>
            <a:ext cx="54000" cy="685800"/>
          </a:xfrm>
          <a:prstGeom prst="rect">
            <a:avLst/>
          </a:pr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en-JP">
              <a:solidFill>
                <a:schemeClr val="accent1"/>
              </a:solidFill>
            </a:endParaRPr>
          </a:p>
        </p:txBody>
      </p:sp>
      <p:sp>
        <p:nvSpPr>
          <p:cNvPr id="25" name="スライド番号プレースホルダ 5">
            <a:extLst>
              <a:ext uri="{FF2B5EF4-FFF2-40B4-BE49-F238E27FC236}">
                <a16:creationId xmlns:a16="http://schemas.microsoft.com/office/drawing/2014/main" id="{5EB1023E-4E73-AD49-83B0-D7B458250C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1150" y="6523001"/>
            <a:ext cx="294928" cy="196131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l">
              <a:defRPr sz="800" b="1" i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anose="020F0502020204030204" pitchFamily="34" charset="0"/>
              </a:defRPr>
            </a:lvl1pPr>
          </a:lstStyle>
          <a:p>
            <a:pPr defTabSz="1218810"/>
            <a:fld id="{E9B57936-92EF-4126-AE48-1D9D36D15E98}" type="slidenum">
              <a:rPr lang="ja-JP" altLang="en-US" smtClean="0"/>
              <a:pPr defTabSz="1218810"/>
              <a:t>‹#›</a:t>
            </a:fld>
            <a:endParaRPr lang="ja-JP" altLang="en-US"/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4942DB0C-137A-4E4C-B926-77CEECC512A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6078" y="6523001"/>
            <a:ext cx="6968348" cy="205613"/>
          </a:xfrm>
          <a:prstGeom prst="rect">
            <a:avLst/>
          </a:prstGeom>
        </p:spPr>
        <p:txBody>
          <a:bodyPr wrap="none" tIns="0" rIns="0" bIns="72000" numCol="1" anchor="ctr">
            <a:noAutofit/>
          </a:bodyPr>
          <a:lstStyle>
            <a:lvl1pPr marL="0" indent="0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b="0">
                <a:solidFill>
                  <a:schemeClr val="accent3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Private and confidential. For internal use only.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AD1171B1-AEC6-164D-8FE0-E0B9353A55B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1150" y="1491373"/>
            <a:ext cx="11569699" cy="1464957"/>
          </a:xfrm>
        </p:spPr>
        <p:txBody>
          <a:bodyPr tIns="0" rIns="0" bIns="0" numCol="2" spcCol="126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/>
            </a:lvl1pPr>
            <a:lvl2pPr marL="457068" indent="0">
              <a:buNone/>
              <a:defRPr sz="1800" b="1"/>
            </a:lvl2pPr>
            <a:lvl3pPr marL="914149" indent="0">
              <a:buNone/>
              <a:defRPr sz="1800" b="1"/>
            </a:lvl3pPr>
            <a:lvl4pPr marL="1371219" indent="0">
              <a:buNone/>
              <a:defRPr sz="1800" b="1"/>
            </a:lvl4pPr>
            <a:lvl5pPr marL="1828290" indent="0">
              <a:buNone/>
              <a:defRPr sz="1800" b="1"/>
            </a:lvl5pPr>
          </a:lstStyle>
          <a:p>
            <a:pPr lvl="0"/>
            <a:r>
              <a:rPr lang="en-US"/>
              <a:t>This is your Primary Text.</a:t>
            </a:r>
            <a:endParaRPr lang="en-JP"/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66C4AA1F-8B09-5544-9C70-388A6E2940C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11149" y="1093767"/>
            <a:ext cx="11569699" cy="272786"/>
          </a:xfrm>
        </p:spPr>
        <p:txBody>
          <a:bodyPr tIns="0" rIns="0" bIns="0" numCol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000" b="1">
                <a:solidFill>
                  <a:schemeClr val="accent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your Primary Title</a:t>
            </a:r>
          </a:p>
        </p:txBody>
      </p:sp>
    </p:spTree>
    <p:extLst>
      <p:ext uri="{BB962C8B-B14F-4D97-AF65-F5344CB8AC3E}">
        <p14:creationId xmlns:p14="http://schemas.microsoft.com/office/powerpoint/2010/main" val="197277051"/>
      </p:ext>
    </p:extLst>
  </p:cSld>
  <p:clrMapOvr>
    <a:masterClrMapping/>
  </p:clrMapOvr>
  <p:transition spd="slow">
    <p:push dir="u"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w/ Subhead &amp;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D2D759A-7DF3-E15A-A321-39F859539423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6ED8105-CD87-20A8-870D-3362AAB17C6A}"/>
              </a:ext>
            </a:extLst>
          </p:cNvPr>
          <p:cNvSpPr txBox="1"/>
          <p:nvPr/>
        </p:nvSpPr>
        <p:spPr>
          <a:xfrm>
            <a:off x="11477297" y="6442842"/>
            <a:ext cx="6411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0BAD0503-1F16-9A4F-9F5F-E6354B67EC32}" type="slidenum">
              <a:rPr lang="en-US" sz="1050" smtClean="0">
                <a:solidFill>
                  <a:schemeClr val="accent3"/>
                </a:solidFill>
              </a:rPr>
              <a:pPr algn="r"/>
              <a:t>‹#›</a:t>
            </a:fld>
            <a:endParaRPr lang="en-US" sz="1050">
              <a:solidFill>
                <a:schemeClr val="accent3"/>
              </a:solidFill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28F6E26-F6CA-1D0A-A13C-0B4CDADB748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30924" y="444973"/>
            <a:ext cx="9235440" cy="283464"/>
          </a:xfrm>
        </p:spPr>
        <p:txBody>
          <a:bodyPr anchor="b">
            <a:normAutofit/>
          </a:bodyPr>
          <a:lstStyle>
            <a:lvl1pPr marL="0" indent="0">
              <a:buNone/>
              <a:defRPr sz="12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C970FE3-0BFD-2302-105D-701AAAFF944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0923" y="778475"/>
            <a:ext cx="10826461" cy="609398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2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XXXXXXXXXXXXXXXXXXXXXXXXXXXXXXXXXXXXXXXXXXXXXXXXXXXXXXXXXXXXXXXXXXXXXXXXXXXXXXXXXXXXXXXXXXXXXXXXXXXXXXXXXXXXXXXXXXXX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C7F91FD6-28E6-99AB-BB9E-7479849CDC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923" y="1502772"/>
            <a:ext cx="11330153" cy="249299"/>
          </a:xfrm>
        </p:spPr>
        <p:txBody>
          <a:bodyPr wrap="square" anchor="t">
            <a:spAutoFit/>
          </a:bodyPr>
          <a:lstStyle>
            <a:lvl1pPr algn="ctr"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8E493C-9548-A240-AE99-E816B05261AB}"/>
              </a:ext>
            </a:extLst>
          </p:cNvPr>
          <p:cNvSpPr txBox="1"/>
          <p:nvPr/>
        </p:nvSpPr>
        <p:spPr>
          <a:xfrm>
            <a:off x="3019421" y="6446689"/>
            <a:ext cx="6153159" cy="25391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lang="en-US" sz="1050" b="0" i="0">
                <a:solidFill>
                  <a:schemeClr val="accent3"/>
                </a:solidFill>
                <a:effectLst/>
                <a:latin typeface="+mn-lt"/>
              </a:rPr>
              <a:t>Takeda Confidential – Internal Communication – Further Copying or Distribution is Strictly Prohibited </a:t>
            </a:r>
            <a:endParaRPr lang="en-US" sz="1050">
              <a:solidFill>
                <a:schemeClr val="accent3"/>
              </a:solidFill>
              <a:latin typeface="+mn-lt"/>
            </a:endParaRPr>
          </a:p>
        </p:txBody>
      </p:sp>
      <p:pic>
        <p:nvPicPr>
          <p:cNvPr id="3" name="Picture 2" descr="A close up of a logo&#10;&#10;Description automatically generated">
            <a:extLst>
              <a:ext uri="{FF2B5EF4-FFF2-40B4-BE49-F238E27FC236}">
                <a16:creationId xmlns:a16="http://schemas.microsoft.com/office/drawing/2014/main" id="{D703D0F9-AB9F-7D91-AC47-1567E0E105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9972" y="5885573"/>
            <a:ext cx="2044014" cy="826304"/>
          </a:xfrm>
          <a:prstGeom prst="rect">
            <a:avLst/>
          </a:prstGeom>
        </p:spPr>
      </p:pic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EDEE5946-E559-35B1-3446-DDAB5F14EE3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0923" y="6046504"/>
            <a:ext cx="9144000" cy="332399"/>
          </a:xfrm>
        </p:spPr>
        <p:txBody>
          <a:bodyPr anchor="b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/>
            </a:lvl1pPr>
            <a:lvl2pPr marL="0" indent="0">
              <a:buNone/>
              <a:defRPr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E2895F-FAE3-FDEC-DE5F-3EA6F610299E}"/>
              </a:ext>
            </a:extLst>
          </p:cNvPr>
          <p:cNvSpPr txBox="1"/>
          <p:nvPr userDrawn="1"/>
        </p:nvSpPr>
        <p:spPr>
          <a:xfrm>
            <a:off x="11477297" y="6442842"/>
            <a:ext cx="6411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0BAD0503-1F16-9A4F-9F5F-E6354B67EC32}" type="slidenum">
              <a:rPr lang="en-US" sz="1050" smtClean="0">
                <a:solidFill>
                  <a:schemeClr val="accent3"/>
                </a:solidFill>
              </a:rPr>
              <a:pPr algn="r"/>
              <a:t>‹#›</a:t>
            </a:fld>
            <a:endParaRPr lang="en-US" sz="1050">
              <a:solidFill>
                <a:schemeClr val="accent3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6A0DF7-9C38-9BE2-5FCA-BDF83E6588F1}"/>
              </a:ext>
            </a:extLst>
          </p:cNvPr>
          <p:cNvSpPr txBox="1"/>
          <p:nvPr userDrawn="1"/>
        </p:nvSpPr>
        <p:spPr>
          <a:xfrm>
            <a:off x="3019421" y="6446689"/>
            <a:ext cx="6153159" cy="25391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lang="en-US" sz="1050" b="0" i="0">
                <a:solidFill>
                  <a:schemeClr val="accent3"/>
                </a:solidFill>
                <a:effectLst/>
                <a:latin typeface="+mn-lt"/>
              </a:rPr>
              <a:t>Takeda Confidential – Internal Communication – Further Copying or Distribution is Strictly Prohibited </a:t>
            </a:r>
            <a:endParaRPr lang="en-US" sz="1050">
              <a:solidFill>
                <a:schemeClr val="accent3"/>
              </a:solidFill>
              <a:latin typeface="+mn-lt"/>
            </a:endParaRPr>
          </a:p>
        </p:txBody>
      </p:sp>
      <p:pic>
        <p:nvPicPr>
          <p:cNvPr id="11" name="Picture 10" descr="A close up of a logo&#10;&#10;Description automatically generated">
            <a:extLst>
              <a:ext uri="{FF2B5EF4-FFF2-40B4-BE49-F238E27FC236}">
                <a16:creationId xmlns:a16="http://schemas.microsoft.com/office/drawing/2014/main" id="{26B624A1-47DD-BF3F-8080-C38B0AC5D30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79972" y="5885573"/>
            <a:ext cx="2044014" cy="826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6982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0860C-1611-415D-B493-9E72EFC20C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548640" y="429769"/>
            <a:ext cx="11091672" cy="49244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add title (Times New Roman 32 pt)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A77F65-8A9A-4083-8B11-117385C26FBF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auto">
          <a:xfrm>
            <a:off x="548640" y="1856232"/>
            <a:ext cx="11091672" cy="4453128"/>
          </a:xfrm>
        </p:spPr>
        <p:txBody>
          <a:bodyPr/>
          <a:lstStyle>
            <a:lvl1pPr rtl="0">
              <a:defRPr>
                <a:solidFill>
                  <a:schemeClr val="accent1"/>
                </a:solidFill>
                <a:latin typeface="+mn-lt"/>
              </a:defRPr>
            </a:lvl1pPr>
            <a:lvl2pPr>
              <a:buClrTx/>
              <a:defRPr>
                <a:solidFill>
                  <a:schemeClr val="accent1"/>
                </a:solidFill>
                <a:latin typeface="+mn-lt"/>
              </a:defRPr>
            </a:lvl2pPr>
            <a:lvl3pPr>
              <a:buClrTx/>
              <a:defRPr>
                <a:solidFill>
                  <a:schemeClr val="accent1"/>
                </a:solidFill>
                <a:latin typeface="+mn-lt"/>
              </a:defRPr>
            </a:lvl3pPr>
          </a:lstStyle>
          <a:p>
            <a:pPr rtl="0"/>
            <a:r>
              <a:rPr lang="en-US" b="0" i="0" u="none" strike="noStrike" kern="1200" baseline="0">
                <a:solidFill>
                  <a:srgbClr val="1A1628"/>
                </a:solidFill>
                <a:latin typeface="Arial" panose="020B0604020202020204" pitchFamily="34" charset="0"/>
              </a:rPr>
              <a:t>Click to add text (Arial 18 </a:t>
            </a:r>
            <a:r>
              <a:rPr lang="en-US" b="0" i="0" u="none" strike="noStrike" kern="1200" baseline="0" err="1">
                <a:solidFill>
                  <a:srgbClr val="1A1628"/>
                </a:solidFill>
                <a:latin typeface="Arial" panose="020B0604020202020204" pitchFamily="34" charset="0"/>
              </a:rPr>
              <a:t>pt</a:t>
            </a:r>
            <a:r>
              <a:rPr lang="en-US" b="0" i="0" u="none" strike="noStrike" kern="1200" baseline="0">
                <a:solidFill>
                  <a:srgbClr val="1A1628"/>
                </a:solidFill>
                <a:latin typeface="Arial" panose="020B0604020202020204" pitchFamily="34" charset="0"/>
              </a:rPr>
              <a:t>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152651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70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3024" y="242651"/>
            <a:ext cx="10972800" cy="43088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3026" y="1344168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73026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344168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84996346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 -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>
            <a:extLst>
              <a:ext uri="{FF2B5EF4-FFF2-40B4-BE49-F238E27FC236}">
                <a16:creationId xmlns:a16="http://schemas.microsoft.com/office/drawing/2014/main" id="{4909886C-3CE9-B150-D7F0-82DB2FAAC4B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5" name="ICLUSIG logo">
            <a:extLst>
              <a:ext uri="{FF2B5EF4-FFF2-40B4-BE49-F238E27FC236}">
                <a16:creationId xmlns:a16="http://schemas.microsoft.com/office/drawing/2014/main" id="{71E5E2FF-04B1-49E7-8CE4-9D0EBCCD2A2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24679" y="6021532"/>
            <a:ext cx="1422719" cy="612993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9F9279F0-0B9A-6E40-9B62-D594FE2D9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461826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ackground">
            <a:extLst>
              <a:ext uri="{FF2B5EF4-FFF2-40B4-BE49-F238E27FC236}">
                <a16:creationId xmlns:a16="http://schemas.microsoft.com/office/drawing/2014/main" id="{E178E455-3F47-4430-9060-F02B0586C05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4A8D1D6-71BE-47F3-B5C9-7B48A0B2281C}"/>
              </a:ext>
            </a:extLst>
          </p:cNvPr>
          <p:cNvCxnSpPr/>
          <p:nvPr userDrawn="1"/>
        </p:nvCxnSpPr>
        <p:spPr>
          <a:xfrm>
            <a:off x="6128143" y="905145"/>
            <a:ext cx="0" cy="1199246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Takeda logo" descr="A picture containing drawing&#10;&#10;Description automatically generated">
            <a:extLst>
              <a:ext uri="{FF2B5EF4-FFF2-40B4-BE49-F238E27FC236}">
                <a16:creationId xmlns:a16="http://schemas.microsoft.com/office/drawing/2014/main" id="{B14E3979-5469-4EE2-ACAA-43BDBC15FF2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39405" y="6123922"/>
            <a:ext cx="2533311" cy="443877"/>
          </a:xfrm>
          <a:prstGeom prst="rect">
            <a:avLst/>
          </a:prstGeom>
        </p:spPr>
      </p:pic>
      <p:pic>
        <p:nvPicPr>
          <p:cNvPr id="19" name="ICLUSIG logo KO" descr="A picture containing text&#10;&#10;Description automatically generated">
            <a:extLst>
              <a:ext uri="{FF2B5EF4-FFF2-40B4-BE49-F238E27FC236}">
                <a16:creationId xmlns:a16="http://schemas.microsoft.com/office/drawing/2014/main" id="{2DCFD57A-7EF3-43DF-89AA-ECC5233662F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09845" y="765576"/>
            <a:ext cx="2513438" cy="1080821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EF725955-92D9-E24E-A698-8C6DC2D65F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45991" y="1858923"/>
            <a:ext cx="5228684" cy="1010390"/>
          </a:xfrm>
        </p:spPr>
        <p:txBody>
          <a:bodyPr>
            <a:normAutofit/>
          </a:bodyPr>
          <a:lstStyle>
            <a:lvl1pPr marL="0" indent="0" algn="l">
              <a:buNone/>
              <a:defRPr sz="2000" b="0" i="0">
                <a:solidFill>
                  <a:schemeClr val="bg1"/>
                </a:solidFill>
                <a:latin typeface="Helvetica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20D34B-645F-E74C-99E4-0AB8848C8D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45990" y="777933"/>
            <a:ext cx="5228684" cy="1010390"/>
          </a:xfrm>
        </p:spPr>
        <p:txBody>
          <a:bodyPr anchor="b">
            <a:normAutofit/>
          </a:bodyPr>
          <a:lstStyle>
            <a:lvl1pPr algn="l">
              <a:defRPr sz="33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10789951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1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ackground">
            <a:extLst>
              <a:ext uri="{FF2B5EF4-FFF2-40B4-BE49-F238E27FC236}">
                <a16:creationId xmlns:a16="http://schemas.microsoft.com/office/drawing/2014/main" id="{E178E455-3F47-4430-9060-F02B0586C05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Confidential">
            <a:extLst>
              <a:ext uri="{FF2B5EF4-FFF2-40B4-BE49-F238E27FC236}">
                <a16:creationId xmlns:a16="http://schemas.microsoft.com/office/drawing/2014/main" id="{306D481E-343D-45EF-B5E1-3292D7B39C68}"/>
              </a:ext>
            </a:extLst>
          </p:cNvPr>
          <p:cNvSpPr txBox="1"/>
          <p:nvPr userDrawn="1"/>
        </p:nvSpPr>
        <p:spPr>
          <a:xfrm>
            <a:off x="4251872" y="6309038"/>
            <a:ext cx="368265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>
                <a:solidFill>
                  <a:schemeClr val="accent4"/>
                </a:solidFill>
              </a:rPr>
              <a:t>Confidential – for internal use only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4A8D1D6-71BE-47F3-B5C9-7B48A0B2281C}"/>
              </a:ext>
            </a:extLst>
          </p:cNvPr>
          <p:cNvCxnSpPr/>
          <p:nvPr userDrawn="1"/>
        </p:nvCxnSpPr>
        <p:spPr>
          <a:xfrm>
            <a:off x="6128143" y="905145"/>
            <a:ext cx="0" cy="1199246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Takeda logo" descr="A picture containing drawing&#10;&#10;Description automatically generated">
            <a:extLst>
              <a:ext uri="{FF2B5EF4-FFF2-40B4-BE49-F238E27FC236}">
                <a16:creationId xmlns:a16="http://schemas.microsoft.com/office/drawing/2014/main" id="{B14E3979-5469-4EE2-ACAA-43BDBC15FF2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39405" y="6123922"/>
            <a:ext cx="2533311" cy="443877"/>
          </a:xfrm>
          <a:prstGeom prst="rect">
            <a:avLst/>
          </a:prstGeom>
        </p:spPr>
      </p:pic>
      <p:pic>
        <p:nvPicPr>
          <p:cNvPr id="19" name="ICLUSIG logo KO" descr="A picture containing text&#10;&#10;Description automatically generated">
            <a:extLst>
              <a:ext uri="{FF2B5EF4-FFF2-40B4-BE49-F238E27FC236}">
                <a16:creationId xmlns:a16="http://schemas.microsoft.com/office/drawing/2014/main" id="{2DCFD57A-7EF3-43DF-89AA-ECC5233662F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09845" y="765576"/>
            <a:ext cx="2513438" cy="1080821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EF725955-92D9-E24E-A698-8C6DC2D65F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45991" y="457200"/>
            <a:ext cx="5228684" cy="729922"/>
          </a:xfrm>
        </p:spPr>
        <p:txBody>
          <a:bodyPr anchor="b">
            <a:normAutofit/>
          </a:bodyPr>
          <a:lstStyle>
            <a:lvl1pPr marL="0" indent="0" algn="l">
              <a:buNone/>
              <a:defRPr sz="2000" b="0" i="0">
                <a:solidFill>
                  <a:schemeClr val="bg1"/>
                </a:solidFill>
                <a:latin typeface="Helvetica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20D34B-645F-E74C-99E4-0AB8848C8D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45990" y="1283304"/>
            <a:ext cx="5228684" cy="1657604"/>
          </a:xfrm>
        </p:spPr>
        <p:txBody>
          <a:bodyPr anchor="t">
            <a:normAutofit/>
          </a:bodyPr>
          <a:lstStyle>
            <a:lvl1pPr algn="l">
              <a:defRPr sz="33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89223829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ackground">
            <a:extLst>
              <a:ext uri="{FF2B5EF4-FFF2-40B4-BE49-F238E27FC236}">
                <a16:creationId xmlns:a16="http://schemas.microsoft.com/office/drawing/2014/main" id="{FADEBAF4-0C50-4B63-8C55-528361C00EA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Confidential">
            <a:extLst>
              <a:ext uri="{FF2B5EF4-FFF2-40B4-BE49-F238E27FC236}">
                <a16:creationId xmlns:a16="http://schemas.microsoft.com/office/drawing/2014/main" id="{0308D612-7F5E-421B-8194-469F5E13CE73}"/>
              </a:ext>
            </a:extLst>
          </p:cNvPr>
          <p:cNvSpPr txBox="1"/>
          <p:nvPr userDrawn="1"/>
        </p:nvSpPr>
        <p:spPr>
          <a:xfrm>
            <a:off x="4251872" y="6309038"/>
            <a:ext cx="368265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>
                <a:solidFill>
                  <a:schemeClr val="accent4"/>
                </a:solidFill>
              </a:rPr>
              <a:t>Confidential – for internal use only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3097533-76BB-4425-AB74-8611B062C3DB}"/>
              </a:ext>
            </a:extLst>
          </p:cNvPr>
          <p:cNvCxnSpPr>
            <a:cxnSpLocks/>
          </p:cNvCxnSpPr>
          <p:nvPr userDrawn="1"/>
        </p:nvCxnSpPr>
        <p:spPr>
          <a:xfrm flipH="1">
            <a:off x="2642516" y="2349806"/>
            <a:ext cx="516340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ICLUSIG logo">
            <a:extLst>
              <a:ext uri="{FF2B5EF4-FFF2-40B4-BE49-F238E27FC236}">
                <a16:creationId xmlns:a16="http://schemas.microsoft.com/office/drawing/2014/main" id="{075E89DC-3E3D-4CBD-8C8B-AEC44300CB2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24679" y="6021532"/>
            <a:ext cx="1422719" cy="612993"/>
          </a:xfrm>
          <a:prstGeom prst="rect">
            <a:avLst/>
          </a:prstGeom>
        </p:spPr>
      </p:pic>
      <p:pic>
        <p:nvPicPr>
          <p:cNvPr id="11" name="Takeda logo" descr="A picture containing drawing&#10;&#10;Description automatically generated">
            <a:extLst>
              <a:ext uri="{FF2B5EF4-FFF2-40B4-BE49-F238E27FC236}">
                <a16:creationId xmlns:a16="http://schemas.microsoft.com/office/drawing/2014/main" id="{EC5F61A4-DB2D-475A-8ACE-7A72BEE7FE9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39405" y="6123922"/>
            <a:ext cx="2533311" cy="443877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E396D0-2349-DC48-9447-E5A5368284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99550" y="2386849"/>
            <a:ext cx="5269522" cy="1500187"/>
          </a:xfrm>
        </p:spPr>
        <p:txBody>
          <a:bodyPr/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Helvetica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E46CCC-5330-5349-8F8A-A65E10234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9550" y="223475"/>
            <a:ext cx="5269522" cy="1634896"/>
          </a:xfrm>
        </p:spPr>
        <p:txBody>
          <a:bodyPr anchor="b">
            <a:normAutofit/>
          </a:bodyPr>
          <a:lstStyle>
            <a:lvl1pPr>
              <a:defRPr sz="33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51926413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>
            <a:extLst>
              <a:ext uri="{FF2B5EF4-FFF2-40B4-BE49-F238E27FC236}">
                <a16:creationId xmlns:a16="http://schemas.microsoft.com/office/drawing/2014/main" id="{82E57BE8-71D7-48B1-A2F0-C5BC9C937B8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Confidential">
            <a:extLst>
              <a:ext uri="{FF2B5EF4-FFF2-40B4-BE49-F238E27FC236}">
                <a16:creationId xmlns:a16="http://schemas.microsoft.com/office/drawing/2014/main" id="{E06E07D6-7590-4C4B-A3A4-AB9166035E07}"/>
              </a:ext>
            </a:extLst>
          </p:cNvPr>
          <p:cNvSpPr txBox="1"/>
          <p:nvPr userDrawn="1"/>
        </p:nvSpPr>
        <p:spPr>
          <a:xfrm>
            <a:off x="4251872" y="6309038"/>
            <a:ext cx="368265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>
                <a:solidFill>
                  <a:schemeClr val="accent4"/>
                </a:solidFill>
              </a:rPr>
              <a:t>Confidential – for internal use only</a:t>
            </a:r>
          </a:p>
        </p:txBody>
      </p:sp>
      <p:pic>
        <p:nvPicPr>
          <p:cNvPr id="13" name="ICLUSIG logo">
            <a:extLst>
              <a:ext uri="{FF2B5EF4-FFF2-40B4-BE49-F238E27FC236}">
                <a16:creationId xmlns:a16="http://schemas.microsoft.com/office/drawing/2014/main" id="{23C913D8-72E4-4C40-8363-4EED9D23C5C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24679" y="6021532"/>
            <a:ext cx="1422719" cy="6129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FE46CCC-5330-5349-8F8A-A65E102345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21688" y="2367419"/>
            <a:ext cx="3544865" cy="1061581"/>
          </a:xfrm>
          <a:solidFill>
            <a:schemeClr val="bg2">
              <a:lumMod val="10000"/>
            </a:schemeClr>
          </a:solidFill>
        </p:spPr>
        <p:txBody>
          <a:bodyPr anchor="ctr">
            <a:noAutofit/>
          </a:bodyPr>
          <a:lstStyle>
            <a:lvl1pPr algn="ctr"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322182219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ackground" descr="Icon&#10;&#10;Description automatically generated">
            <a:extLst>
              <a:ext uri="{FF2B5EF4-FFF2-40B4-BE49-F238E27FC236}">
                <a16:creationId xmlns:a16="http://schemas.microsoft.com/office/drawing/2014/main" id="{D1B81D93-FCC2-4557-9197-1E427733EAA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ICLUSIG logo">
            <a:extLst>
              <a:ext uri="{FF2B5EF4-FFF2-40B4-BE49-F238E27FC236}">
                <a16:creationId xmlns:a16="http://schemas.microsoft.com/office/drawing/2014/main" id="{23C913D8-72E4-4C40-8363-4EED9D23C5C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24679" y="6021532"/>
            <a:ext cx="1422719" cy="6129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FE46CCC-5330-5349-8F8A-A65E102345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21688" y="2367419"/>
            <a:ext cx="3544865" cy="1061581"/>
          </a:xfrm>
          <a:solidFill>
            <a:schemeClr val="bg2">
              <a:lumMod val="10000"/>
            </a:schemeClr>
          </a:solidFill>
        </p:spPr>
        <p:txBody>
          <a:bodyPr anchor="ctr">
            <a:noAutofit/>
          </a:bodyPr>
          <a:lstStyle>
            <a:lvl1pPr algn="ctr"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153195957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O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ackground">
            <a:extLst>
              <a:ext uri="{FF2B5EF4-FFF2-40B4-BE49-F238E27FC236}">
                <a16:creationId xmlns:a16="http://schemas.microsoft.com/office/drawing/2014/main" id="{64D31B33-C584-45DD-86E0-D3FBC99782D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ICLUSIG logo">
            <a:extLst>
              <a:ext uri="{FF2B5EF4-FFF2-40B4-BE49-F238E27FC236}">
                <a16:creationId xmlns:a16="http://schemas.microsoft.com/office/drawing/2014/main" id="{DF20A3D4-0A3E-4992-8AB3-FF934C741ED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24679" y="6021532"/>
            <a:ext cx="1422719" cy="61299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3327CC-5972-BD4E-BC90-91EF0C7D19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99946" y="743294"/>
            <a:ext cx="7330054" cy="5023521"/>
          </a:xfrm>
        </p:spPr>
        <p:txBody>
          <a:bodyPr>
            <a:normAutofit/>
          </a:bodyPr>
          <a:lstStyle>
            <a:lvl1pPr marL="290513" indent="-290513">
              <a:spcBef>
                <a:spcPts val="600"/>
              </a:spcBef>
              <a:spcAft>
                <a:spcPts val="600"/>
              </a:spcAft>
              <a:buClr>
                <a:schemeClr val="accent3"/>
              </a:buClr>
              <a:buFont typeface="+mj-lt"/>
              <a:buAutoNum type="arabicPeriod"/>
              <a:defRPr sz="2200" b="1">
                <a:solidFill>
                  <a:schemeClr val="accent3"/>
                </a:solidFill>
              </a:defRPr>
            </a:lvl1pPr>
            <a:lvl2pPr marL="457200" indent="-152400">
              <a:spcBef>
                <a:spcPts val="600"/>
              </a:spcBef>
              <a:spcAft>
                <a:spcPts val="3600"/>
              </a:spcAft>
              <a:buFontTx/>
              <a:buNone/>
              <a:defRPr sz="16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84D636-DDEF-4440-960E-7D54DB216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543" y="666412"/>
            <a:ext cx="3378493" cy="693161"/>
          </a:xfrm>
        </p:spPr>
        <p:txBody>
          <a:bodyPr anchor="t">
            <a:noAutofit/>
          </a:bodyPr>
          <a:lstStyle>
            <a:lvl1pPr>
              <a:defRPr sz="2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64772391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 -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CLUSIG logo">
            <a:extLst>
              <a:ext uri="{FF2B5EF4-FFF2-40B4-BE49-F238E27FC236}">
                <a16:creationId xmlns:a16="http://schemas.microsoft.com/office/drawing/2014/main" id="{71E5E2FF-04B1-49E7-8CE4-9D0EBCCD2A2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24679" y="6021532"/>
            <a:ext cx="1422719" cy="612993"/>
          </a:xfrm>
          <a:prstGeom prst="rect">
            <a:avLst/>
          </a:prstGeom>
        </p:spPr>
      </p:pic>
      <p:cxnSp>
        <p:nvCxnSpPr>
          <p:cNvPr id="8" name="Line">
            <a:extLst>
              <a:ext uri="{FF2B5EF4-FFF2-40B4-BE49-F238E27FC236}">
                <a16:creationId xmlns:a16="http://schemas.microsoft.com/office/drawing/2014/main" id="{A13D40DB-1632-48E2-89B6-0AA2C4CC904A}"/>
              </a:ext>
            </a:extLst>
          </p:cNvPr>
          <p:cNvCxnSpPr>
            <a:cxnSpLocks/>
          </p:cNvCxnSpPr>
          <p:nvPr userDrawn="1"/>
        </p:nvCxnSpPr>
        <p:spPr>
          <a:xfrm flipH="1">
            <a:off x="321071" y="348551"/>
            <a:ext cx="11507690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ooter">
            <a:extLst>
              <a:ext uri="{FF2B5EF4-FFF2-40B4-BE49-F238E27FC236}">
                <a16:creationId xmlns:a16="http://schemas.microsoft.com/office/drawing/2014/main" id="{C27D7C1A-17AA-44FF-9EA7-3CA747B3C5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0570" y="5901500"/>
            <a:ext cx="9820021" cy="365125"/>
          </a:xfrm>
        </p:spPr>
        <p:txBody>
          <a:bodyPr anchor="b">
            <a:noAutofit/>
          </a:bodyPr>
          <a:lstStyle>
            <a:lvl1pPr>
              <a:defRPr sz="1200"/>
            </a:lvl1pPr>
            <a:lvl2pPr marL="15875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Eyebrow">
            <a:extLst>
              <a:ext uri="{FF2B5EF4-FFF2-40B4-BE49-F238E27FC236}">
                <a16:creationId xmlns:a16="http://schemas.microsoft.com/office/drawing/2014/main" id="{DE392A91-59D9-42FC-BE38-254BD52DD30D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237808" y="387858"/>
            <a:ext cx="11612816" cy="267462"/>
          </a:xfrm>
        </p:spPr>
        <p:txBody>
          <a:bodyPr>
            <a:normAutofit/>
          </a:bodyPr>
          <a:lstStyle>
            <a:lvl1pPr>
              <a:defRPr sz="1200">
                <a:solidFill>
                  <a:schemeClr val="accent4"/>
                </a:solidFill>
              </a:defRPr>
            </a:lvl1pPr>
            <a:lvl2pPr marL="15875" indent="0">
              <a:buNone/>
              <a:defRPr/>
            </a:lvl2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C785EB8-CBE9-F44F-83A3-8A48BBD3E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5369713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- 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CLUSIG logo">
            <a:extLst>
              <a:ext uri="{FF2B5EF4-FFF2-40B4-BE49-F238E27FC236}">
                <a16:creationId xmlns:a16="http://schemas.microsoft.com/office/drawing/2014/main" id="{71E5E2FF-04B1-49E7-8CE4-9D0EBCCD2A2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24679" y="6021532"/>
            <a:ext cx="1422719" cy="612993"/>
          </a:xfrm>
          <a:prstGeom prst="rect">
            <a:avLst/>
          </a:prstGeom>
        </p:spPr>
      </p:pic>
      <p:pic>
        <p:nvPicPr>
          <p:cNvPr id="10" name="Background">
            <a:extLst>
              <a:ext uri="{FF2B5EF4-FFF2-40B4-BE49-F238E27FC236}">
                <a16:creationId xmlns:a16="http://schemas.microsoft.com/office/drawing/2014/main" id="{988EFC65-6488-47D1-9DE4-D55C9805416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736"/>
            <a:ext cx="12192000" cy="6858000"/>
          </a:xfrm>
          <a:prstGeom prst="rect">
            <a:avLst/>
          </a:prstGeom>
        </p:spPr>
      </p:pic>
      <p:sp>
        <p:nvSpPr>
          <p:cNvPr id="3" name="Subheader">
            <a:extLst>
              <a:ext uri="{FF2B5EF4-FFF2-40B4-BE49-F238E27FC236}">
                <a16:creationId xmlns:a16="http://schemas.microsoft.com/office/drawing/2014/main" id="{B417C4E7-8BB8-476D-98BF-39B703561E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7744" y="1280160"/>
            <a:ext cx="11612880" cy="466344"/>
          </a:xfrm>
        </p:spPr>
        <p:txBody>
          <a:bodyPr anchor="b"/>
          <a:lstStyle>
            <a:lvl1pPr marL="0" indent="0"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2">
            <a:extLst>
              <a:ext uri="{FF2B5EF4-FFF2-40B4-BE49-F238E27FC236}">
                <a16:creationId xmlns:a16="http://schemas.microsoft.com/office/drawing/2014/main" id="{CE502C8E-947A-44E3-A6AE-D329378AEF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07608" y="1901952"/>
            <a:ext cx="5843016" cy="40050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1">
            <a:extLst>
              <a:ext uri="{FF2B5EF4-FFF2-40B4-BE49-F238E27FC236}">
                <a16:creationId xmlns:a16="http://schemas.microsoft.com/office/drawing/2014/main" id="{608EBA5B-FEFF-4FE0-A31A-720CCD7E0B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37744" y="1901952"/>
            <a:ext cx="5641848" cy="40050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Eyebrow">
            <a:extLst>
              <a:ext uri="{FF2B5EF4-FFF2-40B4-BE49-F238E27FC236}">
                <a16:creationId xmlns:a16="http://schemas.microsoft.com/office/drawing/2014/main" id="{DE392A91-59D9-42FC-BE38-254BD52DD30D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237808" y="387858"/>
            <a:ext cx="11612816" cy="267462"/>
          </a:xfrm>
        </p:spPr>
        <p:txBody>
          <a:bodyPr>
            <a:normAutofit/>
          </a:bodyPr>
          <a:lstStyle>
            <a:lvl1pPr>
              <a:defRPr sz="1200">
                <a:solidFill>
                  <a:schemeClr val="accent4"/>
                </a:solidFill>
              </a:defRPr>
            </a:lvl1pPr>
            <a:lvl2pPr marL="15875" indent="0">
              <a:buNone/>
              <a:defRPr/>
            </a:lvl2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13" name="Footer">
            <a:extLst>
              <a:ext uri="{FF2B5EF4-FFF2-40B4-BE49-F238E27FC236}">
                <a16:creationId xmlns:a16="http://schemas.microsoft.com/office/drawing/2014/main" id="{C27D7C1A-17AA-44FF-9EA7-3CA747B3C5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0570" y="5901500"/>
            <a:ext cx="9820021" cy="365125"/>
          </a:xfrm>
        </p:spPr>
        <p:txBody>
          <a:bodyPr anchor="b">
            <a:noAutofit/>
          </a:bodyPr>
          <a:lstStyle>
            <a:lvl1pPr>
              <a:defRPr sz="1200"/>
            </a:lvl1pPr>
            <a:lvl2pPr marL="15875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F99776B-04E7-1649-9EF9-07DF0CE0D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69942252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-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>
            <a:extLst>
              <a:ext uri="{FF2B5EF4-FFF2-40B4-BE49-F238E27FC236}">
                <a16:creationId xmlns:a16="http://schemas.microsoft.com/office/drawing/2014/main" id="{FA049691-AED6-44DB-9069-9E7CBA7F8B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736"/>
            <a:ext cx="12192000" cy="6858000"/>
          </a:xfrm>
          <a:prstGeom prst="rect">
            <a:avLst/>
          </a:prstGeom>
        </p:spPr>
      </p:pic>
      <p:pic>
        <p:nvPicPr>
          <p:cNvPr id="10" name="ICLUSIG logo">
            <a:extLst>
              <a:ext uri="{FF2B5EF4-FFF2-40B4-BE49-F238E27FC236}">
                <a16:creationId xmlns:a16="http://schemas.microsoft.com/office/drawing/2014/main" id="{6D6902D7-E9A0-4083-80A4-ACE1A15EDCF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24679" y="6021532"/>
            <a:ext cx="1422719" cy="612993"/>
          </a:xfrm>
          <a:prstGeom prst="rect">
            <a:avLst/>
          </a:prstGeom>
        </p:spPr>
      </p:pic>
      <p:sp>
        <p:nvSpPr>
          <p:cNvPr id="13" name="Footer">
            <a:extLst>
              <a:ext uri="{FF2B5EF4-FFF2-40B4-BE49-F238E27FC236}">
                <a16:creationId xmlns:a16="http://schemas.microsoft.com/office/drawing/2014/main" id="{C27D7C1A-17AA-44FF-9EA7-3CA747B3C5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0570" y="5901500"/>
            <a:ext cx="9820021" cy="365125"/>
          </a:xfrm>
        </p:spPr>
        <p:txBody>
          <a:bodyPr anchor="b">
            <a:noAutofit/>
          </a:bodyPr>
          <a:lstStyle>
            <a:lvl1pPr>
              <a:defRPr sz="1200"/>
            </a:lvl1pPr>
            <a:lvl2pPr marL="15875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Subheader">
            <a:extLst>
              <a:ext uri="{FF2B5EF4-FFF2-40B4-BE49-F238E27FC236}">
                <a16:creationId xmlns:a16="http://schemas.microsoft.com/office/drawing/2014/main" id="{B417C4E7-8BB8-476D-98BF-39B703561E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7744" y="1280160"/>
            <a:ext cx="11612880" cy="466344"/>
          </a:xfrm>
        </p:spPr>
        <p:txBody>
          <a:bodyPr anchor="b"/>
          <a:lstStyle>
            <a:lvl1pPr marL="0" indent="0"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Eyebrow">
            <a:extLst>
              <a:ext uri="{FF2B5EF4-FFF2-40B4-BE49-F238E27FC236}">
                <a16:creationId xmlns:a16="http://schemas.microsoft.com/office/drawing/2014/main" id="{DE392A91-59D9-42FC-BE38-254BD52DD30D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237808" y="387858"/>
            <a:ext cx="11612816" cy="267462"/>
          </a:xfrm>
        </p:spPr>
        <p:txBody>
          <a:bodyPr>
            <a:normAutofit/>
          </a:bodyPr>
          <a:lstStyle>
            <a:lvl1pPr>
              <a:defRPr sz="1200">
                <a:solidFill>
                  <a:schemeClr val="accent4"/>
                </a:solidFill>
              </a:defRPr>
            </a:lvl1pPr>
            <a:lvl2pPr marL="15875" indent="0">
              <a:buNone/>
              <a:defRPr/>
            </a:lvl2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59480E3-6BC9-DC4D-BE90-C3366BB49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91734123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 - 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Background">
            <a:extLst>
              <a:ext uri="{FF2B5EF4-FFF2-40B4-BE49-F238E27FC236}">
                <a16:creationId xmlns:a16="http://schemas.microsoft.com/office/drawing/2014/main" id="{00F459F9-4070-4801-893B-27832F6DB79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5" name="ICLUSIG logo">
            <a:extLst>
              <a:ext uri="{FF2B5EF4-FFF2-40B4-BE49-F238E27FC236}">
                <a16:creationId xmlns:a16="http://schemas.microsoft.com/office/drawing/2014/main" id="{71E5E2FF-04B1-49E7-8CE4-9D0EBCCD2A2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24679" y="6021532"/>
            <a:ext cx="1422719" cy="612993"/>
          </a:xfrm>
          <a:prstGeom prst="rect">
            <a:avLst/>
          </a:prstGeom>
        </p:spPr>
      </p:pic>
      <p:sp>
        <p:nvSpPr>
          <p:cNvPr id="13" name="Footer">
            <a:extLst>
              <a:ext uri="{FF2B5EF4-FFF2-40B4-BE49-F238E27FC236}">
                <a16:creationId xmlns:a16="http://schemas.microsoft.com/office/drawing/2014/main" id="{C27D7C1A-17AA-44FF-9EA7-3CA747B3C5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0570" y="5901500"/>
            <a:ext cx="9820021" cy="365125"/>
          </a:xfrm>
        </p:spPr>
        <p:txBody>
          <a:bodyPr anchor="b">
            <a:noAutofit/>
          </a:bodyPr>
          <a:lstStyle>
            <a:lvl1pPr>
              <a:defRPr sz="1200"/>
            </a:lvl1pPr>
            <a:lvl2pPr marL="15875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2">
            <a:extLst>
              <a:ext uri="{FF2B5EF4-FFF2-40B4-BE49-F238E27FC236}">
                <a16:creationId xmlns:a16="http://schemas.microsoft.com/office/drawing/2014/main" id="{CE502C8E-947A-44E3-A6AE-D329378AEF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07608" y="1901952"/>
            <a:ext cx="5843016" cy="40050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1">
            <a:extLst>
              <a:ext uri="{FF2B5EF4-FFF2-40B4-BE49-F238E27FC236}">
                <a16:creationId xmlns:a16="http://schemas.microsoft.com/office/drawing/2014/main" id="{608EBA5B-FEFF-4FE0-A31A-720CCD7E0B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37744" y="1901952"/>
            <a:ext cx="5641848" cy="40050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Subheader">
            <a:extLst>
              <a:ext uri="{FF2B5EF4-FFF2-40B4-BE49-F238E27FC236}">
                <a16:creationId xmlns:a16="http://schemas.microsoft.com/office/drawing/2014/main" id="{B417C4E7-8BB8-476D-98BF-39B703561E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7744" y="1280160"/>
            <a:ext cx="11612880" cy="466344"/>
          </a:xfrm>
        </p:spPr>
        <p:txBody>
          <a:bodyPr anchor="b"/>
          <a:lstStyle>
            <a:lvl1pPr marL="0" indent="0"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Eyebrow">
            <a:extLst>
              <a:ext uri="{FF2B5EF4-FFF2-40B4-BE49-F238E27FC236}">
                <a16:creationId xmlns:a16="http://schemas.microsoft.com/office/drawing/2014/main" id="{DE392A91-59D9-42FC-BE38-254BD52DD30D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237808" y="387858"/>
            <a:ext cx="11612816" cy="267462"/>
          </a:xfrm>
        </p:spPr>
        <p:txBody>
          <a:bodyPr>
            <a:normAutofit/>
          </a:bodyPr>
          <a:lstStyle>
            <a:lvl1pPr>
              <a:defRPr sz="1200">
                <a:solidFill>
                  <a:schemeClr val="accent4"/>
                </a:solidFill>
              </a:defRPr>
            </a:lvl1pPr>
            <a:lvl2pPr marL="15875" indent="0">
              <a:buNone/>
              <a:defRPr/>
            </a:lvl2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AC81E6E-BF32-9F49-8134-0398DDD75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35518645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 -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Background">
            <a:extLst>
              <a:ext uri="{FF2B5EF4-FFF2-40B4-BE49-F238E27FC236}">
                <a16:creationId xmlns:a16="http://schemas.microsoft.com/office/drawing/2014/main" id="{00F459F9-4070-4801-893B-27832F6DB79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5" name="ICLUSIG logo">
            <a:extLst>
              <a:ext uri="{FF2B5EF4-FFF2-40B4-BE49-F238E27FC236}">
                <a16:creationId xmlns:a16="http://schemas.microsoft.com/office/drawing/2014/main" id="{71E5E2FF-04B1-49E7-8CE4-9D0EBCCD2A2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24679" y="6021532"/>
            <a:ext cx="1422719" cy="612993"/>
          </a:xfrm>
          <a:prstGeom prst="rect">
            <a:avLst/>
          </a:prstGeom>
        </p:spPr>
      </p:pic>
      <p:sp>
        <p:nvSpPr>
          <p:cNvPr id="13" name="Footer">
            <a:extLst>
              <a:ext uri="{FF2B5EF4-FFF2-40B4-BE49-F238E27FC236}">
                <a16:creationId xmlns:a16="http://schemas.microsoft.com/office/drawing/2014/main" id="{C27D7C1A-17AA-44FF-9EA7-3CA747B3C5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0570" y="5901500"/>
            <a:ext cx="9820021" cy="365125"/>
          </a:xfrm>
        </p:spPr>
        <p:txBody>
          <a:bodyPr anchor="b">
            <a:noAutofit/>
          </a:bodyPr>
          <a:lstStyle>
            <a:lvl1pPr>
              <a:defRPr sz="1200"/>
            </a:lvl1pPr>
            <a:lvl2pPr marL="15875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Subheader">
            <a:extLst>
              <a:ext uri="{FF2B5EF4-FFF2-40B4-BE49-F238E27FC236}">
                <a16:creationId xmlns:a16="http://schemas.microsoft.com/office/drawing/2014/main" id="{B417C4E7-8BB8-476D-98BF-39B703561E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7744" y="1280160"/>
            <a:ext cx="11612880" cy="466344"/>
          </a:xfrm>
        </p:spPr>
        <p:txBody>
          <a:bodyPr anchor="b"/>
          <a:lstStyle>
            <a:lvl1pPr marL="0" indent="0"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Eyebrow">
            <a:extLst>
              <a:ext uri="{FF2B5EF4-FFF2-40B4-BE49-F238E27FC236}">
                <a16:creationId xmlns:a16="http://schemas.microsoft.com/office/drawing/2014/main" id="{DE392A91-59D9-42FC-BE38-254BD52DD30D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237808" y="387858"/>
            <a:ext cx="11612816" cy="267462"/>
          </a:xfrm>
        </p:spPr>
        <p:txBody>
          <a:bodyPr>
            <a:normAutofit/>
          </a:bodyPr>
          <a:lstStyle>
            <a:lvl1pPr>
              <a:defRPr sz="1200">
                <a:solidFill>
                  <a:schemeClr val="accent4"/>
                </a:solidFill>
              </a:defRPr>
            </a:lvl1pPr>
            <a:lvl2pPr marL="15875" indent="0">
              <a:buNone/>
              <a:defRPr/>
            </a:lvl2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BF9F7FA-1CC2-2C40-925E-F0B7B0FE4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45932681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s and Tab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>
            <a:extLst>
              <a:ext uri="{FF2B5EF4-FFF2-40B4-BE49-F238E27FC236}">
                <a16:creationId xmlns:a16="http://schemas.microsoft.com/office/drawing/2014/main" id="{54925373-5D8D-4332-A80B-C73A70A715A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5" name="ICLUSIG logo">
            <a:extLst>
              <a:ext uri="{FF2B5EF4-FFF2-40B4-BE49-F238E27FC236}">
                <a16:creationId xmlns:a16="http://schemas.microsoft.com/office/drawing/2014/main" id="{71E5E2FF-04B1-49E7-8CE4-9D0EBCCD2A2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24679" y="6021532"/>
            <a:ext cx="1422719" cy="612993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4830A8F6-6857-4378-8936-FEE80528D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" y="477874"/>
            <a:ext cx="11612880" cy="74980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75930614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hank You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>
            <a:extLst>
              <a:ext uri="{FF2B5EF4-FFF2-40B4-BE49-F238E27FC236}">
                <a16:creationId xmlns:a16="http://schemas.microsoft.com/office/drawing/2014/main" id="{D314F68D-37F5-4C93-96D2-0637016AB4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ICLUSIG logo">
            <a:extLst>
              <a:ext uri="{FF2B5EF4-FFF2-40B4-BE49-F238E27FC236}">
                <a16:creationId xmlns:a16="http://schemas.microsoft.com/office/drawing/2014/main" id="{F971EF95-1200-47A5-A889-A248C3F19CC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24679" y="6021532"/>
            <a:ext cx="1422719" cy="612993"/>
          </a:xfrm>
          <a:prstGeom prst="rect">
            <a:avLst/>
          </a:prstGeom>
        </p:spPr>
      </p:pic>
      <p:pic>
        <p:nvPicPr>
          <p:cNvPr id="12" name="Takeda logo" descr="A picture containing drawing&#10;&#10;Description automatically generated">
            <a:extLst>
              <a:ext uri="{FF2B5EF4-FFF2-40B4-BE49-F238E27FC236}">
                <a16:creationId xmlns:a16="http://schemas.microsoft.com/office/drawing/2014/main" id="{D1879E91-91FB-4432-A35E-F546FDEF69C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39405" y="6123922"/>
            <a:ext cx="2533311" cy="443877"/>
          </a:xfrm>
          <a:prstGeom prst="rect">
            <a:avLst/>
          </a:prstGeom>
        </p:spPr>
      </p:pic>
      <p:cxnSp>
        <p:nvCxnSpPr>
          <p:cNvPr id="15" name="Line">
            <a:extLst>
              <a:ext uri="{FF2B5EF4-FFF2-40B4-BE49-F238E27FC236}">
                <a16:creationId xmlns:a16="http://schemas.microsoft.com/office/drawing/2014/main" id="{A5226D52-C1D7-4C55-A3C4-B7F6097A8224}"/>
              </a:ext>
            </a:extLst>
          </p:cNvPr>
          <p:cNvCxnSpPr>
            <a:cxnSpLocks/>
          </p:cNvCxnSpPr>
          <p:nvPr userDrawn="1"/>
        </p:nvCxnSpPr>
        <p:spPr>
          <a:xfrm flipH="1">
            <a:off x="503559" y="2226987"/>
            <a:ext cx="4823178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bheader">
            <a:extLst>
              <a:ext uri="{FF2B5EF4-FFF2-40B4-BE49-F238E27FC236}">
                <a16:creationId xmlns:a16="http://schemas.microsoft.com/office/drawing/2014/main" id="{DFE396D0-2349-DC48-9447-E5A5368284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6086" y="2556861"/>
            <a:ext cx="4928616" cy="1500187"/>
          </a:xfrm>
        </p:spPr>
        <p:txBody>
          <a:bodyPr>
            <a:normAutofit/>
          </a:bodyPr>
          <a:lstStyle>
            <a:lvl1pPr marL="0" indent="0">
              <a:spcAft>
                <a:spcPts val="2000"/>
              </a:spcAft>
              <a:buNone/>
              <a:defRPr sz="2400" b="0" i="0">
                <a:solidFill>
                  <a:schemeClr val="bg1"/>
                </a:solidFill>
                <a:latin typeface="Helvetica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7FE46CCC-5330-5349-8F8A-A65E10234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212" y="247859"/>
            <a:ext cx="4927717" cy="1731160"/>
          </a:xfrm>
        </p:spPr>
        <p:txBody>
          <a:bodyPr anchor="b">
            <a:normAutofit/>
          </a:bodyPr>
          <a:lstStyle>
            <a:lvl1pPr>
              <a:defRPr sz="4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50128731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ackground">
            <a:extLst>
              <a:ext uri="{FF2B5EF4-FFF2-40B4-BE49-F238E27FC236}">
                <a16:creationId xmlns:a16="http://schemas.microsoft.com/office/drawing/2014/main" id="{F44401DA-299A-4AD2-9EAA-8C990EAE15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ICLUSIG logo">
            <a:extLst>
              <a:ext uri="{FF2B5EF4-FFF2-40B4-BE49-F238E27FC236}">
                <a16:creationId xmlns:a16="http://schemas.microsoft.com/office/drawing/2014/main" id="{8FC4D20D-D4F9-47EC-8930-AD0A9136E25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424679" y="6022132"/>
            <a:ext cx="1422719" cy="611793"/>
          </a:xfrm>
          <a:prstGeom prst="rect">
            <a:avLst/>
          </a:prstGeom>
        </p:spPr>
      </p:pic>
      <p:pic>
        <p:nvPicPr>
          <p:cNvPr id="12" name="Takeda logo KO">
            <a:extLst>
              <a:ext uri="{FF2B5EF4-FFF2-40B4-BE49-F238E27FC236}">
                <a16:creationId xmlns:a16="http://schemas.microsoft.com/office/drawing/2014/main" id="{386A001E-D12B-470D-883F-6D1D729157C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339405" y="6123922"/>
            <a:ext cx="2533310" cy="443877"/>
          </a:xfrm>
          <a:prstGeom prst="rect">
            <a:avLst/>
          </a:prstGeom>
        </p:spPr>
      </p:pic>
      <p:cxnSp>
        <p:nvCxnSpPr>
          <p:cNvPr id="15" name="Line">
            <a:extLst>
              <a:ext uri="{FF2B5EF4-FFF2-40B4-BE49-F238E27FC236}">
                <a16:creationId xmlns:a16="http://schemas.microsoft.com/office/drawing/2014/main" id="{9314DED2-82F1-4F14-A103-4161ADC20F46}"/>
              </a:ext>
            </a:extLst>
          </p:cNvPr>
          <p:cNvCxnSpPr>
            <a:cxnSpLocks/>
          </p:cNvCxnSpPr>
          <p:nvPr userDrawn="1"/>
        </p:nvCxnSpPr>
        <p:spPr>
          <a:xfrm flipH="1">
            <a:off x="4062806" y="3277658"/>
            <a:ext cx="4245683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bheader">
            <a:extLst>
              <a:ext uri="{FF2B5EF4-FFF2-40B4-BE49-F238E27FC236}">
                <a16:creationId xmlns:a16="http://schemas.microsoft.com/office/drawing/2014/main" id="{DFE396D0-2349-DC48-9447-E5A5368284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84496" y="3801452"/>
            <a:ext cx="5002304" cy="1500187"/>
          </a:xfrm>
        </p:spPr>
        <p:txBody>
          <a:bodyPr/>
          <a:lstStyle>
            <a:lvl1pPr marL="0" indent="0" algn="ctr">
              <a:buNone/>
              <a:defRPr sz="2400" b="0" i="0">
                <a:solidFill>
                  <a:schemeClr val="bg1"/>
                </a:solidFill>
                <a:latin typeface="Helvetica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7FE46CCC-5330-5349-8F8A-A65E10234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2806" y="48768"/>
            <a:ext cx="4245683" cy="2852737"/>
          </a:xfrm>
        </p:spPr>
        <p:txBody>
          <a:bodyPr vert="horz" lIns="91440" tIns="45720" rIns="91440" bIns="45720" rtlCol="0" anchor="b">
            <a:normAutofit/>
          </a:bodyPr>
          <a:lstStyle>
            <a:lvl1pPr algn="ctr">
              <a:defRPr lang="en-US" sz="42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34143538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tandard 1-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FD2406EE-A554-5348-AE6D-4D8B343E620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11150" y="1102385"/>
            <a:ext cx="11569700" cy="5328857"/>
          </a:xfrm>
          <a:prstGeom prst="rect">
            <a:avLst/>
          </a:prstGeom>
        </p:spPr>
        <p:txBody>
          <a:bodyPr tIns="0" rIns="0" bIns="0" numCol="1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b="0">
                <a:solidFill>
                  <a:schemeClr val="tx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a one-column layout. Click to add content</a:t>
            </a:r>
          </a:p>
        </p:txBody>
      </p:sp>
      <p:sp>
        <p:nvSpPr>
          <p:cNvPr id="19" name="Footer Placeholder 8">
            <a:extLst>
              <a:ext uri="{FF2B5EF4-FFF2-40B4-BE49-F238E27FC236}">
                <a16:creationId xmlns:a16="http://schemas.microsoft.com/office/drawing/2014/main" id="{CDA06C55-0643-C148-AAB1-C4BB26FD7B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66050" y="6523001"/>
            <a:ext cx="4114800" cy="1961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 b="1" spc="100" baseline="0">
                <a:solidFill>
                  <a:schemeClr val="tx1"/>
                </a:solidFill>
              </a:defRPr>
            </a:lvl1pPr>
          </a:lstStyle>
          <a:p>
            <a:r>
              <a:rPr lang="en-JP"/>
              <a:t> </a:t>
            </a:r>
          </a:p>
        </p:txBody>
      </p:sp>
      <p:pic>
        <p:nvPicPr>
          <p:cNvPr id="14" name="Picture 13" descr="Takeda">
            <a:extLst>
              <a:ext uri="{FF2B5EF4-FFF2-40B4-BE49-F238E27FC236}">
                <a16:creationId xmlns:a16="http://schemas.microsoft.com/office/drawing/2014/main" id="{A75F5BF7-D49E-8A49-AE81-CB31E57D5A7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46331" y="-1615"/>
            <a:ext cx="1696232" cy="940780"/>
          </a:xfrm>
          <a:prstGeom prst="rect">
            <a:avLst/>
          </a:prstGeom>
        </p:spPr>
      </p:pic>
      <p:sp>
        <p:nvSpPr>
          <p:cNvPr id="22" name="タイトル プレースホルダ 1">
            <a:extLst>
              <a:ext uri="{FF2B5EF4-FFF2-40B4-BE49-F238E27FC236}">
                <a16:creationId xmlns:a16="http://schemas.microsoft.com/office/drawing/2014/main" id="{86D2E5B8-9E2B-DB46-A55A-5F26569C4F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6078" y="161605"/>
            <a:ext cx="9940253" cy="685801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kumimoji="1" lang="en-US" altLang="ja-JP"/>
              <a:t>Click to add title</a:t>
            </a:r>
            <a:endParaRPr kumimoji="1" lang="ja-JP" altLang="en-US"/>
          </a:p>
        </p:txBody>
      </p:sp>
      <p:sp>
        <p:nvSpPr>
          <p:cNvPr id="20" name="スライド番号プレースホルダ 5">
            <a:extLst>
              <a:ext uri="{FF2B5EF4-FFF2-40B4-BE49-F238E27FC236}">
                <a16:creationId xmlns:a16="http://schemas.microsoft.com/office/drawing/2014/main" id="{51A4825E-63A1-564F-BC3A-FBC167ECE5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1150" y="6523001"/>
            <a:ext cx="294928" cy="196131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l">
              <a:defRPr sz="800" b="1" i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anose="020F0502020204030204" pitchFamily="34" charset="0"/>
              </a:defRPr>
            </a:lvl1pPr>
          </a:lstStyle>
          <a:p>
            <a:pPr defTabSz="1218810"/>
            <a:fld id="{E9B57936-92EF-4126-AE48-1D9D36D15E98}" type="slidenum">
              <a:rPr lang="ja-JP" altLang="en-US" smtClean="0"/>
              <a:pPr defTabSz="1218810"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623911163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
<Relationships xmlns="http://schemas.openxmlformats.org/package/2006/relationships"><Relationship Id="rId8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29.xml"/><Relationship Id="rId26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28" Type="http://schemas.openxmlformats.org/officeDocument/2006/relationships/tags" Target="../tags/tag3.xml"/><Relationship Id="rId19" Type="http://schemas.openxmlformats.org/officeDocument/2006/relationships/slideLayout" Target="../slideLayouts/slideLayout30.xml"/><Relationship Id="rId9" Type="http://schemas.openxmlformats.org/officeDocument/2006/relationships/slideLayout" Target="../slideLayouts/slideLayout20.xml"/><Relationship Id="rId27" Type="http://schemas.openxmlformats.org/officeDocument/2006/relationships/tags" Target="../tags/tag2.xml"/><Relationship Id="rId30" Type="http://schemas.openxmlformats.org/officeDocument/2006/relationships/image" Target="../media/image10.emf"/></Relationships>
</file>

<file path=ppt/slideMasters/_rels/slideMaster3.xml.rels><?xml version="1.0" encoding="UTF-8" standalone="yes"?>
<Relationships xmlns="http://schemas.openxmlformats.org/package/2006/relationships"><Relationship Id="rId18" Type="http://schemas.openxmlformats.org/officeDocument/2006/relationships/slideLayout" Target="../slideLayouts/slideLayout54.xml"/><Relationship Id="rId25" Type="http://schemas.openxmlformats.org/officeDocument/2006/relationships/tags" Target="../tags/tag6.xml"/><Relationship Id="rId24" Type="http://schemas.openxmlformats.org/officeDocument/2006/relationships/tags" Target="../tags/tag5.xml"/><Relationship Id="rId23" Type="http://schemas.openxmlformats.org/officeDocument/2006/relationships/theme" Target="../theme/theme3.xml"/><Relationship Id="rId22" Type="http://schemas.openxmlformats.org/officeDocument/2006/relationships/slideLayout" Target="../slideLayouts/slideLayout58.xml"/><Relationship Id="rId27" Type="http://schemas.openxmlformats.org/officeDocument/2006/relationships/image" Target="../media/image10.emf"/></Relationships>
</file>

<file path=ppt/slideMasters/_rels/slideMaster4.xml.rels><?xml version="1.0" encoding="UTF-8" standalone="yes"?>
<Relationships xmlns="http://schemas.openxmlformats.org/package/2006/relationships"><Relationship Id="rId8" Type="http://schemas.openxmlformats.org/officeDocument/2006/relationships/image" Target="../media/image10.emf"/><Relationship Id="rId3" Type="http://schemas.openxmlformats.org/officeDocument/2006/relationships/slideLayout" Target="../slideLayouts/slideLayout61.xml"/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4" Type="http://schemas.openxmlformats.org/officeDocument/2006/relationships/theme" Target="../theme/theme4.xml"/></Relationships>
</file>

<file path=ppt/slideMasters/_rels/slideMaster5.xml.rels><?xml version="1.0" encoding="UTF-8" standalone="yes"?>
<Relationships xmlns="http://schemas.openxmlformats.org/package/2006/relationships"><Relationship Id="rId8" Type="http://schemas.openxmlformats.org/officeDocument/2006/relationships/slideLayout" Target="../slideLayouts/slideLayout69.xml"/><Relationship Id="rId13" Type="http://schemas.openxmlformats.org/officeDocument/2006/relationships/slideLayout" Target="../slideLayouts/slideLayout74.xml"/><Relationship Id="rId3" Type="http://schemas.openxmlformats.org/officeDocument/2006/relationships/slideLayout" Target="../slideLayouts/slideLayout64.xml"/><Relationship Id="rId17" Type="http://schemas.openxmlformats.org/officeDocument/2006/relationships/slideLayout" Target="../slideLayouts/slideLayout78.xml"/><Relationship Id="rId2" Type="http://schemas.openxmlformats.org/officeDocument/2006/relationships/slideLayout" Target="../slideLayouts/slideLayout63.xml"/><Relationship Id="rId16" Type="http://schemas.openxmlformats.org/officeDocument/2006/relationships/slideLayout" Target="../slideLayouts/slideLayout77.xml"/><Relationship Id="rId20" Type="http://schemas.openxmlformats.org/officeDocument/2006/relationships/slideLayout" Target="../slideLayouts/slideLayout81.xml"/><Relationship Id="rId1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7.xml"/><Relationship Id="rId11" Type="http://schemas.openxmlformats.org/officeDocument/2006/relationships/slideLayout" Target="../slideLayouts/slideLayout72.xml"/><Relationship Id="rId5" Type="http://schemas.openxmlformats.org/officeDocument/2006/relationships/slideLayout" Target="../slideLayouts/slideLayout66.xml"/><Relationship Id="rId15" Type="http://schemas.openxmlformats.org/officeDocument/2006/relationships/slideLayout" Target="../slideLayouts/slideLayout76.xml"/><Relationship Id="rId28" Type="http://schemas.openxmlformats.org/officeDocument/2006/relationships/tags" Target="../tags/tag9.xml"/><Relationship Id="rId10" Type="http://schemas.openxmlformats.org/officeDocument/2006/relationships/slideLayout" Target="../slideLayouts/slideLayout71.xml"/><Relationship Id="rId31" Type="http://schemas.openxmlformats.org/officeDocument/2006/relationships/image" Target="../media/image21.jpeg"/><Relationship Id="rId4" Type="http://schemas.openxmlformats.org/officeDocument/2006/relationships/slideLayout" Target="../slideLayouts/slideLayout65.xml"/><Relationship Id="rId14" Type="http://schemas.openxmlformats.org/officeDocument/2006/relationships/slideLayout" Target="../slideLayouts/slideLayout75.xml"/><Relationship Id="rId27" Type="http://schemas.openxmlformats.org/officeDocument/2006/relationships/theme" Target="../theme/theme5.xml"/><Relationship Id="rId30" Type="http://schemas.openxmlformats.org/officeDocument/2006/relationships/image" Target="../media/image20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C4DC52F8-BF3C-B6D3-6E3E-87D9B8DFC4CB}"/>
              </a:ext>
            </a:extLst>
          </p:cNvPr>
          <p:cNvGraphicFramePr>
            <a:graphicFrameLocks noChangeAspect="1"/>
          </p:cNvGraphicFramePr>
          <p:nvPr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14129696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" imgW="278" imgH="278" progId="TCLayout.ActiveDocument.1">
                  <p:embed/>
                </p:oleObj>
              </mc:Choice>
              <mc:Fallback>
                <p:oleObj name="think-cell Slide" r:id="rId14" imgW="278" imgH="278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C4DC52F8-BF3C-B6D3-6E3E-87D9B8DFC4C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B3CEE1-399A-44F2-A1C5-7EE721416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924" y="778475"/>
            <a:ext cx="9196552" cy="871649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6ADD40-9FCD-40E8-A414-909D8D4A3C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0924" y="2162432"/>
            <a:ext cx="10922876" cy="357861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54D07A-CA24-0EC4-188D-9F40375743BA}"/>
              </a:ext>
            </a:extLst>
          </p:cNvPr>
          <p:cNvSpPr txBox="1"/>
          <p:nvPr/>
        </p:nvSpPr>
        <p:spPr>
          <a:xfrm>
            <a:off x="11477297" y="6442842"/>
            <a:ext cx="6411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0BAD0503-1F16-9A4F-9F5F-E6354B67EC32}" type="slidenum">
              <a:rPr lang="en-US" sz="1050" smtClean="0">
                <a:solidFill>
                  <a:schemeClr val="accent3"/>
                </a:solidFill>
              </a:rPr>
              <a:pPr algn="r"/>
              <a:t>‹#›</a:t>
            </a:fld>
            <a:endParaRPr lang="en-US" sz="1050">
              <a:solidFill>
                <a:schemeClr val="accent3"/>
              </a:solidFill>
            </a:endParaRP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2BA6578D-F48B-661E-E97A-25571B224F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0923" y="5853163"/>
            <a:ext cx="8990869" cy="4550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0C0CD0-0736-666C-4F55-9F01AC0F1D4B}"/>
              </a:ext>
            </a:extLst>
          </p:cNvPr>
          <p:cNvSpPr txBox="1"/>
          <p:nvPr/>
        </p:nvSpPr>
        <p:spPr>
          <a:xfrm>
            <a:off x="3019421" y="6446689"/>
            <a:ext cx="6153159" cy="25391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lang="en-US" sz="1050" b="0" i="0">
                <a:solidFill>
                  <a:schemeClr val="accent3"/>
                </a:solidFill>
                <a:effectLst/>
                <a:latin typeface="+mn-lt"/>
              </a:rPr>
              <a:t>Takeda Confidential – Internal Communication – Further Copying or Distribution is Strictly Prohibited </a:t>
            </a:r>
            <a:endParaRPr lang="en-US" sz="1050">
              <a:solidFill>
                <a:schemeClr val="accent3"/>
              </a:solidFill>
              <a:latin typeface="+mn-lt"/>
            </a:endParaRPr>
          </a:p>
        </p:txBody>
      </p:sp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6CFBA0E1-31D6-97CE-C9E2-8B86355B15A4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779972" y="5885573"/>
            <a:ext cx="2044014" cy="826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387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5" r:id="rId3"/>
    <p:sldLayoutId id="2147483686" r:id="rId4"/>
    <p:sldLayoutId id="2147483687" r:id="rId5"/>
    <p:sldLayoutId id="2147483689" r:id="rId7"/>
    <p:sldLayoutId id="2147483690" r:id="rId8"/>
    <p:sldLayoutId id="2147483692" r:id="rId10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3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600"/>
        </a:spcBef>
        <a:buClr>
          <a:schemeClr val="accent4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600"/>
        </a:spcBef>
        <a:buClr>
          <a:schemeClr val="accent4"/>
        </a:buClr>
        <a:buFont typeface="System Font Regular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600"/>
        </a:spcBef>
        <a:buClr>
          <a:schemeClr val="accent4"/>
        </a:buClr>
        <a:buFont typeface="Courier New" panose="02070309020205020404" pitchFamily="49" charset="0"/>
        <a:buChar char="o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600"/>
        </a:spcBef>
        <a:buClr>
          <a:schemeClr val="accent4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600"/>
        </a:spcBef>
        <a:buClr>
          <a:schemeClr val="accent4"/>
        </a:buClr>
        <a:buFont typeface="Wingdings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D283D300-2124-42DF-B73B-3D3D4C546EC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7"/>
            </p:custDataLst>
            <p:extLst>
              <p:ext uri="{D42A27DB-BD31-4B8C-83A1-F6EECF244321}">
                <p14:modId xmlns:p14="http://schemas.microsoft.com/office/powerpoint/2010/main" val="358526908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9" imgW="395" imgH="394" progId="TCLayout.ActiveDocument.1">
                  <p:embed/>
                </p:oleObj>
              </mc:Choice>
              <mc:Fallback>
                <p:oleObj name="think-cell Slide" r:id="rId29" imgW="395" imgH="394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D283D300-2124-42DF-B73B-3D3D4C546EC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4B895B28-7064-4AD0-A15D-88F99BCA9BAD}"/>
              </a:ext>
            </a:extLst>
          </p:cNvPr>
          <p:cNvSpPr/>
          <p:nvPr userDrawn="1">
            <p:custDataLst>
              <p:tags r:id="rId28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kumimoji="1" lang="en-US" altLang="ja-JP" sz="2800" b="0" i="0" baseline="0">
              <a:latin typeface="Calibri" panose="020F0502020204030204" pitchFamily="34" charset="0"/>
              <a:ea typeface="メイリオ" panose="020B0604030504040204" pitchFamily="50" charset="-128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311150" y="1233487"/>
            <a:ext cx="11569700" cy="5183187"/>
          </a:xfrm>
          <a:prstGeom prst="rect">
            <a:avLst/>
          </a:prstGeom>
        </p:spPr>
        <p:txBody>
          <a:bodyPr vert="horz" lIns="0" tIns="45710" rIns="91420" bIns="45710" rtlCol="0">
            <a:normAutofit/>
          </a:bodyPr>
          <a:lstStyle/>
          <a:p>
            <a:pPr lvl="0"/>
            <a:r>
              <a:rPr kumimoji="1" lang="en-US" altLang="ja-JP"/>
              <a:t>Master text</a:t>
            </a:r>
            <a:endParaRPr kumimoji="1" lang="ja-JP" altLang="en-US"/>
          </a:p>
        </p:txBody>
      </p:sp>
      <p:sp>
        <p:nvSpPr>
          <p:cNvPr id="11" name="Footer Placeholder 8">
            <a:extLst>
              <a:ext uri="{FF2B5EF4-FFF2-40B4-BE49-F238E27FC236}">
                <a16:creationId xmlns:a16="http://schemas.microsoft.com/office/drawing/2014/main" id="{44E43001-C216-284A-9EBD-E54B5DD295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66050" y="6489701"/>
            <a:ext cx="4114800" cy="2294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1" spc="100" baseline="0">
                <a:solidFill>
                  <a:schemeClr val="tx1"/>
                </a:solidFill>
              </a:defRPr>
            </a:lvl1pPr>
          </a:lstStyle>
          <a:p>
            <a:r>
              <a:rPr lang="en-JP"/>
              <a:t> </a:t>
            </a:r>
          </a:p>
        </p:txBody>
      </p:sp>
      <p:sp>
        <p:nvSpPr>
          <p:cNvPr id="9" name="タイトル プレースホルダ 1">
            <a:extLst>
              <a:ext uri="{FF2B5EF4-FFF2-40B4-BE49-F238E27FC236}">
                <a16:creationId xmlns:a16="http://schemas.microsoft.com/office/drawing/2014/main" id="{D7981A12-E00B-604C-B863-7CBF31AA6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078" y="161605"/>
            <a:ext cx="9895084" cy="685801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kumimoji="1" lang="en-US" altLang="ja-JP"/>
              <a:t>Master title</a:t>
            </a:r>
            <a:endParaRPr kumimoji="1" lang="ja-JP" altLang="en-US"/>
          </a:p>
        </p:txBody>
      </p:sp>
      <p:sp>
        <p:nvSpPr>
          <p:cNvPr id="13" name="スライド番号プレースホルダ 5">
            <a:extLst>
              <a:ext uri="{FF2B5EF4-FFF2-40B4-BE49-F238E27FC236}">
                <a16:creationId xmlns:a16="http://schemas.microsoft.com/office/drawing/2014/main" id="{C7AA5A17-3F2F-B94B-9342-A137057B89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1150" y="6489701"/>
            <a:ext cx="589856" cy="22943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l">
              <a:defRPr sz="800" b="1" i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anose="020F0502020204030204" pitchFamily="34" charset="0"/>
              </a:defRPr>
            </a:lvl1pPr>
          </a:lstStyle>
          <a:p>
            <a:pPr defTabSz="1218810"/>
            <a:fld id="{E9B57936-92EF-4126-AE48-1D9D36D15E98}" type="slidenum">
              <a:rPr lang="ja-JP" altLang="en-US" smtClean="0"/>
              <a:pPr defTabSz="1218810"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852939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20" r:id="rId3"/>
    <p:sldLayoutId id="2147483723" r:id="rId6"/>
    <p:sldLayoutId id="2147483724" r:id="rId7"/>
    <p:sldLayoutId id="2147483725" r:id="rId8"/>
    <p:sldLayoutId id="2147483726" r:id="rId9"/>
    <p:sldLayoutId id="2147483734" r:id="rId17"/>
    <p:sldLayoutId id="2147483735" r:id="rId18"/>
    <p:sldLayoutId id="2147483736" r:id="rId19"/>
    <p:sldLayoutId id="2147483737" r:id="rId20"/>
    <p:sldLayoutId id="2147483743" r:id="rId25"/>
  </p:sldLayoutIdLst>
  <p:transition spd="slow">
    <p:push dir="u"/>
  </p:transition>
  <p:hf hdr="0" dt="0"/>
  <p:txStyles>
    <p:titleStyle>
      <a:lvl1pPr algn="l" defTabSz="914150" rtl="0" eaLnBrk="1" latinLnBrk="0" hangingPunct="1">
        <a:lnSpc>
          <a:spcPts val="2800"/>
        </a:lnSpc>
        <a:spcBef>
          <a:spcPct val="0"/>
        </a:spcBef>
        <a:buNone/>
        <a:defRPr kumimoji="1" sz="2800" b="1" i="0" kern="1200" baseline="0">
          <a:solidFill>
            <a:schemeClr val="tx1"/>
          </a:solidFill>
          <a:latin typeface="Calibri" panose="020F0502020204030204" pitchFamily="34" charset="0"/>
          <a:ea typeface="メイリオ" pitchFamily="50" charset="-128"/>
          <a:cs typeface="Calibri" pitchFamily="34" charset="0"/>
        </a:defRPr>
      </a:lvl1pPr>
    </p:titleStyle>
    <p:bodyStyle>
      <a:lvl1pPr marL="457071" indent="-457071" algn="l" defTabSz="914150" rtl="0" eaLnBrk="1" latinLnBrk="0" hangingPunct="1">
        <a:spcBef>
          <a:spcPct val="20000"/>
        </a:spcBef>
        <a:buClr>
          <a:srgbClr val="4C4948"/>
        </a:buClr>
        <a:buFont typeface="Arial" panose="020B0604020202020204" pitchFamily="34" charset="0"/>
        <a:buChar char="•"/>
        <a:defRPr kumimoji="1" sz="2000" b="0" i="0" kern="1200" baseline="0">
          <a:solidFill>
            <a:schemeClr val="tx1"/>
          </a:solidFill>
          <a:latin typeface="Calibri" panose="020F0502020204030204" pitchFamily="34" charset="0"/>
          <a:ea typeface="メイリオ" pitchFamily="50" charset="-128"/>
          <a:cs typeface="Calibri" pitchFamily="34" charset="0"/>
        </a:defRPr>
      </a:lvl1pPr>
      <a:lvl2pPr marL="742745" indent="-285677" algn="l" defTabSz="914150" rtl="0" eaLnBrk="1" latinLnBrk="0" hangingPunct="1">
        <a:spcBef>
          <a:spcPct val="20000"/>
        </a:spcBef>
        <a:buClr>
          <a:srgbClr val="4C4948"/>
        </a:buClr>
        <a:buFont typeface="Arial" pitchFamily="34" charset="0"/>
        <a:buChar char="–"/>
        <a:defRPr kumimoji="1" sz="2000" b="0" i="0" kern="1200">
          <a:solidFill>
            <a:schemeClr val="tx1"/>
          </a:solidFill>
          <a:latin typeface="Calibri" panose="020F0502020204030204" pitchFamily="34" charset="0"/>
          <a:ea typeface="メイリオ" pitchFamily="50" charset="-128"/>
          <a:cs typeface="Calibri" pitchFamily="34" charset="0"/>
        </a:defRPr>
      </a:lvl2pPr>
      <a:lvl3pPr marL="1142690" indent="-228541" algn="l" defTabSz="914150" rtl="0" eaLnBrk="1" latinLnBrk="0" hangingPunct="1">
        <a:spcBef>
          <a:spcPct val="20000"/>
        </a:spcBef>
        <a:buClr>
          <a:srgbClr val="4C4948"/>
        </a:buClr>
        <a:buFont typeface="Arial" pitchFamily="34" charset="0"/>
        <a:buChar char="•"/>
        <a:defRPr kumimoji="1" sz="2000" b="0" i="0" kern="1200" baseline="0">
          <a:solidFill>
            <a:schemeClr val="tx1"/>
          </a:solidFill>
          <a:latin typeface="Calibri" panose="020F0502020204030204" pitchFamily="34" charset="0"/>
          <a:ea typeface="メイリオ" pitchFamily="50" charset="-128"/>
          <a:cs typeface="Calibri" pitchFamily="34" charset="0"/>
        </a:defRPr>
      </a:lvl3pPr>
      <a:lvl4pPr marL="1599760" indent="-228541" algn="l" defTabSz="914150" rtl="0" eaLnBrk="1" latinLnBrk="0" hangingPunct="1">
        <a:spcBef>
          <a:spcPct val="20000"/>
        </a:spcBef>
        <a:buClr>
          <a:srgbClr val="4C4948"/>
        </a:buClr>
        <a:buFont typeface="Arial" pitchFamily="34" charset="0"/>
        <a:buChar char="–"/>
        <a:defRPr kumimoji="1" sz="2000" b="0" i="0" kern="1200" baseline="0">
          <a:solidFill>
            <a:schemeClr val="tx1"/>
          </a:solidFill>
          <a:latin typeface="Calibri" panose="020F0502020204030204" pitchFamily="34" charset="0"/>
          <a:ea typeface="メイリオ" pitchFamily="50" charset="-128"/>
          <a:cs typeface="Calibri" pitchFamily="34" charset="0"/>
        </a:defRPr>
      </a:lvl4pPr>
      <a:lvl5pPr marL="2056831" indent="-228541" algn="l" defTabSz="914150" rtl="0" eaLnBrk="1" latinLnBrk="0" hangingPunct="1">
        <a:spcBef>
          <a:spcPct val="20000"/>
        </a:spcBef>
        <a:buClr>
          <a:srgbClr val="4C4948"/>
        </a:buClr>
        <a:buFont typeface="Arial" pitchFamily="34" charset="0"/>
        <a:buChar char="»"/>
        <a:defRPr kumimoji="1" sz="2000" b="0" i="0" kern="1200" baseline="0">
          <a:solidFill>
            <a:schemeClr val="tx1"/>
          </a:solidFill>
          <a:latin typeface="Calibri" panose="020F0502020204030204" pitchFamily="34" charset="0"/>
          <a:ea typeface="メイリオ" pitchFamily="50" charset="-128"/>
          <a:cs typeface="Calibri" pitchFamily="34" charset="0"/>
        </a:defRPr>
      </a:lvl5pPr>
      <a:lvl6pPr marL="2513910" indent="-228541" algn="l" defTabSz="91415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986" indent="-228541" algn="l" defTabSz="91415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061" indent="-228541" algn="l" defTabSz="91415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142" indent="-228541" algn="l" defTabSz="91415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1pPr>
      <a:lvl2pPr marL="457071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914150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3pPr>
      <a:lvl4pPr marL="1371226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4pPr>
      <a:lvl5pPr marL="1828301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5pPr>
      <a:lvl6pPr marL="2285382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6pPr>
      <a:lvl7pPr marL="2742450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7pPr>
      <a:lvl8pPr marL="3199520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8pPr>
      <a:lvl9pPr marL="3656591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77">
          <p15:clr>
            <a:srgbClr val="F26B43"/>
          </p15:clr>
        </p15:guide>
        <p15:guide id="2" pos="189">
          <p15:clr>
            <a:srgbClr val="F26B43"/>
          </p15:clr>
        </p15:guide>
        <p15:guide id="3" pos="7491">
          <p15:clr>
            <a:srgbClr val="F26B43"/>
          </p15:clr>
        </p15:guide>
        <p15:guide id="4" orient="horz" pos="4042">
          <p15:clr>
            <a:srgbClr val="F26B43"/>
          </p15:clr>
        </p15:guide>
        <p15:guide id="5" pos="370">
          <p15:clr>
            <a:srgbClr val="F26B43"/>
          </p15:clr>
        </p15:guide>
        <p15:guide id="6" orient="horz" pos="4088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D283D300-2124-42DF-B73B-3D3D4C546EC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4"/>
            </p:custDataLst>
            <p:extLst>
              <p:ext uri="{D42A27DB-BD31-4B8C-83A1-F6EECF244321}">
                <p14:modId xmlns:p14="http://schemas.microsoft.com/office/powerpoint/2010/main" val="358526908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6" imgW="395" imgH="394" progId="TCLayout.ActiveDocument.1">
                  <p:embed/>
                </p:oleObj>
              </mc:Choice>
              <mc:Fallback>
                <p:oleObj name="think-cell Slide" r:id="rId26" imgW="395" imgH="394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D283D300-2124-42DF-B73B-3D3D4C546EC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4B895B28-7064-4AD0-A15D-88F99BCA9BAD}"/>
              </a:ext>
            </a:extLst>
          </p:cNvPr>
          <p:cNvSpPr/>
          <p:nvPr userDrawn="1">
            <p:custDataLst>
              <p:tags r:id="rId25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kumimoji="1" lang="en-US" altLang="ja-JP" sz="2800" b="0" i="0" baseline="0">
              <a:latin typeface="Calibri" panose="020F0502020204030204" pitchFamily="34" charset="0"/>
              <a:ea typeface="メイリオ" panose="020B0604030504040204" pitchFamily="50" charset="-128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311150" y="1233487"/>
            <a:ext cx="11569700" cy="5183187"/>
          </a:xfrm>
          <a:prstGeom prst="rect">
            <a:avLst/>
          </a:prstGeom>
        </p:spPr>
        <p:txBody>
          <a:bodyPr vert="horz" lIns="0" tIns="45710" rIns="91420" bIns="45710" rtlCol="0">
            <a:normAutofit/>
          </a:bodyPr>
          <a:lstStyle/>
          <a:p>
            <a:pPr lvl="0"/>
            <a:r>
              <a:rPr kumimoji="1" lang="en-US" altLang="ja-JP"/>
              <a:t>Master text</a:t>
            </a:r>
            <a:endParaRPr kumimoji="1" lang="ja-JP" altLang="en-US"/>
          </a:p>
        </p:txBody>
      </p:sp>
      <p:sp>
        <p:nvSpPr>
          <p:cNvPr id="11" name="Footer Placeholder 8">
            <a:extLst>
              <a:ext uri="{FF2B5EF4-FFF2-40B4-BE49-F238E27FC236}">
                <a16:creationId xmlns:a16="http://schemas.microsoft.com/office/drawing/2014/main" id="{44E43001-C216-284A-9EBD-E54B5DD295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66050" y="6489701"/>
            <a:ext cx="4114800" cy="2294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1" spc="100" baseline="0">
                <a:solidFill>
                  <a:schemeClr val="tx1"/>
                </a:solidFill>
              </a:defRPr>
            </a:lvl1pPr>
          </a:lstStyle>
          <a:p>
            <a:r>
              <a:rPr lang="en-JP"/>
              <a:t> </a:t>
            </a:r>
          </a:p>
        </p:txBody>
      </p:sp>
      <p:sp>
        <p:nvSpPr>
          <p:cNvPr id="9" name="タイトル プレースホルダ 1">
            <a:extLst>
              <a:ext uri="{FF2B5EF4-FFF2-40B4-BE49-F238E27FC236}">
                <a16:creationId xmlns:a16="http://schemas.microsoft.com/office/drawing/2014/main" id="{D7981A12-E00B-604C-B863-7CBF31AA6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078" y="161605"/>
            <a:ext cx="9895084" cy="685801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kumimoji="1" lang="en-US" altLang="ja-JP"/>
              <a:t>Master title</a:t>
            </a:r>
            <a:endParaRPr kumimoji="1" lang="ja-JP" altLang="en-US"/>
          </a:p>
        </p:txBody>
      </p:sp>
      <p:sp>
        <p:nvSpPr>
          <p:cNvPr id="13" name="スライド番号プレースホルダ 5">
            <a:extLst>
              <a:ext uri="{FF2B5EF4-FFF2-40B4-BE49-F238E27FC236}">
                <a16:creationId xmlns:a16="http://schemas.microsoft.com/office/drawing/2014/main" id="{C7AA5A17-3F2F-B94B-9342-A137057B89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1150" y="6489701"/>
            <a:ext cx="589856" cy="22943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l">
              <a:defRPr sz="800" b="1" i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anose="020F0502020204030204" pitchFamily="34" charset="0"/>
              </a:defRPr>
            </a:lvl1pPr>
          </a:lstStyle>
          <a:p>
            <a:pPr defTabSz="1218810"/>
            <a:fld id="{E9B57936-92EF-4126-AE48-1D9D36D15E98}" type="slidenum">
              <a:rPr lang="ja-JP" altLang="en-US" smtClean="0"/>
              <a:pPr defTabSz="1218810"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243948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3" r:id="rId18"/>
    <p:sldLayoutId id="2147483787" r:id="rId22"/>
  </p:sldLayoutIdLst>
  <p:transition spd="slow">
    <p:push dir="u"/>
  </p:transition>
  <p:hf hdr="0" dt="0"/>
  <p:txStyles>
    <p:titleStyle>
      <a:lvl1pPr algn="l" defTabSz="914150" rtl="0" eaLnBrk="1" latinLnBrk="0" hangingPunct="1">
        <a:lnSpc>
          <a:spcPts val="2800"/>
        </a:lnSpc>
        <a:spcBef>
          <a:spcPct val="0"/>
        </a:spcBef>
        <a:buNone/>
        <a:defRPr kumimoji="1" sz="2800" b="1" i="0" kern="1200" baseline="0">
          <a:solidFill>
            <a:schemeClr val="tx1"/>
          </a:solidFill>
          <a:latin typeface="Calibri" panose="020F0502020204030204" pitchFamily="34" charset="0"/>
          <a:ea typeface="メイリオ" pitchFamily="50" charset="-128"/>
          <a:cs typeface="Calibri" pitchFamily="34" charset="0"/>
        </a:defRPr>
      </a:lvl1pPr>
    </p:titleStyle>
    <p:bodyStyle>
      <a:lvl1pPr marL="457071" indent="-457071" algn="l" defTabSz="914150" rtl="0" eaLnBrk="1" latinLnBrk="0" hangingPunct="1">
        <a:spcBef>
          <a:spcPct val="20000"/>
        </a:spcBef>
        <a:buClr>
          <a:srgbClr val="4C4948"/>
        </a:buClr>
        <a:buFont typeface="Arial" panose="020B0604020202020204" pitchFamily="34" charset="0"/>
        <a:buChar char="•"/>
        <a:defRPr kumimoji="1" sz="2000" b="0" i="0" kern="1200" baseline="0">
          <a:solidFill>
            <a:schemeClr val="tx1"/>
          </a:solidFill>
          <a:latin typeface="Calibri" panose="020F0502020204030204" pitchFamily="34" charset="0"/>
          <a:ea typeface="メイリオ" pitchFamily="50" charset="-128"/>
          <a:cs typeface="Calibri" pitchFamily="34" charset="0"/>
        </a:defRPr>
      </a:lvl1pPr>
      <a:lvl2pPr marL="742745" indent="-285677" algn="l" defTabSz="914150" rtl="0" eaLnBrk="1" latinLnBrk="0" hangingPunct="1">
        <a:spcBef>
          <a:spcPct val="20000"/>
        </a:spcBef>
        <a:buClr>
          <a:srgbClr val="4C4948"/>
        </a:buClr>
        <a:buFont typeface="Arial" pitchFamily="34" charset="0"/>
        <a:buChar char="–"/>
        <a:defRPr kumimoji="1" sz="2000" b="0" i="0" kern="1200">
          <a:solidFill>
            <a:schemeClr val="tx1"/>
          </a:solidFill>
          <a:latin typeface="Calibri" panose="020F0502020204030204" pitchFamily="34" charset="0"/>
          <a:ea typeface="メイリオ" pitchFamily="50" charset="-128"/>
          <a:cs typeface="Calibri" pitchFamily="34" charset="0"/>
        </a:defRPr>
      </a:lvl2pPr>
      <a:lvl3pPr marL="1142690" indent="-228541" algn="l" defTabSz="914150" rtl="0" eaLnBrk="1" latinLnBrk="0" hangingPunct="1">
        <a:spcBef>
          <a:spcPct val="20000"/>
        </a:spcBef>
        <a:buClr>
          <a:srgbClr val="4C4948"/>
        </a:buClr>
        <a:buFont typeface="Arial" pitchFamily="34" charset="0"/>
        <a:buChar char="•"/>
        <a:defRPr kumimoji="1" sz="2000" b="0" i="0" kern="1200" baseline="0">
          <a:solidFill>
            <a:schemeClr val="tx1"/>
          </a:solidFill>
          <a:latin typeface="Calibri" panose="020F0502020204030204" pitchFamily="34" charset="0"/>
          <a:ea typeface="メイリオ" pitchFamily="50" charset="-128"/>
          <a:cs typeface="Calibri" pitchFamily="34" charset="0"/>
        </a:defRPr>
      </a:lvl3pPr>
      <a:lvl4pPr marL="1599760" indent="-228541" algn="l" defTabSz="914150" rtl="0" eaLnBrk="1" latinLnBrk="0" hangingPunct="1">
        <a:spcBef>
          <a:spcPct val="20000"/>
        </a:spcBef>
        <a:buClr>
          <a:srgbClr val="4C4948"/>
        </a:buClr>
        <a:buFont typeface="Arial" pitchFamily="34" charset="0"/>
        <a:buChar char="–"/>
        <a:defRPr kumimoji="1" sz="2000" b="0" i="0" kern="1200" baseline="0">
          <a:solidFill>
            <a:schemeClr val="tx1"/>
          </a:solidFill>
          <a:latin typeface="Calibri" panose="020F0502020204030204" pitchFamily="34" charset="0"/>
          <a:ea typeface="メイリオ" pitchFamily="50" charset="-128"/>
          <a:cs typeface="Calibri" pitchFamily="34" charset="0"/>
        </a:defRPr>
      </a:lvl4pPr>
      <a:lvl5pPr marL="2056831" indent="-228541" algn="l" defTabSz="914150" rtl="0" eaLnBrk="1" latinLnBrk="0" hangingPunct="1">
        <a:spcBef>
          <a:spcPct val="20000"/>
        </a:spcBef>
        <a:buClr>
          <a:srgbClr val="4C4948"/>
        </a:buClr>
        <a:buFont typeface="Arial" pitchFamily="34" charset="0"/>
        <a:buChar char="»"/>
        <a:defRPr kumimoji="1" sz="2000" b="0" i="0" kern="1200" baseline="0">
          <a:solidFill>
            <a:schemeClr val="tx1"/>
          </a:solidFill>
          <a:latin typeface="Calibri" panose="020F0502020204030204" pitchFamily="34" charset="0"/>
          <a:ea typeface="メイリオ" pitchFamily="50" charset="-128"/>
          <a:cs typeface="Calibri" pitchFamily="34" charset="0"/>
        </a:defRPr>
      </a:lvl5pPr>
      <a:lvl6pPr marL="2513910" indent="-228541" algn="l" defTabSz="91415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986" indent="-228541" algn="l" defTabSz="91415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061" indent="-228541" algn="l" defTabSz="91415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142" indent="-228541" algn="l" defTabSz="91415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1pPr>
      <a:lvl2pPr marL="457071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914150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3pPr>
      <a:lvl4pPr marL="1371226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4pPr>
      <a:lvl5pPr marL="1828301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5pPr>
      <a:lvl6pPr marL="2285382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6pPr>
      <a:lvl7pPr marL="2742450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7pPr>
      <a:lvl8pPr marL="3199520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8pPr>
      <a:lvl9pPr marL="3656591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77">
          <p15:clr>
            <a:srgbClr val="F26B43"/>
          </p15:clr>
        </p15:guide>
        <p15:guide id="2" pos="189">
          <p15:clr>
            <a:srgbClr val="F26B43"/>
          </p15:clr>
        </p15:guide>
        <p15:guide id="3" pos="7491">
          <p15:clr>
            <a:srgbClr val="F26B43"/>
          </p15:clr>
        </p15:guide>
        <p15:guide id="4" orient="horz" pos="4042">
          <p15:clr>
            <a:srgbClr val="F26B43"/>
          </p15:clr>
        </p15:guide>
        <p15:guide id="5" pos="370">
          <p15:clr>
            <a:srgbClr val="F26B43"/>
          </p15:clr>
        </p15:guide>
        <p15:guide id="6" orient="horz" pos="4088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D283D300-2124-42DF-B73B-3D3D4C546EC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395" imgH="394" progId="TCLayout.ActiveDocument.1">
                  <p:embed/>
                </p:oleObj>
              </mc:Choice>
              <mc:Fallback>
                <p:oleObj name="think-cell Slide" r:id="rId7" imgW="395" imgH="394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D283D300-2124-42DF-B73B-3D3D4C546EC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4B895B28-7064-4AD0-A15D-88F99BCA9BAD}"/>
              </a:ext>
            </a:extLst>
          </p:cNvPr>
          <p:cNvSpPr/>
          <p:nvPr userDrawn="1">
            <p:custDataLst>
              <p:tags r:id="rId6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kumimoji="1" lang="en-US" altLang="ja-JP" sz="2800" b="0" i="0" baseline="0">
              <a:latin typeface="Calibri" panose="020F0502020204030204" pitchFamily="34" charset="0"/>
              <a:ea typeface="メイリオ" panose="020B0604030504040204" pitchFamily="50" charset="-128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311150" y="1233487"/>
            <a:ext cx="11569700" cy="5183187"/>
          </a:xfrm>
          <a:prstGeom prst="rect">
            <a:avLst/>
          </a:prstGeom>
        </p:spPr>
        <p:txBody>
          <a:bodyPr vert="horz" lIns="0" tIns="45710" rIns="91420" bIns="45710" rtlCol="0">
            <a:normAutofit/>
          </a:bodyPr>
          <a:lstStyle/>
          <a:p>
            <a:pPr lvl="0"/>
            <a:r>
              <a:rPr kumimoji="1" lang="en-US" altLang="ja-JP"/>
              <a:t>Master text</a:t>
            </a:r>
            <a:endParaRPr kumimoji="1" lang="ja-JP" altLang="en-US"/>
          </a:p>
        </p:txBody>
      </p:sp>
      <p:sp>
        <p:nvSpPr>
          <p:cNvPr id="11" name="Footer Placeholder 8">
            <a:extLst>
              <a:ext uri="{FF2B5EF4-FFF2-40B4-BE49-F238E27FC236}">
                <a16:creationId xmlns:a16="http://schemas.microsoft.com/office/drawing/2014/main" id="{44E43001-C216-284A-9EBD-E54B5DD295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66050" y="6489701"/>
            <a:ext cx="4114800" cy="2294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1" spc="100" baseline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9" name="タイトル プレースホルダ 1">
            <a:extLst>
              <a:ext uri="{FF2B5EF4-FFF2-40B4-BE49-F238E27FC236}">
                <a16:creationId xmlns:a16="http://schemas.microsoft.com/office/drawing/2014/main" id="{D7981A12-E00B-604C-B863-7CBF31AA6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078" y="161605"/>
            <a:ext cx="9895084" cy="685801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kumimoji="1" lang="en-US" altLang="ja-JP"/>
              <a:t>Master title</a:t>
            </a:r>
            <a:endParaRPr kumimoji="1" lang="ja-JP" altLang="en-US"/>
          </a:p>
        </p:txBody>
      </p:sp>
      <p:sp>
        <p:nvSpPr>
          <p:cNvPr id="13" name="スライド番号プレースホルダ 5">
            <a:extLst>
              <a:ext uri="{FF2B5EF4-FFF2-40B4-BE49-F238E27FC236}">
                <a16:creationId xmlns:a16="http://schemas.microsoft.com/office/drawing/2014/main" id="{C7AA5A17-3F2F-B94B-9342-A137057B89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1150" y="6489701"/>
            <a:ext cx="589856" cy="22943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l">
              <a:defRPr sz="800" b="1" i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anose="020F0502020204030204" pitchFamily="34" charset="0"/>
              </a:defRPr>
            </a:lvl1pPr>
          </a:lstStyle>
          <a:p>
            <a:pPr defTabSz="1218810"/>
            <a:fld id="{E9B57936-92EF-4126-AE48-1D9D36D15E98}" type="slidenum">
              <a:rPr lang="ja-JP" altLang="en-US" smtClean="0"/>
              <a:pPr defTabSz="1218810"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191000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1" r:id="rId3"/>
  </p:sldLayoutIdLst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hf hdr="0" dt="0"/>
  <p:txStyles>
    <p:titleStyle>
      <a:lvl1pPr algn="l" defTabSz="914150" rtl="0" eaLnBrk="1" latinLnBrk="0" hangingPunct="1">
        <a:lnSpc>
          <a:spcPts val="2800"/>
        </a:lnSpc>
        <a:spcBef>
          <a:spcPct val="0"/>
        </a:spcBef>
        <a:buNone/>
        <a:defRPr kumimoji="1" sz="2800" b="1" i="0" kern="1200" baseline="0">
          <a:solidFill>
            <a:schemeClr val="tx1"/>
          </a:solidFill>
          <a:latin typeface="Calibri" panose="020F0502020204030204" pitchFamily="34" charset="0"/>
          <a:ea typeface="メイリオ" pitchFamily="50" charset="-128"/>
          <a:cs typeface="Calibri" pitchFamily="34" charset="0"/>
        </a:defRPr>
      </a:lvl1pPr>
    </p:titleStyle>
    <p:bodyStyle>
      <a:lvl1pPr marL="457071" indent="-457071" algn="l" defTabSz="914150" rtl="0" eaLnBrk="1" latinLnBrk="0" hangingPunct="1">
        <a:spcBef>
          <a:spcPct val="20000"/>
        </a:spcBef>
        <a:buClr>
          <a:srgbClr val="4C4948"/>
        </a:buClr>
        <a:buFont typeface="Arial" panose="020B0604020202020204" pitchFamily="34" charset="0"/>
        <a:buChar char="•"/>
        <a:defRPr kumimoji="1" sz="2000" b="0" i="0" kern="1200" baseline="0">
          <a:solidFill>
            <a:schemeClr val="tx1"/>
          </a:solidFill>
          <a:latin typeface="Calibri" panose="020F0502020204030204" pitchFamily="34" charset="0"/>
          <a:ea typeface="メイリオ" pitchFamily="50" charset="-128"/>
          <a:cs typeface="Calibri" pitchFamily="34" charset="0"/>
        </a:defRPr>
      </a:lvl1pPr>
      <a:lvl2pPr marL="742745" indent="-285677" algn="l" defTabSz="914150" rtl="0" eaLnBrk="1" latinLnBrk="0" hangingPunct="1">
        <a:spcBef>
          <a:spcPct val="20000"/>
        </a:spcBef>
        <a:buClr>
          <a:srgbClr val="4C4948"/>
        </a:buClr>
        <a:buFont typeface="Arial" pitchFamily="34" charset="0"/>
        <a:buChar char="–"/>
        <a:defRPr kumimoji="1" sz="2000" b="0" i="0" kern="1200">
          <a:solidFill>
            <a:schemeClr val="tx1"/>
          </a:solidFill>
          <a:latin typeface="Calibri" panose="020F0502020204030204" pitchFamily="34" charset="0"/>
          <a:ea typeface="メイリオ" pitchFamily="50" charset="-128"/>
          <a:cs typeface="Calibri" pitchFamily="34" charset="0"/>
        </a:defRPr>
      </a:lvl2pPr>
      <a:lvl3pPr marL="1142690" indent="-228541" algn="l" defTabSz="914150" rtl="0" eaLnBrk="1" latinLnBrk="0" hangingPunct="1">
        <a:spcBef>
          <a:spcPct val="20000"/>
        </a:spcBef>
        <a:buClr>
          <a:srgbClr val="4C4948"/>
        </a:buClr>
        <a:buFont typeface="Arial" pitchFamily="34" charset="0"/>
        <a:buChar char="•"/>
        <a:defRPr kumimoji="1" sz="2000" b="0" i="0" kern="1200" baseline="0">
          <a:solidFill>
            <a:schemeClr val="tx1"/>
          </a:solidFill>
          <a:latin typeface="Calibri" panose="020F0502020204030204" pitchFamily="34" charset="0"/>
          <a:ea typeface="メイリオ" pitchFamily="50" charset="-128"/>
          <a:cs typeface="Calibri" pitchFamily="34" charset="0"/>
        </a:defRPr>
      </a:lvl3pPr>
      <a:lvl4pPr marL="1599760" indent="-228541" algn="l" defTabSz="914150" rtl="0" eaLnBrk="1" latinLnBrk="0" hangingPunct="1">
        <a:spcBef>
          <a:spcPct val="20000"/>
        </a:spcBef>
        <a:buClr>
          <a:srgbClr val="4C4948"/>
        </a:buClr>
        <a:buFont typeface="Arial" pitchFamily="34" charset="0"/>
        <a:buChar char="–"/>
        <a:defRPr kumimoji="1" sz="2000" b="0" i="0" kern="1200" baseline="0">
          <a:solidFill>
            <a:schemeClr val="tx1"/>
          </a:solidFill>
          <a:latin typeface="Calibri" panose="020F0502020204030204" pitchFamily="34" charset="0"/>
          <a:ea typeface="メイリオ" pitchFamily="50" charset="-128"/>
          <a:cs typeface="Calibri" pitchFamily="34" charset="0"/>
        </a:defRPr>
      </a:lvl4pPr>
      <a:lvl5pPr marL="2056831" indent="-228541" algn="l" defTabSz="914150" rtl="0" eaLnBrk="1" latinLnBrk="0" hangingPunct="1">
        <a:spcBef>
          <a:spcPct val="20000"/>
        </a:spcBef>
        <a:buClr>
          <a:srgbClr val="4C4948"/>
        </a:buClr>
        <a:buFont typeface="Arial" pitchFamily="34" charset="0"/>
        <a:buChar char="»"/>
        <a:defRPr kumimoji="1" sz="2000" b="0" i="0" kern="1200" baseline="0">
          <a:solidFill>
            <a:schemeClr val="tx1"/>
          </a:solidFill>
          <a:latin typeface="Calibri" panose="020F0502020204030204" pitchFamily="34" charset="0"/>
          <a:ea typeface="メイリオ" pitchFamily="50" charset="-128"/>
          <a:cs typeface="Calibri" pitchFamily="34" charset="0"/>
        </a:defRPr>
      </a:lvl5pPr>
      <a:lvl6pPr marL="2513910" indent="-228541" algn="l" defTabSz="91415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986" indent="-228541" algn="l" defTabSz="91415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061" indent="-228541" algn="l" defTabSz="91415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142" indent="-228541" algn="l" defTabSz="91415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1pPr>
      <a:lvl2pPr marL="457071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914150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3pPr>
      <a:lvl4pPr marL="1371226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4pPr>
      <a:lvl5pPr marL="1828301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5pPr>
      <a:lvl6pPr marL="2285382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6pPr>
      <a:lvl7pPr marL="2742450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7pPr>
      <a:lvl8pPr marL="3199520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8pPr>
      <a:lvl9pPr marL="3656591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77">
          <p15:clr>
            <a:srgbClr val="F26B43"/>
          </p15:clr>
        </p15:guide>
        <p15:guide id="2" pos="189">
          <p15:clr>
            <a:srgbClr val="F26B43"/>
          </p15:clr>
        </p15:guide>
        <p15:guide id="3" pos="7491">
          <p15:clr>
            <a:srgbClr val="F26B43"/>
          </p15:clr>
        </p15:guide>
        <p15:guide id="4" orient="horz" pos="4042">
          <p15:clr>
            <a:srgbClr val="F26B43"/>
          </p15:clr>
        </p15:guide>
        <p15:guide id="5" pos="370">
          <p15:clr>
            <a:srgbClr val="F26B43"/>
          </p15:clr>
        </p15:guide>
        <p15:guide id="6" orient="horz" pos="4088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5F4CE0FB-2543-8B69-882A-8F86DBBFC2F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8"/>
            </p:custDataLst>
            <p:extLst>
              <p:ext uri="{D42A27DB-BD31-4B8C-83A1-F6EECF244321}">
                <p14:modId xmlns:p14="http://schemas.microsoft.com/office/powerpoint/2010/main" val="232628375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9" imgW="426" imgH="426" progId="TCLayout.ActiveDocument.1">
                  <p:embed/>
                </p:oleObj>
              </mc:Choice>
              <mc:Fallback>
                <p:oleObj name="think-cell Slide" r:id="rId29" imgW="426" imgH="426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5F4CE0FB-2543-8B69-882A-8F86DBBFC2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E0EE6C-CB8C-4010-992E-94184253A9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7743" y="1910969"/>
            <a:ext cx="1161287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643C15-5D30-4EA8-9DF0-FC6BDB726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" y="701040"/>
            <a:ext cx="11612880" cy="74980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36635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800" r:id="rId8"/>
    <p:sldLayoutId id="2147483802" r:id="rId10"/>
    <p:sldLayoutId id="2147483803" r:id="rId11"/>
    <p:sldLayoutId id="2147483805" r:id="rId13"/>
    <p:sldLayoutId id="2147483806" r:id="rId14"/>
    <p:sldLayoutId id="2147483807" r:id="rId15"/>
    <p:sldLayoutId id="2147483808" r:id="rId16"/>
    <p:sldLayoutId id="2147483809" r:id="rId17"/>
    <p:sldLayoutId id="2147483812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600" b="1" kern="1200">
          <a:solidFill>
            <a:schemeClr val="accent1"/>
          </a:solidFill>
          <a:latin typeface="Helvetica LT Std" panose="020B05040202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spcAft>
          <a:spcPts val="1500"/>
        </a:spcAft>
        <a:buClr>
          <a:schemeClr val="accent1"/>
        </a:buClr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55588" indent="-239713" algn="l" defTabSz="914400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Clr>
          <a:schemeClr val="accent1"/>
        </a:buClr>
        <a:buFontTx/>
        <a:buBlip>
          <a:blip r:embed="rId31"/>
        </a:buBlip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92125" indent="-217488" algn="l" defTabSz="914400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739775" indent="-233363" algn="l" defTabSz="914400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Clr>
          <a:schemeClr val="accent1"/>
        </a:buClr>
        <a:buFont typeface="Arial" panose="020B0604020202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97155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15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1s2wmrLno._6pCV7LnEi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1s2wmrLno._6pCV7LnEig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1s2wmrLno._6pCV7LnEi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2_Office Theme">
  <a:themeElements>
    <a:clrScheme name="Custom 4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81C44D"/>
      </a:accent1>
      <a:accent2>
        <a:srgbClr val="01AFD7"/>
      </a:accent2>
      <a:accent3>
        <a:srgbClr val="074F71"/>
      </a:accent3>
      <a:accent4>
        <a:srgbClr val="9A4398"/>
      </a:accent4>
      <a:accent5>
        <a:srgbClr val="5B9BD5"/>
      </a:accent5>
      <a:accent6>
        <a:srgbClr val="70AD47"/>
      </a:accent6>
      <a:hlink>
        <a:srgbClr val="0000FF"/>
      </a:hlink>
      <a:folHlink>
        <a:srgbClr val="9A4398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accent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3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noFill/>
        </a:ln>
      </a:spPr>
      <a:bodyPr wrap="square" rtlCol="0">
        <a:normAutofit/>
      </a:bodyPr>
      <a:lstStyle>
        <a:defPPr algn="l">
          <a:defRPr sz="12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Fruquintinib PPT Template_Final_04.17.23" id="{AEC7ED9C-021F-E342-A488-7A2EA03EB6F4}" vid="{F463B9CF-BDFE-044F-860C-15DA118D4325}"/>
    </a:ext>
  </a:extLst>
</a:theme>
</file>

<file path=ppt/theme/theme2.xml><?xml version="1.0" encoding="utf-8"?>
<a:theme xmlns:a="http://schemas.openxmlformats.org/drawingml/2006/main" name="Takeda Slide Master">
  <a:themeElements>
    <a:clrScheme name="Takeda 2021">
      <a:dk1>
        <a:srgbClr val="34373F"/>
      </a:dk1>
      <a:lt1>
        <a:srgbClr val="FFFFFF"/>
      </a:lt1>
      <a:dk2>
        <a:srgbClr val="34373F"/>
      </a:dk2>
      <a:lt2>
        <a:srgbClr val="FFFFFF"/>
      </a:lt2>
      <a:accent1>
        <a:srgbClr val="E1242A"/>
      </a:accent1>
      <a:accent2>
        <a:srgbClr val="891515"/>
      </a:accent2>
      <a:accent3>
        <a:srgbClr val="34373F"/>
      </a:accent3>
      <a:accent4>
        <a:srgbClr val="A1A4AC"/>
      </a:accent4>
      <a:accent5>
        <a:srgbClr val="EDF2F4"/>
      </a:accent5>
      <a:accent6>
        <a:srgbClr val="FFFFFF"/>
      </a:accent6>
      <a:hlink>
        <a:srgbClr val="34373F"/>
      </a:hlink>
      <a:folHlink>
        <a:srgbClr val="34373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28575">
          <a:noFill/>
        </a:ln>
      </a:spPr>
      <a:bodyPr wrap="none" rtlCol="0" anchor="ctr"/>
      <a:lstStyle>
        <a:defPPr algn="ctr">
          <a:defRPr kumimoji="1" dirty="0"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</a:objectDefaults>
  <a:extraClrSchemeLst/>
</a:theme>
</file>

<file path=ppt/theme/theme3.xml><?xml version="1.0" encoding="utf-8"?>
<a:theme xmlns:a="http://schemas.openxmlformats.org/drawingml/2006/main" name="1_Takeda Slide Master">
  <a:themeElements>
    <a:clrScheme name="Takeda 2021">
      <a:dk1>
        <a:srgbClr val="34373F"/>
      </a:dk1>
      <a:lt1>
        <a:srgbClr val="FFFFFF"/>
      </a:lt1>
      <a:dk2>
        <a:srgbClr val="34373F"/>
      </a:dk2>
      <a:lt2>
        <a:srgbClr val="FFFFFF"/>
      </a:lt2>
      <a:accent1>
        <a:srgbClr val="E1242A"/>
      </a:accent1>
      <a:accent2>
        <a:srgbClr val="891515"/>
      </a:accent2>
      <a:accent3>
        <a:srgbClr val="34373F"/>
      </a:accent3>
      <a:accent4>
        <a:srgbClr val="A1A4AC"/>
      </a:accent4>
      <a:accent5>
        <a:srgbClr val="EDF2F4"/>
      </a:accent5>
      <a:accent6>
        <a:srgbClr val="FFFFFF"/>
      </a:accent6>
      <a:hlink>
        <a:srgbClr val="34373F"/>
      </a:hlink>
      <a:folHlink>
        <a:srgbClr val="34373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28575">
          <a:noFill/>
        </a:ln>
      </a:spPr>
      <a:bodyPr wrap="none" rtlCol="0" anchor="ctr"/>
      <a:lstStyle>
        <a:defPPr algn="ctr">
          <a:defRPr kumimoji="1" dirty="0"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</a:objectDefaults>
  <a:extraClrSchemeLst/>
  <a:extLst>
    <a:ext uri="{05A4C25C-085E-4340-85A3-A5531E510DB2}">
      <thm15:themeFamily xmlns:thm15="http://schemas.microsoft.com/office/thememl/2012/main" name="Presentation1" id="{CC671639-4675-498F-8406-CC38EFAC0128}" vid="{D2ECA16B-CEDF-4EB1-A5E5-09346E461B18}"/>
    </a:ext>
  </a:extLst>
</a:theme>
</file>

<file path=ppt/theme/theme4.xml><?xml version="1.0" encoding="utf-8"?>
<a:theme xmlns:a="http://schemas.openxmlformats.org/drawingml/2006/main" name="2_Takeda Slide Master">
  <a:themeElements>
    <a:clrScheme name="Takeda 2021">
      <a:dk1>
        <a:srgbClr val="34373F"/>
      </a:dk1>
      <a:lt1>
        <a:srgbClr val="FFFFFF"/>
      </a:lt1>
      <a:dk2>
        <a:srgbClr val="34373F"/>
      </a:dk2>
      <a:lt2>
        <a:srgbClr val="FFFFFF"/>
      </a:lt2>
      <a:accent1>
        <a:srgbClr val="E1242A"/>
      </a:accent1>
      <a:accent2>
        <a:srgbClr val="891515"/>
      </a:accent2>
      <a:accent3>
        <a:srgbClr val="34373F"/>
      </a:accent3>
      <a:accent4>
        <a:srgbClr val="A1A4AC"/>
      </a:accent4>
      <a:accent5>
        <a:srgbClr val="EDF2F4"/>
      </a:accent5>
      <a:accent6>
        <a:srgbClr val="FFFFFF"/>
      </a:accent6>
      <a:hlink>
        <a:srgbClr val="34373F"/>
      </a:hlink>
      <a:folHlink>
        <a:srgbClr val="34373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28575">
          <a:noFill/>
        </a:ln>
      </a:spPr>
      <a:bodyPr wrap="square" rtlCol="0" anchor="ctr">
        <a:noAutofit/>
      </a:bodyPr>
      <a:lstStyle>
        <a:defPPr algn="ctr">
          <a:defRPr sz="1800" b="1" i="0" u="none" strike="noStrike" dirty="0" smtClean="0">
            <a:solidFill>
              <a:schemeClr val="bg2"/>
            </a:solidFill>
            <a:effectLst/>
            <a:latin typeface="Calibri" panose="020F0502020204030204" pitchFamily="34" charset="0"/>
          </a:defRPr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</a:objectDefaults>
  <a:extraClrSchemeLst/>
</a:theme>
</file>

<file path=ppt/theme/theme5.xml><?xml version="1.0" encoding="utf-8"?>
<a:theme xmlns:a="http://schemas.openxmlformats.org/drawingml/2006/main" name="2_ICLUSIG Master">
  <a:themeElements>
    <a:clrScheme name="ICPT2736 color palette">
      <a:dk1>
        <a:srgbClr val="6F7073"/>
      </a:dk1>
      <a:lt1>
        <a:sysClr val="window" lastClr="FFFFFF"/>
      </a:lt1>
      <a:dk2>
        <a:srgbClr val="6F7073"/>
      </a:dk2>
      <a:lt2>
        <a:srgbClr val="E7E6E6"/>
      </a:lt2>
      <a:accent1>
        <a:srgbClr val="1177BD"/>
      </a:accent1>
      <a:accent2>
        <a:srgbClr val="FBD206"/>
      </a:accent2>
      <a:accent3>
        <a:srgbClr val="1E793C"/>
      </a:accent3>
      <a:accent4>
        <a:srgbClr val="9FAFAF"/>
      </a:accent4>
      <a:accent5>
        <a:srgbClr val="264C70"/>
      </a:accent5>
      <a:accent6>
        <a:srgbClr val="95B9BF"/>
      </a:accent6>
      <a:hlink>
        <a:srgbClr val="0000FF"/>
      </a:hlink>
      <a:folHlink>
        <a:srgbClr val="0000FF"/>
      </a:folHlink>
    </a:clrScheme>
    <a:fontScheme name="Custom 2">
      <a:majorFont>
        <a:latin typeface="Helvetica LT Std"/>
        <a:ea typeface=""/>
        <a:cs typeface=""/>
      </a:majorFont>
      <a:minorFont>
        <a:latin typeface="Helvetica LT St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solidFill>
            <a:schemeClr val="accent1"/>
          </a:solidFill>
        </a:ln>
      </a:spPr>
      <a:bodyPr rtlCol="0" anchor="ctr">
        <a:norm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Custom 75">
    <a:dk1>
      <a:srgbClr val="000000"/>
    </a:dk1>
    <a:lt1>
      <a:srgbClr val="FFFFFF"/>
    </a:lt1>
    <a:dk2>
      <a:srgbClr val="44546A"/>
    </a:dk2>
    <a:lt2>
      <a:srgbClr val="E7E6E6"/>
    </a:lt2>
    <a:accent1>
      <a:srgbClr val="81C44D"/>
    </a:accent1>
    <a:accent2>
      <a:srgbClr val="01AFD7"/>
    </a:accent2>
    <a:accent3>
      <a:srgbClr val="074F71"/>
    </a:accent3>
    <a:accent4>
      <a:srgbClr val="9A4398"/>
    </a:accent4>
    <a:accent5>
      <a:srgbClr val="5B9BD5"/>
    </a:accent5>
    <a:accent6>
      <a:srgbClr val="70AD47"/>
    </a:accent6>
    <a:hlink>
      <a:srgbClr val="0000FF"/>
    </a:hlink>
    <a:folHlink>
      <a:srgbClr val="9A4398"/>
    </a:folHlink>
  </a:clrScheme>
  <a:fontScheme name="Arial">
    <a:maj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ajorFont>
    <a:min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Custom 75">
    <a:dk1>
      <a:srgbClr val="000000"/>
    </a:dk1>
    <a:lt1>
      <a:srgbClr val="FFFFFF"/>
    </a:lt1>
    <a:dk2>
      <a:srgbClr val="44546A"/>
    </a:dk2>
    <a:lt2>
      <a:srgbClr val="E7E6E6"/>
    </a:lt2>
    <a:accent1>
      <a:srgbClr val="81C44D"/>
    </a:accent1>
    <a:accent2>
      <a:srgbClr val="01AFD7"/>
    </a:accent2>
    <a:accent3>
      <a:srgbClr val="074F71"/>
    </a:accent3>
    <a:accent4>
      <a:srgbClr val="9A4398"/>
    </a:accent4>
    <a:accent5>
      <a:srgbClr val="5B9BD5"/>
    </a:accent5>
    <a:accent6>
      <a:srgbClr val="70AD47"/>
    </a:accent6>
    <a:hlink>
      <a:srgbClr val="0000FF"/>
    </a:hlink>
    <a:folHlink>
      <a:srgbClr val="9A4398"/>
    </a:folHlink>
  </a:clrScheme>
  <a:fontScheme name="Arial">
    <a:maj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ajorFont>
    <a:min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Custom 75">
    <a:dk1>
      <a:srgbClr val="000000"/>
    </a:dk1>
    <a:lt1>
      <a:srgbClr val="FFFFFF"/>
    </a:lt1>
    <a:dk2>
      <a:srgbClr val="44546A"/>
    </a:dk2>
    <a:lt2>
      <a:srgbClr val="E7E6E6"/>
    </a:lt2>
    <a:accent1>
      <a:srgbClr val="81C44D"/>
    </a:accent1>
    <a:accent2>
      <a:srgbClr val="01AFD7"/>
    </a:accent2>
    <a:accent3>
      <a:srgbClr val="074F71"/>
    </a:accent3>
    <a:accent4>
      <a:srgbClr val="9A4398"/>
    </a:accent4>
    <a:accent5>
      <a:srgbClr val="5B9BD5"/>
    </a:accent5>
    <a:accent6>
      <a:srgbClr val="70AD47"/>
    </a:accent6>
    <a:hlink>
      <a:srgbClr val="0000FF"/>
    </a:hlink>
    <a:folHlink>
      <a:srgbClr val="9A4398"/>
    </a:folHlink>
  </a:clrScheme>
  <a:fontScheme name="Arial">
    <a:maj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ajorFont>
    <a:min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Custom 75">
    <a:dk1>
      <a:srgbClr val="000000"/>
    </a:dk1>
    <a:lt1>
      <a:srgbClr val="FFFFFF"/>
    </a:lt1>
    <a:dk2>
      <a:srgbClr val="44546A"/>
    </a:dk2>
    <a:lt2>
      <a:srgbClr val="E7E6E6"/>
    </a:lt2>
    <a:accent1>
      <a:srgbClr val="81C44D"/>
    </a:accent1>
    <a:accent2>
      <a:srgbClr val="01AFD7"/>
    </a:accent2>
    <a:accent3>
      <a:srgbClr val="074F71"/>
    </a:accent3>
    <a:accent4>
      <a:srgbClr val="9A4398"/>
    </a:accent4>
    <a:accent5>
      <a:srgbClr val="5B9BD5"/>
    </a:accent5>
    <a:accent6>
      <a:srgbClr val="70AD47"/>
    </a:accent6>
    <a:hlink>
      <a:srgbClr val="0000FF"/>
    </a:hlink>
    <a:folHlink>
      <a:srgbClr val="9A4398"/>
    </a:folHlink>
  </a:clrScheme>
  <a:fontScheme name="Arial">
    <a:maj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ajorFont>
    <a:min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5.xml><?xml version="1.0" encoding="utf-8"?>
<a:themeOverride xmlns:a="http://schemas.openxmlformats.org/drawingml/2006/main">
  <a:clrScheme name="Custom 75">
    <a:dk1>
      <a:srgbClr val="000000"/>
    </a:dk1>
    <a:lt1>
      <a:srgbClr val="FFFFFF"/>
    </a:lt1>
    <a:dk2>
      <a:srgbClr val="44546A"/>
    </a:dk2>
    <a:lt2>
      <a:srgbClr val="E7E6E6"/>
    </a:lt2>
    <a:accent1>
      <a:srgbClr val="81C44D"/>
    </a:accent1>
    <a:accent2>
      <a:srgbClr val="01AFD7"/>
    </a:accent2>
    <a:accent3>
      <a:srgbClr val="074F71"/>
    </a:accent3>
    <a:accent4>
      <a:srgbClr val="9A4398"/>
    </a:accent4>
    <a:accent5>
      <a:srgbClr val="5B9BD5"/>
    </a:accent5>
    <a:accent6>
      <a:srgbClr val="70AD47"/>
    </a:accent6>
    <a:hlink>
      <a:srgbClr val="0000FF"/>
    </a:hlink>
    <a:folHlink>
      <a:srgbClr val="9A4398"/>
    </a:folHlink>
  </a:clrScheme>
  <a:fontScheme name="Arial">
    <a:maj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ajorFont>
    <a:min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6.xml><?xml version="1.0" encoding="utf-8"?>
<a:themeOverride xmlns:a="http://schemas.openxmlformats.org/drawingml/2006/main">
  <a:clrScheme name="Custom 75">
    <a:dk1>
      <a:srgbClr val="000000"/>
    </a:dk1>
    <a:lt1>
      <a:srgbClr val="FFFFFF"/>
    </a:lt1>
    <a:dk2>
      <a:srgbClr val="44546A"/>
    </a:dk2>
    <a:lt2>
      <a:srgbClr val="E7E6E6"/>
    </a:lt2>
    <a:accent1>
      <a:srgbClr val="81C44D"/>
    </a:accent1>
    <a:accent2>
      <a:srgbClr val="01AFD7"/>
    </a:accent2>
    <a:accent3>
      <a:srgbClr val="074F71"/>
    </a:accent3>
    <a:accent4>
      <a:srgbClr val="9A4398"/>
    </a:accent4>
    <a:accent5>
      <a:srgbClr val="5B9BD5"/>
    </a:accent5>
    <a:accent6>
      <a:srgbClr val="70AD47"/>
    </a:accent6>
    <a:hlink>
      <a:srgbClr val="0000FF"/>
    </a:hlink>
    <a:folHlink>
      <a:srgbClr val="9A4398"/>
    </a:folHlink>
  </a:clrScheme>
  <a:fontScheme name="Arial">
    <a:maj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ajorFont>
    <a:min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7.xml><?xml version="1.0" encoding="utf-8"?>
<a:themeOverride xmlns:a="http://schemas.openxmlformats.org/drawingml/2006/main">
  <a:clrScheme name="Custom 75">
    <a:dk1>
      <a:srgbClr val="000000"/>
    </a:dk1>
    <a:lt1>
      <a:srgbClr val="FFFFFF"/>
    </a:lt1>
    <a:dk2>
      <a:srgbClr val="44546A"/>
    </a:dk2>
    <a:lt2>
      <a:srgbClr val="E7E6E6"/>
    </a:lt2>
    <a:accent1>
      <a:srgbClr val="81C44D"/>
    </a:accent1>
    <a:accent2>
      <a:srgbClr val="01AFD7"/>
    </a:accent2>
    <a:accent3>
      <a:srgbClr val="074F71"/>
    </a:accent3>
    <a:accent4>
      <a:srgbClr val="9A4398"/>
    </a:accent4>
    <a:accent5>
      <a:srgbClr val="5B9BD5"/>
    </a:accent5>
    <a:accent6>
      <a:srgbClr val="70AD47"/>
    </a:accent6>
    <a:hlink>
      <a:srgbClr val="0000FF"/>
    </a:hlink>
    <a:folHlink>
      <a:srgbClr val="9A4398"/>
    </a:folHlink>
  </a:clrScheme>
  <a:fontScheme name="Arial">
    <a:maj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ajorFont>
    <a:min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8.xml><?xml version="1.0" encoding="utf-8"?>
<a:themeOverride xmlns:a="http://schemas.openxmlformats.org/drawingml/2006/main">
  <a:clrScheme name="Custom 75">
    <a:dk1>
      <a:srgbClr val="000000"/>
    </a:dk1>
    <a:lt1>
      <a:srgbClr val="FFFFFF"/>
    </a:lt1>
    <a:dk2>
      <a:srgbClr val="44546A"/>
    </a:dk2>
    <a:lt2>
      <a:srgbClr val="E7E6E6"/>
    </a:lt2>
    <a:accent1>
      <a:srgbClr val="81C44D"/>
    </a:accent1>
    <a:accent2>
      <a:srgbClr val="01AFD7"/>
    </a:accent2>
    <a:accent3>
      <a:srgbClr val="074F71"/>
    </a:accent3>
    <a:accent4>
      <a:srgbClr val="9A4398"/>
    </a:accent4>
    <a:accent5>
      <a:srgbClr val="5B9BD5"/>
    </a:accent5>
    <a:accent6>
      <a:srgbClr val="70AD47"/>
    </a:accent6>
    <a:hlink>
      <a:srgbClr val="0000FF"/>
    </a:hlink>
    <a:folHlink>
      <a:srgbClr val="9A4398"/>
    </a:folHlink>
  </a:clrScheme>
  <a:fontScheme name="Arial">
    <a:maj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ajorFont>
    <a:min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9.xml><?xml version="1.0" encoding="utf-8"?>
<a:themeOverride xmlns:a="http://schemas.openxmlformats.org/drawingml/2006/main">
  <a:clrScheme name="Custom 75">
    <a:dk1>
      <a:srgbClr val="000000"/>
    </a:dk1>
    <a:lt1>
      <a:srgbClr val="FFFFFF"/>
    </a:lt1>
    <a:dk2>
      <a:srgbClr val="44546A"/>
    </a:dk2>
    <a:lt2>
      <a:srgbClr val="E7E6E6"/>
    </a:lt2>
    <a:accent1>
      <a:srgbClr val="81C44D"/>
    </a:accent1>
    <a:accent2>
      <a:srgbClr val="01AFD7"/>
    </a:accent2>
    <a:accent3>
      <a:srgbClr val="074F71"/>
    </a:accent3>
    <a:accent4>
      <a:srgbClr val="9A4398"/>
    </a:accent4>
    <a:accent5>
      <a:srgbClr val="5B9BD5"/>
    </a:accent5>
    <a:accent6>
      <a:srgbClr val="70AD47"/>
    </a:accent6>
    <a:hlink>
      <a:srgbClr val="0000FF"/>
    </a:hlink>
    <a:folHlink>
      <a:srgbClr val="9A4398"/>
    </a:folHlink>
  </a:clrScheme>
  <a:fontScheme name="Arial">
    <a:maj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ajorFont>
    <a:min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0.xml><?xml version="1.0" encoding="utf-8"?>
<a:themeOverride xmlns:a="http://schemas.openxmlformats.org/drawingml/2006/main">
  <a:clrScheme name="Custom 75">
    <a:dk1>
      <a:srgbClr val="000000"/>
    </a:dk1>
    <a:lt1>
      <a:srgbClr val="FFFFFF"/>
    </a:lt1>
    <a:dk2>
      <a:srgbClr val="44546A"/>
    </a:dk2>
    <a:lt2>
      <a:srgbClr val="E7E6E6"/>
    </a:lt2>
    <a:accent1>
      <a:srgbClr val="81C44D"/>
    </a:accent1>
    <a:accent2>
      <a:srgbClr val="01AFD7"/>
    </a:accent2>
    <a:accent3>
      <a:srgbClr val="074F71"/>
    </a:accent3>
    <a:accent4>
      <a:srgbClr val="9A4398"/>
    </a:accent4>
    <a:accent5>
      <a:srgbClr val="5B9BD5"/>
    </a:accent5>
    <a:accent6>
      <a:srgbClr val="70AD47"/>
    </a:accent6>
    <a:hlink>
      <a:srgbClr val="0000FF"/>
    </a:hlink>
    <a:folHlink>
      <a:srgbClr val="9A4398"/>
    </a:folHlink>
  </a:clrScheme>
  <a:fontScheme name="Arial">
    <a:maj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ajorFont>
    <a:min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1.xml><?xml version="1.0" encoding="utf-8"?>
<a:themeOverride xmlns:a="http://schemas.openxmlformats.org/drawingml/2006/main">
  <a:clrScheme name="Custom 75">
    <a:dk1>
      <a:srgbClr val="000000"/>
    </a:dk1>
    <a:lt1>
      <a:srgbClr val="FFFFFF"/>
    </a:lt1>
    <a:dk2>
      <a:srgbClr val="44546A"/>
    </a:dk2>
    <a:lt2>
      <a:srgbClr val="E7E6E6"/>
    </a:lt2>
    <a:accent1>
      <a:srgbClr val="81C44D"/>
    </a:accent1>
    <a:accent2>
      <a:srgbClr val="01AFD7"/>
    </a:accent2>
    <a:accent3>
      <a:srgbClr val="074F71"/>
    </a:accent3>
    <a:accent4>
      <a:srgbClr val="9A4398"/>
    </a:accent4>
    <a:accent5>
      <a:srgbClr val="5B9BD5"/>
    </a:accent5>
    <a:accent6>
      <a:srgbClr val="70AD47"/>
    </a:accent6>
    <a:hlink>
      <a:srgbClr val="0000FF"/>
    </a:hlink>
    <a:folHlink>
      <a:srgbClr val="9A4398"/>
    </a:folHlink>
  </a:clrScheme>
  <a:fontScheme name="Arial">
    <a:maj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ajorFont>
    <a:min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2.xml><?xml version="1.0" encoding="utf-8"?>
<a:themeOverride xmlns:a="http://schemas.openxmlformats.org/drawingml/2006/main">
  <a:clrScheme name="Custom 75">
    <a:dk1>
      <a:srgbClr val="000000"/>
    </a:dk1>
    <a:lt1>
      <a:srgbClr val="FFFFFF"/>
    </a:lt1>
    <a:dk2>
      <a:srgbClr val="44546A"/>
    </a:dk2>
    <a:lt2>
      <a:srgbClr val="E7E6E6"/>
    </a:lt2>
    <a:accent1>
      <a:srgbClr val="81C44D"/>
    </a:accent1>
    <a:accent2>
      <a:srgbClr val="01AFD7"/>
    </a:accent2>
    <a:accent3>
      <a:srgbClr val="074F71"/>
    </a:accent3>
    <a:accent4>
      <a:srgbClr val="9A4398"/>
    </a:accent4>
    <a:accent5>
      <a:srgbClr val="5B9BD5"/>
    </a:accent5>
    <a:accent6>
      <a:srgbClr val="70AD47"/>
    </a:accent6>
    <a:hlink>
      <a:srgbClr val="0000FF"/>
    </a:hlink>
    <a:folHlink>
      <a:srgbClr val="9A4398"/>
    </a:folHlink>
  </a:clrScheme>
  <a:fontScheme name="Arial">
    <a:maj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ajorFont>
    <a:min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3.xml><?xml version="1.0" encoding="utf-8"?>
<a:themeOverride xmlns:a="http://schemas.openxmlformats.org/drawingml/2006/main">
  <a:clrScheme name="Custom 75">
    <a:dk1>
      <a:srgbClr val="000000"/>
    </a:dk1>
    <a:lt1>
      <a:srgbClr val="FFFFFF"/>
    </a:lt1>
    <a:dk2>
      <a:srgbClr val="44546A"/>
    </a:dk2>
    <a:lt2>
      <a:srgbClr val="E7E6E6"/>
    </a:lt2>
    <a:accent1>
      <a:srgbClr val="81C44D"/>
    </a:accent1>
    <a:accent2>
      <a:srgbClr val="01AFD7"/>
    </a:accent2>
    <a:accent3>
      <a:srgbClr val="074F71"/>
    </a:accent3>
    <a:accent4>
      <a:srgbClr val="9A4398"/>
    </a:accent4>
    <a:accent5>
      <a:srgbClr val="5B9BD5"/>
    </a:accent5>
    <a:accent6>
      <a:srgbClr val="70AD47"/>
    </a:accent6>
    <a:hlink>
      <a:srgbClr val="0000FF"/>
    </a:hlink>
    <a:folHlink>
      <a:srgbClr val="9A4398"/>
    </a:folHlink>
  </a:clrScheme>
  <a:fontScheme name="Arial">
    <a:maj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ajorFont>
    <a:min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4.xml><?xml version="1.0" encoding="utf-8"?>
<a:themeOverride xmlns:a="http://schemas.openxmlformats.org/drawingml/2006/main">
  <a:clrScheme name="Custom 75">
    <a:dk1>
      <a:srgbClr val="000000"/>
    </a:dk1>
    <a:lt1>
      <a:srgbClr val="FFFFFF"/>
    </a:lt1>
    <a:dk2>
      <a:srgbClr val="44546A"/>
    </a:dk2>
    <a:lt2>
      <a:srgbClr val="E7E6E6"/>
    </a:lt2>
    <a:accent1>
      <a:srgbClr val="81C44D"/>
    </a:accent1>
    <a:accent2>
      <a:srgbClr val="01AFD7"/>
    </a:accent2>
    <a:accent3>
      <a:srgbClr val="074F71"/>
    </a:accent3>
    <a:accent4>
      <a:srgbClr val="9A4398"/>
    </a:accent4>
    <a:accent5>
      <a:srgbClr val="5B9BD5"/>
    </a:accent5>
    <a:accent6>
      <a:srgbClr val="70AD47"/>
    </a:accent6>
    <a:hlink>
      <a:srgbClr val="0000FF"/>
    </a:hlink>
    <a:folHlink>
      <a:srgbClr val="9A4398"/>
    </a:folHlink>
  </a:clrScheme>
  <a:fontScheme name="Arial">
    <a:maj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ajorFont>
    <a:min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5.xml><?xml version="1.0" encoding="utf-8"?>
<a:themeOverride xmlns:a="http://schemas.openxmlformats.org/drawingml/2006/main">
  <a:clrScheme name="Custom 75">
    <a:dk1>
      <a:srgbClr val="000000"/>
    </a:dk1>
    <a:lt1>
      <a:srgbClr val="FFFFFF"/>
    </a:lt1>
    <a:dk2>
      <a:srgbClr val="44546A"/>
    </a:dk2>
    <a:lt2>
      <a:srgbClr val="E7E6E6"/>
    </a:lt2>
    <a:accent1>
      <a:srgbClr val="81C44D"/>
    </a:accent1>
    <a:accent2>
      <a:srgbClr val="01AFD7"/>
    </a:accent2>
    <a:accent3>
      <a:srgbClr val="074F71"/>
    </a:accent3>
    <a:accent4>
      <a:srgbClr val="9A4398"/>
    </a:accent4>
    <a:accent5>
      <a:srgbClr val="5B9BD5"/>
    </a:accent5>
    <a:accent6>
      <a:srgbClr val="70AD47"/>
    </a:accent6>
    <a:hlink>
      <a:srgbClr val="0000FF"/>
    </a:hlink>
    <a:folHlink>
      <a:srgbClr val="9A4398"/>
    </a:folHlink>
  </a:clrScheme>
  <a:fontScheme name="Arial">
    <a:maj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ajorFont>
    <a:min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6.xml><?xml version="1.0" encoding="utf-8"?>
<a:themeOverride xmlns:a="http://schemas.openxmlformats.org/drawingml/2006/main">
  <a:clrScheme name="Custom 75">
    <a:dk1>
      <a:srgbClr val="000000"/>
    </a:dk1>
    <a:lt1>
      <a:srgbClr val="FFFFFF"/>
    </a:lt1>
    <a:dk2>
      <a:srgbClr val="44546A"/>
    </a:dk2>
    <a:lt2>
      <a:srgbClr val="E7E6E6"/>
    </a:lt2>
    <a:accent1>
      <a:srgbClr val="81C44D"/>
    </a:accent1>
    <a:accent2>
      <a:srgbClr val="01AFD7"/>
    </a:accent2>
    <a:accent3>
      <a:srgbClr val="074F71"/>
    </a:accent3>
    <a:accent4>
      <a:srgbClr val="9A4398"/>
    </a:accent4>
    <a:accent5>
      <a:srgbClr val="5B9BD5"/>
    </a:accent5>
    <a:accent6>
      <a:srgbClr val="70AD47"/>
    </a:accent6>
    <a:hlink>
      <a:srgbClr val="0000FF"/>
    </a:hlink>
    <a:folHlink>
      <a:srgbClr val="9A4398"/>
    </a:folHlink>
  </a:clrScheme>
  <a:fontScheme name="Arial">
    <a:maj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ajorFont>
    <a:min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7.xml><?xml version="1.0" encoding="utf-8"?>
<a:themeOverride xmlns:a="http://schemas.openxmlformats.org/drawingml/2006/main">
  <a:clrScheme name="Custom 75">
    <a:dk1>
      <a:srgbClr val="000000"/>
    </a:dk1>
    <a:lt1>
      <a:srgbClr val="FFFFFF"/>
    </a:lt1>
    <a:dk2>
      <a:srgbClr val="44546A"/>
    </a:dk2>
    <a:lt2>
      <a:srgbClr val="E7E6E6"/>
    </a:lt2>
    <a:accent1>
      <a:srgbClr val="81C44D"/>
    </a:accent1>
    <a:accent2>
      <a:srgbClr val="01AFD7"/>
    </a:accent2>
    <a:accent3>
      <a:srgbClr val="074F71"/>
    </a:accent3>
    <a:accent4>
      <a:srgbClr val="9A4398"/>
    </a:accent4>
    <a:accent5>
      <a:srgbClr val="5B9BD5"/>
    </a:accent5>
    <a:accent6>
      <a:srgbClr val="70AD47"/>
    </a:accent6>
    <a:hlink>
      <a:srgbClr val="0000FF"/>
    </a:hlink>
    <a:folHlink>
      <a:srgbClr val="9A4398"/>
    </a:folHlink>
  </a:clrScheme>
  <a:fontScheme name="Arial">
    <a:maj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ajorFont>
    <a:min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8.xml><?xml version="1.0" encoding="utf-8"?>
<a:themeOverride xmlns:a="http://schemas.openxmlformats.org/drawingml/2006/main">
  <a:clrScheme name="Custom 75">
    <a:dk1>
      <a:srgbClr val="000000"/>
    </a:dk1>
    <a:lt1>
      <a:srgbClr val="FFFFFF"/>
    </a:lt1>
    <a:dk2>
      <a:srgbClr val="44546A"/>
    </a:dk2>
    <a:lt2>
      <a:srgbClr val="E7E6E6"/>
    </a:lt2>
    <a:accent1>
      <a:srgbClr val="81C44D"/>
    </a:accent1>
    <a:accent2>
      <a:srgbClr val="01AFD7"/>
    </a:accent2>
    <a:accent3>
      <a:srgbClr val="074F71"/>
    </a:accent3>
    <a:accent4>
      <a:srgbClr val="9A4398"/>
    </a:accent4>
    <a:accent5>
      <a:srgbClr val="5B9BD5"/>
    </a:accent5>
    <a:accent6>
      <a:srgbClr val="70AD47"/>
    </a:accent6>
    <a:hlink>
      <a:srgbClr val="0000FF"/>
    </a:hlink>
    <a:folHlink>
      <a:srgbClr val="9A4398"/>
    </a:folHlink>
  </a:clrScheme>
  <a:fontScheme name="Arial">
    <a:maj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ajorFont>
    <a:min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9.xml><?xml version="1.0" encoding="utf-8"?>
<a:themeOverride xmlns:a="http://schemas.openxmlformats.org/drawingml/2006/main">
  <a:clrScheme name="Custom 75">
    <a:dk1>
      <a:srgbClr val="000000"/>
    </a:dk1>
    <a:lt1>
      <a:srgbClr val="FFFFFF"/>
    </a:lt1>
    <a:dk2>
      <a:srgbClr val="44546A"/>
    </a:dk2>
    <a:lt2>
      <a:srgbClr val="E7E6E6"/>
    </a:lt2>
    <a:accent1>
      <a:srgbClr val="81C44D"/>
    </a:accent1>
    <a:accent2>
      <a:srgbClr val="01AFD7"/>
    </a:accent2>
    <a:accent3>
      <a:srgbClr val="074F71"/>
    </a:accent3>
    <a:accent4>
      <a:srgbClr val="9A4398"/>
    </a:accent4>
    <a:accent5>
      <a:srgbClr val="5B9BD5"/>
    </a:accent5>
    <a:accent6>
      <a:srgbClr val="70AD47"/>
    </a:accent6>
    <a:hlink>
      <a:srgbClr val="0000FF"/>
    </a:hlink>
    <a:folHlink>
      <a:srgbClr val="9A4398"/>
    </a:folHlink>
  </a:clrScheme>
  <a:fontScheme name="Arial">
    <a:maj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ajorFont>
    <a:min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0.xml><?xml version="1.0" encoding="utf-8"?>
<a:themeOverride xmlns:a="http://schemas.openxmlformats.org/drawingml/2006/main">
  <a:clrScheme name="Custom 75">
    <a:dk1>
      <a:srgbClr val="000000"/>
    </a:dk1>
    <a:lt1>
      <a:srgbClr val="FFFFFF"/>
    </a:lt1>
    <a:dk2>
      <a:srgbClr val="44546A"/>
    </a:dk2>
    <a:lt2>
      <a:srgbClr val="E7E6E6"/>
    </a:lt2>
    <a:accent1>
      <a:srgbClr val="81C44D"/>
    </a:accent1>
    <a:accent2>
      <a:srgbClr val="01AFD7"/>
    </a:accent2>
    <a:accent3>
      <a:srgbClr val="074F71"/>
    </a:accent3>
    <a:accent4>
      <a:srgbClr val="9A4398"/>
    </a:accent4>
    <a:accent5>
      <a:srgbClr val="5B9BD5"/>
    </a:accent5>
    <a:accent6>
      <a:srgbClr val="70AD47"/>
    </a:accent6>
    <a:hlink>
      <a:srgbClr val="0000FF"/>
    </a:hlink>
    <a:folHlink>
      <a:srgbClr val="9A4398"/>
    </a:folHlink>
  </a:clrScheme>
  <a:fontScheme name="Arial">
    <a:maj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ajorFont>
    <a:min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1.xml><?xml version="1.0" encoding="utf-8"?>
<a:themeOverride xmlns:a="http://schemas.openxmlformats.org/drawingml/2006/main">
  <a:clrScheme name="Custom 75">
    <a:dk1>
      <a:srgbClr val="000000"/>
    </a:dk1>
    <a:lt1>
      <a:srgbClr val="FFFFFF"/>
    </a:lt1>
    <a:dk2>
      <a:srgbClr val="44546A"/>
    </a:dk2>
    <a:lt2>
      <a:srgbClr val="E7E6E6"/>
    </a:lt2>
    <a:accent1>
      <a:srgbClr val="81C44D"/>
    </a:accent1>
    <a:accent2>
      <a:srgbClr val="01AFD7"/>
    </a:accent2>
    <a:accent3>
      <a:srgbClr val="074F71"/>
    </a:accent3>
    <a:accent4>
      <a:srgbClr val="9A4398"/>
    </a:accent4>
    <a:accent5>
      <a:srgbClr val="5B9BD5"/>
    </a:accent5>
    <a:accent6>
      <a:srgbClr val="70AD47"/>
    </a:accent6>
    <a:hlink>
      <a:srgbClr val="0000FF"/>
    </a:hlink>
    <a:folHlink>
      <a:srgbClr val="9A4398"/>
    </a:folHlink>
  </a:clrScheme>
  <a:fontScheme name="Arial">
    <a:maj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ajorFont>
    <a:min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2.xml><?xml version="1.0" encoding="utf-8"?>
<a:themeOverride xmlns:a="http://schemas.openxmlformats.org/drawingml/2006/main">
  <a:clrScheme name="Custom 75">
    <a:dk1>
      <a:srgbClr val="000000"/>
    </a:dk1>
    <a:lt1>
      <a:srgbClr val="FFFFFF"/>
    </a:lt1>
    <a:dk2>
      <a:srgbClr val="44546A"/>
    </a:dk2>
    <a:lt2>
      <a:srgbClr val="E7E6E6"/>
    </a:lt2>
    <a:accent1>
      <a:srgbClr val="81C44D"/>
    </a:accent1>
    <a:accent2>
      <a:srgbClr val="01AFD7"/>
    </a:accent2>
    <a:accent3>
      <a:srgbClr val="074F71"/>
    </a:accent3>
    <a:accent4>
      <a:srgbClr val="9A4398"/>
    </a:accent4>
    <a:accent5>
      <a:srgbClr val="5B9BD5"/>
    </a:accent5>
    <a:accent6>
      <a:srgbClr val="70AD47"/>
    </a:accent6>
    <a:hlink>
      <a:srgbClr val="0000FF"/>
    </a:hlink>
    <a:folHlink>
      <a:srgbClr val="9A4398"/>
    </a:folHlink>
  </a:clrScheme>
  <a:fontScheme name="Arial">
    <a:maj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ajorFont>
    <a:min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3.xml><?xml version="1.0" encoding="utf-8"?>
<a:themeOverride xmlns:a="http://schemas.openxmlformats.org/drawingml/2006/main">
  <a:clrScheme name="Custom 75">
    <a:dk1>
      <a:srgbClr val="000000"/>
    </a:dk1>
    <a:lt1>
      <a:srgbClr val="FFFFFF"/>
    </a:lt1>
    <a:dk2>
      <a:srgbClr val="44546A"/>
    </a:dk2>
    <a:lt2>
      <a:srgbClr val="E7E6E6"/>
    </a:lt2>
    <a:accent1>
      <a:srgbClr val="81C44D"/>
    </a:accent1>
    <a:accent2>
      <a:srgbClr val="01AFD7"/>
    </a:accent2>
    <a:accent3>
      <a:srgbClr val="074F71"/>
    </a:accent3>
    <a:accent4>
      <a:srgbClr val="9A4398"/>
    </a:accent4>
    <a:accent5>
      <a:srgbClr val="5B9BD5"/>
    </a:accent5>
    <a:accent6>
      <a:srgbClr val="70AD47"/>
    </a:accent6>
    <a:hlink>
      <a:srgbClr val="0000FF"/>
    </a:hlink>
    <a:folHlink>
      <a:srgbClr val="9A4398"/>
    </a:folHlink>
  </a:clrScheme>
  <a:fontScheme name="Arial">
    <a:maj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ajorFont>
    <a:min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4.xml><?xml version="1.0" encoding="utf-8"?>
<a:themeOverride xmlns:a="http://schemas.openxmlformats.org/drawingml/2006/main">
  <a:clrScheme name="Custom 75">
    <a:dk1>
      <a:srgbClr val="000000"/>
    </a:dk1>
    <a:lt1>
      <a:srgbClr val="FFFFFF"/>
    </a:lt1>
    <a:dk2>
      <a:srgbClr val="44546A"/>
    </a:dk2>
    <a:lt2>
      <a:srgbClr val="E7E6E6"/>
    </a:lt2>
    <a:accent1>
      <a:srgbClr val="81C44D"/>
    </a:accent1>
    <a:accent2>
      <a:srgbClr val="01AFD7"/>
    </a:accent2>
    <a:accent3>
      <a:srgbClr val="074F71"/>
    </a:accent3>
    <a:accent4>
      <a:srgbClr val="9A4398"/>
    </a:accent4>
    <a:accent5>
      <a:srgbClr val="5B9BD5"/>
    </a:accent5>
    <a:accent6>
      <a:srgbClr val="70AD47"/>
    </a:accent6>
    <a:hlink>
      <a:srgbClr val="0000FF"/>
    </a:hlink>
    <a:folHlink>
      <a:srgbClr val="9A4398"/>
    </a:folHlink>
  </a:clrScheme>
  <a:fontScheme name="Arial">
    <a:maj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ajorFont>
    <a:min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5.xml><?xml version="1.0" encoding="utf-8"?>
<a:themeOverride xmlns:a="http://schemas.openxmlformats.org/drawingml/2006/main">
  <a:clrScheme name="Custom 75">
    <a:dk1>
      <a:srgbClr val="000000"/>
    </a:dk1>
    <a:lt1>
      <a:srgbClr val="FFFFFF"/>
    </a:lt1>
    <a:dk2>
      <a:srgbClr val="44546A"/>
    </a:dk2>
    <a:lt2>
      <a:srgbClr val="E7E6E6"/>
    </a:lt2>
    <a:accent1>
      <a:srgbClr val="81C44D"/>
    </a:accent1>
    <a:accent2>
      <a:srgbClr val="01AFD7"/>
    </a:accent2>
    <a:accent3>
      <a:srgbClr val="074F71"/>
    </a:accent3>
    <a:accent4>
      <a:srgbClr val="9A4398"/>
    </a:accent4>
    <a:accent5>
      <a:srgbClr val="5B9BD5"/>
    </a:accent5>
    <a:accent6>
      <a:srgbClr val="70AD47"/>
    </a:accent6>
    <a:hlink>
      <a:srgbClr val="0000FF"/>
    </a:hlink>
    <a:folHlink>
      <a:srgbClr val="9A4398"/>
    </a:folHlink>
  </a:clrScheme>
  <a:fontScheme name="Arial">
    <a:maj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ajorFont>
    <a:min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6.xml><?xml version="1.0" encoding="utf-8"?>
<a:themeOverride xmlns:a="http://schemas.openxmlformats.org/drawingml/2006/main">
  <a:clrScheme name="Custom 75">
    <a:dk1>
      <a:srgbClr val="000000"/>
    </a:dk1>
    <a:lt1>
      <a:srgbClr val="FFFFFF"/>
    </a:lt1>
    <a:dk2>
      <a:srgbClr val="44546A"/>
    </a:dk2>
    <a:lt2>
      <a:srgbClr val="E7E6E6"/>
    </a:lt2>
    <a:accent1>
      <a:srgbClr val="81C44D"/>
    </a:accent1>
    <a:accent2>
      <a:srgbClr val="01AFD7"/>
    </a:accent2>
    <a:accent3>
      <a:srgbClr val="074F71"/>
    </a:accent3>
    <a:accent4>
      <a:srgbClr val="9A4398"/>
    </a:accent4>
    <a:accent5>
      <a:srgbClr val="5B9BD5"/>
    </a:accent5>
    <a:accent6>
      <a:srgbClr val="70AD47"/>
    </a:accent6>
    <a:hlink>
      <a:srgbClr val="0000FF"/>
    </a:hlink>
    <a:folHlink>
      <a:srgbClr val="9A4398"/>
    </a:folHlink>
  </a:clrScheme>
  <a:fontScheme name="Arial">
    <a:maj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ajorFont>
    <a:min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7.xml><?xml version="1.0" encoding="utf-8"?>
<a:themeOverride xmlns:a="http://schemas.openxmlformats.org/drawingml/2006/main">
  <a:clrScheme name="Custom 75">
    <a:dk1>
      <a:srgbClr val="000000"/>
    </a:dk1>
    <a:lt1>
      <a:srgbClr val="FFFFFF"/>
    </a:lt1>
    <a:dk2>
      <a:srgbClr val="44546A"/>
    </a:dk2>
    <a:lt2>
      <a:srgbClr val="E7E6E6"/>
    </a:lt2>
    <a:accent1>
      <a:srgbClr val="81C44D"/>
    </a:accent1>
    <a:accent2>
      <a:srgbClr val="01AFD7"/>
    </a:accent2>
    <a:accent3>
      <a:srgbClr val="074F71"/>
    </a:accent3>
    <a:accent4>
      <a:srgbClr val="9A4398"/>
    </a:accent4>
    <a:accent5>
      <a:srgbClr val="5B9BD5"/>
    </a:accent5>
    <a:accent6>
      <a:srgbClr val="70AD47"/>
    </a:accent6>
    <a:hlink>
      <a:srgbClr val="0000FF"/>
    </a:hlink>
    <a:folHlink>
      <a:srgbClr val="9A4398"/>
    </a:folHlink>
  </a:clrScheme>
  <a:fontScheme name="Arial">
    <a:maj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ajorFont>
    <a:min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8.xml><?xml version="1.0" encoding="utf-8"?>
<a:themeOverride xmlns:a="http://schemas.openxmlformats.org/drawingml/2006/main">
  <a:clrScheme name="Custom 75">
    <a:dk1>
      <a:srgbClr val="000000"/>
    </a:dk1>
    <a:lt1>
      <a:srgbClr val="FFFFFF"/>
    </a:lt1>
    <a:dk2>
      <a:srgbClr val="44546A"/>
    </a:dk2>
    <a:lt2>
      <a:srgbClr val="E7E6E6"/>
    </a:lt2>
    <a:accent1>
      <a:srgbClr val="81C44D"/>
    </a:accent1>
    <a:accent2>
      <a:srgbClr val="01AFD7"/>
    </a:accent2>
    <a:accent3>
      <a:srgbClr val="074F71"/>
    </a:accent3>
    <a:accent4>
      <a:srgbClr val="9A4398"/>
    </a:accent4>
    <a:accent5>
      <a:srgbClr val="5B9BD5"/>
    </a:accent5>
    <a:accent6>
      <a:srgbClr val="70AD47"/>
    </a:accent6>
    <a:hlink>
      <a:srgbClr val="0000FF"/>
    </a:hlink>
    <a:folHlink>
      <a:srgbClr val="9A4398"/>
    </a:folHlink>
  </a:clrScheme>
  <a:fontScheme name="Arial">
    <a:maj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ajorFont>
    <a:min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9.xml><?xml version="1.0" encoding="utf-8"?>
<a:themeOverride xmlns:a="http://schemas.openxmlformats.org/drawingml/2006/main">
  <a:clrScheme name="Custom 75">
    <a:dk1>
      <a:srgbClr val="000000"/>
    </a:dk1>
    <a:lt1>
      <a:srgbClr val="FFFFFF"/>
    </a:lt1>
    <a:dk2>
      <a:srgbClr val="44546A"/>
    </a:dk2>
    <a:lt2>
      <a:srgbClr val="E7E6E6"/>
    </a:lt2>
    <a:accent1>
      <a:srgbClr val="81C44D"/>
    </a:accent1>
    <a:accent2>
      <a:srgbClr val="01AFD7"/>
    </a:accent2>
    <a:accent3>
      <a:srgbClr val="074F71"/>
    </a:accent3>
    <a:accent4>
      <a:srgbClr val="9A4398"/>
    </a:accent4>
    <a:accent5>
      <a:srgbClr val="5B9BD5"/>
    </a:accent5>
    <a:accent6>
      <a:srgbClr val="70AD47"/>
    </a:accent6>
    <a:hlink>
      <a:srgbClr val="0000FF"/>
    </a:hlink>
    <a:folHlink>
      <a:srgbClr val="9A4398"/>
    </a:folHlink>
  </a:clrScheme>
  <a:fontScheme name="Arial">
    <a:maj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ajorFont>
    <a:min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0.xml><?xml version="1.0" encoding="utf-8"?>
<a:themeOverride xmlns:a="http://schemas.openxmlformats.org/drawingml/2006/main">
  <a:clrScheme name="Custom 75">
    <a:dk1>
      <a:srgbClr val="000000"/>
    </a:dk1>
    <a:lt1>
      <a:srgbClr val="FFFFFF"/>
    </a:lt1>
    <a:dk2>
      <a:srgbClr val="44546A"/>
    </a:dk2>
    <a:lt2>
      <a:srgbClr val="E7E6E6"/>
    </a:lt2>
    <a:accent1>
      <a:srgbClr val="81C44D"/>
    </a:accent1>
    <a:accent2>
      <a:srgbClr val="01AFD7"/>
    </a:accent2>
    <a:accent3>
      <a:srgbClr val="074F71"/>
    </a:accent3>
    <a:accent4>
      <a:srgbClr val="9A4398"/>
    </a:accent4>
    <a:accent5>
      <a:srgbClr val="5B9BD5"/>
    </a:accent5>
    <a:accent6>
      <a:srgbClr val="70AD47"/>
    </a:accent6>
    <a:hlink>
      <a:srgbClr val="0000FF"/>
    </a:hlink>
    <a:folHlink>
      <a:srgbClr val="9A4398"/>
    </a:folHlink>
  </a:clrScheme>
  <a:fontScheme name="Arial">
    <a:maj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ajorFont>
    <a:min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1.xml><?xml version="1.0" encoding="utf-8"?>
<a:themeOverride xmlns:a="http://schemas.openxmlformats.org/drawingml/2006/main">
  <a:clrScheme name="Custom 75">
    <a:dk1>
      <a:srgbClr val="000000"/>
    </a:dk1>
    <a:lt1>
      <a:srgbClr val="FFFFFF"/>
    </a:lt1>
    <a:dk2>
      <a:srgbClr val="44546A"/>
    </a:dk2>
    <a:lt2>
      <a:srgbClr val="E7E6E6"/>
    </a:lt2>
    <a:accent1>
      <a:srgbClr val="81C44D"/>
    </a:accent1>
    <a:accent2>
      <a:srgbClr val="01AFD7"/>
    </a:accent2>
    <a:accent3>
      <a:srgbClr val="074F71"/>
    </a:accent3>
    <a:accent4>
      <a:srgbClr val="9A4398"/>
    </a:accent4>
    <a:accent5>
      <a:srgbClr val="5B9BD5"/>
    </a:accent5>
    <a:accent6>
      <a:srgbClr val="70AD47"/>
    </a:accent6>
    <a:hlink>
      <a:srgbClr val="0000FF"/>
    </a:hlink>
    <a:folHlink>
      <a:srgbClr val="9A4398"/>
    </a:folHlink>
  </a:clrScheme>
  <a:fontScheme name="Arial">
    <a:maj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ajorFont>
    <a:min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2.xml><?xml version="1.0" encoding="utf-8"?>
<a:themeOverride xmlns:a="http://schemas.openxmlformats.org/drawingml/2006/main">
  <a:clrScheme name="Custom 75">
    <a:dk1>
      <a:srgbClr val="000000"/>
    </a:dk1>
    <a:lt1>
      <a:srgbClr val="FFFFFF"/>
    </a:lt1>
    <a:dk2>
      <a:srgbClr val="44546A"/>
    </a:dk2>
    <a:lt2>
      <a:srgbClr val="E7E6E6"/>
    </a:lt2>
    <a:accent1>
      <a:srgbClr val="81C44D"/>
    </a:accent1>
    <a:accent2>
      <a:srgbClr val="01AFD7"/>
    </a:accent2>
    <a:accent3>
      <a:srgbClr val="074F71"/>
    </a:accent3>
    <a:accent4>
      <a:srgbClr val="9A4398"/>
    </a:accent4>
    <a:accent5>
      <a:srgbClr val="5B9BD5"/>
    </a:accent5>
    <a:accent6>
      <a:srgbClr val="70AD47"/>
    </a:accent6>
    <a:hlink>
      <a:srgbClr val="0000FF"/>
    </a:hlink>
    <a:folHlink>
      <a:srgbClr val="9A4398"/>
    </a:folHlink>
  </a:clrScheme>
  <a:fontScheme name="Arial">
    <a:maj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ajorFont>
    <a:min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3.xml><?xml version="1.0" encoding="utf-8"?>
<a:themeOverride xmlns:a="http://schemas.openxmlformats.org/drawingml/2006/main">
  <a:clrScheme name="Takeda New">
    <a:dk1>
      <a:srgbClr val="000000"/>
    </a:dk1>
    <a:lt1>
      <a:srgbClr val="FFFFFF"/>
    </a:lt1>
    <a:dk2>
      <a:srgbClr val="D3F5E4"/>
    </a:dk2>
    <a:lt2>
      <a:srgbClr val="663300"/>
    </a:lt2>
    <a:accent1>
      <a:srgbClr val="EE1100"/>
    </a:accent1>
    <a:accent2>
      <a:srgbClr val="FF6E63"/>
    </a:accent2>
    <a:accent3>
      <a:srgbClr val="51B1BF"/>
    </a:accent3>
    <a:accent4>
      <a:srgbClr val="3CA2A6"/>
    </a:accent4>
    <a:accent5>
      <a:srgbClr val="FFD8D5"/>
    </a:accent5>
    <a:accent6>
      <a:srgbClr val="F2F2F2"/>
    </a:accent6>
    <a:hlink>
      <a:srgbClr val="1A777A"/>
    </a:hlink>
    <a:folHlink>
      <a:srgbClr val="A6D7DE"/>
    </a:folHlink>
  </a:clrScheme>
  <a:fontScheme name="Calibri">
    <a:majorFont>
      <a:latin typeface="Calibri" panose="020F0502020204030204"/>
      <a:ea typeface=""/>
      <a:cs typeface=""/>
      <a:font script="Jpan" typeface="メイリオ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ahoma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メイリオ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ahoma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4.xml><?xml version="1.0" encoding="utf-8"?>
<a:themeOverride xmlns:a="http://schemas.openxmlformats.org/drawingml/2006/main">
  <a:clrScheme name="Custom 75">
    <a:dk1>
      <a:srgbClr val="000000"/>
    </a:dk1>
    <a:lt1>
      <a:srgbClr val="FFFFFF"/>
    </a:lt1>
    <a:dk2>
      <a:srgbClr val="44546A"/>
    </a:dk2>
    <a:lt2>
      <a:srgbClr val="E7E6E6"/>
    </a:lt2>
    <a:accent1>
      <a:srgbClr val="81C44D"/>
    </a:accent1>
    <a:accent2>
      <a:srgbClr val="01AFD7"/>
    </a:accent2>
    <a:accent3>
      <a:srgbClr val="074F71"/>
    </a:accent3>
    <a:accent4>
      <a:srgbClr val="9A4398"/>
    </a:accent4>
    <a:accent5>
      <a:srgbClr val="5B9BD5"/>
    </a:accent5>
    <a:accent6>
      <a:srgbClr val="70AD47"/>
    </a:accent6>
    <a:hlink>
      <a:srgbClr val="0000FF"/>
    </a:hlink>
    <a:folHlink>
      <a:srgbClr val="9A4398"/>
    </a:folHlink>
  </a:clrScheme>
  <a:fontScheme name="Arial">
    <a:maj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ajorFont>
    <a:min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6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5FC1821-0EFA-47ED-AE6F-FB4F6E90042F}">
  <we:reference id="bc854cf1-a8f8-4108-bb0c-7ead9d48d8ad" version="1.0.0.0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956AB08561A254BB90908B0AF8EEBA5" ma:contentTypeVersion="3" ma:contentTypeDescription="Create a new document." ma:contentTypeScope="" ma:versionID="2c8d3a29168c47963faa07605bc112b4">
  <xsd:schema xmlns:xsd="http://www.w3.org/2001/XMLSchema" xmlns:xs="http://www.w3.org/2001/XMLSchema" xmlns:p="http://schemas.microsoft.com/office/2006/metadata/properties" xmlns:ns2="43b53b35-139c-478c-a92a-75efecc285bb" targetNamespace="http://schemas.microsoft.com/office/2006/metadata/properties" ma:root="true" ma:fieldsID="63efe758d052bc661fae757ae3257f70" ns2:_="">
    <xsd:import namespace="43b53b35-139c-478c-a92a-75efecc285b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b53b35-139c-478c-a92a-75efecc285b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CF7A323-662C-4CB6-9ABA-63DFCC402AA0}"/>
</file>

<file path=customXml/itemProps2.xml><?xml version="1.0" encoding="utf-8"?>
<ds:datastoreItem xmlns:ds="http://schemas.openxmlformats.org/officeDocument/2006/customXml" ds:itemID="{C2FB5D21-DADA-4214-AA50-97D4B93A75D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0E9C9BD-72FF-4A73-AF5A-5952CF7B2C9F}">
  <ds:schemaRefs>
    <ds:schemaRef ds:uri="43b53b35-139c-478c-a92a-75efecc285b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7ffb99db-04b0-4879-8e73-d3174e57b086}" enabled="1" method="Standard" siteId="{ec3c7dee-d552-494b-a393-7f941a90b985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53</Slides>
  <Notes>35</Notes>
  <HiddenSlides>2</HiddenSlides>
  <ScaleCrop>false</ScaleCrop>
  <HeadingPairs>
    <vt:vector size="4" baseType="variant">
      <vt:variant>
        <vt:lpstr>Theme</vt:lpstr>
      </vt:variant>
      <vt:variant>
        <vt:i4>5</vt:i4>
      </vt:variant>
      <vt:variant>
        <vt:lpstr>Slide Titles</vt:lpstr>
      </vt:variant>
      <vt:variant>
        <vt:i4>53</vt:i4>
      </vt:variant>
    </vt:vector>
  </HeadingPairs>
  <TitlesOfParts>
    <vt:vector size="58" baseType="lpstr">
      <vt:lpstr>2_Office Theme</vt:lpstr>
      <vt:lpstr>Takeda Slide Master</vt:lpstr>
      <vt:lpstr>1_Takeda Slide Master</vt:lpstr>
      <vt:lpstr>2_Takeda Slide Master</vt:lpstr>
      <vt:lpstr>2_ICLUSIG Master</vt:lpstr>
      <vt:lpstr>ICLUSIG – Marketing Mix Readout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Impact Measurement Supporting Slides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Budget Optimization Supporting Slides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Executive summary (1 of 2)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Krishna Bandaru</dc:creator>
  <cp:revision>1</cp:revision>
  <dcterms:created xsi:type="dcterms:W3CDTF">2025-10-06T07:50:49Z</dcterms:created>
  <dcterms:modified xsi:type="dcterms:W3CDTF">2025-11-06T11:17:11Z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0x0101001956AB08561A254BB90908B0AF8EEBA5</vt:lpwstr>
  </property>
  <property fmtid="{D5CDD505-2E9C-101B-9397-08002B2CF9AE}" pid="3" name="LastModifiedDateTime_Client">
    <vt:filetime>2025-11-06T11:17:13Z</vt:filetime>
  </property>
</Properties>
</file>